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Lst>
  <p:sldSz cy="5143500" cx="9144000"/>
  <p:notesSz cx="6858000" cy="9144000"/>
  <p:embeddedFontLst>
    <p:embeddedFont>
      <p:font typeface="Sniglet"/>
      <p:regular r:id="rId38"/>
    </p:embeddedFont>
    <p:embeddedFont>
      <p:font typeface="ABeeZee"/>
      <p:regular r:id="rId39"/>
      <p: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ABeeZee-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font" Target="fonts/ABeeZee-regular.fntdata"/><Relationship Id="rId16" Type="http://schemas.openxmlformats.org/officeDocument/2006/relationships/slide" Target="slides/slide12.xml"/><Relationship Id="rId38" Type="http://schemas.openxmlformats.org/officeDocument/2006/relationships/font" Target="fonts/Sniglet-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ydKcaIE6O1k?si=DPfW29M3OZYT_7rl"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35f391192_0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35f391192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5f391192_0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5f391192_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5f391192_0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5f391192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b="1" lang="en" sz="1400">
                <a:solidFill>
                  <a:srgbClr val="474F67"/>
                </a:solidFill>
                <a:latin typeface="ABeeZee"/>
                <a:ea typeface="ABeeZee"/>
                <a:cs typeface="ABeeZee"/>
                <a:sym typeface="ABeeZee"/>
              </a:rPr>
              <a:t>Our Responsibility</a:t>
            </a:r>
            <a:r>
              <a:rPr lang="en" sz="1400">
                <a:solidFill>
                  <a:srgbClr val="474F67"/>
                </a:solidFill>
                <a:latin typeface="ABeeZee"/>
                <a:ea typeface="ABeeZee"/>
                <a:cs typeface="ABeeZee"/>
                <a:sym typeface="ABeeZee"/>
              </a:rPr>
              <a:t>: Creating equitable opportunities for all learners</a:t>
            </a:r>
            <a:endParaRPr sz="1400">
              <a:solidFill>
                <a:srgbClr val="474F67"/>
              </a:solidFill>
              <a:latin typeface="ABeeZee"/>
              <a:ea typeface="ABeeZee"/>
              <a:cs typeface="ABeeZee"/>
              <a:sym typeface="ABeeZee"/>
            </a:endParaRPr>
          </a:p>
          <a:p>
            <a:pPr indent="0" lvl="0" marL="0" rtl="0" algn="l">
              <a:spcBef>
                <a:spcPts val="15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87b0d1a8e9_0_5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87b0d1a8e9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Video</a:t>
            </a:r>
            <a:r>
              <a:rPr lang="en"/>
              <a:t> stop at 4 minutes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87b0d1a8e9_0_6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87b0d1a8e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87b0d1a8e9_0_6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87b0d1a8e9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Poverty creates a cognitive load that makes it harder to make good decisions, focus on learning, and engage with school. This isn't about character or capability—it's about circumstances.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8730719d8d_0_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8730719d8d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Food insecurity</a:t>
            </a:r>
            <a:endParaRPr sz="1400"/>
          </a:p>
          <a:p>
            <a:pPr indent="0" lvl="0" marL="0" rtl="0" algn="l">
              <a:spcBef>
                <a:spcPts val="0"/>
              </a:spcBef>
              <a:spcAft>
                <a:spcPts val="0"/>
              </a:spcAft>
              <a:buNone/>
            </a:pPr>
            <a:r>
              <a:rPr lang="en" sz="1400"/>
              <a:t>Housing instability </a:t>
            </a:r>
            <a:endParaRPr sz="1400"/>
          </a:p>
          <a:p>
            <a:pPr indent="0" lvl="0" marL="0" rtl="0" algn="l">
              <a:spcBef>
                <a:spcPts val="0"/>
              </a:spcBef>
              <a:spcAft>
                <a:spcPts val="0"/>
              </a:spcAft>
              <a:buNone/>
            </a:pPr>
            <a:r>
              <a:rPr lang="en" sz="1400"/>
              <a:t>Healthcare access </a:t>
            </a:r>
            <a:endParaRPr sz="1400"/>
          </a:p>
          <a:p>
            <a:pPr indent="0" lvl="0" marL="0" rtl="0" algn="l">
              <a:spcBef>
                <a:spcPts val="0"/>
              </a:spcBef>
              <a:spcAft>
                <a:spcPts val="0"/>
              </a:spcAft>
              <a:buNone/>
            </a:pPr>
            <a:r>
              <a:rPr lang="en" sz="1400"/>
              <a:t>Transportation</a:t>
            </a:r>
            <a:endParaRPr sz="1400"/>
          </a:p>
          <a:p>
            <a:pPr indent="0" lvl="0" marL="0" rtl="0" algn="l">
              <a:spcBef>
                <a:spcPts val="0"/>
              </a:spcBef>
              <a:spcAft>
                <a:spcPts val="0"/>
              </a:spcAft>
              <a:buNone/>
            </a:pPr>
            <a:r>
              <a:rPr lang="en" sz="1400"/>
              <a:t>Resource Access </a:t>
            </a:r>
            <a:endParaRPr sz="1400"/>
          </a:p>
          <a:p>
            <a:pPr indent="0" lvl="0" marL="0" rtl="0" algn="l">
              <a:spcBef>
                <a:spcPts val="0"/>
              </a:spcBef>
              <a:spcAft>
                <a:spcPts val="0"/>
              </a:spcAft>
              <a:buNone/>
            </a:pPr>
            <a:r>
              <a:rPr lang="en" sz="1400"/>
              <a:t>Parent </a:t>
            </a:r>
            <a:r>
              <a:rPr lang="en" sz="1400"/>
              <a:t>engagement</a:t>
            </a:r>
            <a:r>
              <a:rPr lang="en" sz="1400"/>
              <a:t> </a:t>
            </a:r>
            <a:endParaRPr sz="1400"/>
          </a:p>
          <a:p>
            <a:pPr indent="0" lvl="0" marL="0" rtl="0" algn="l">
              <a:spcBef>
                <a:spcPts val="0"/>
              </a:spcBef>
              <a:spcAft>
                <a:spcPts val="0"/>
              </a:spcAft>
              <a:buNone/>
            </a:pPr>
            <a:r>
              <a:rPr lang="en" sz="1400"/>
              <a:t>Language barrier </a:t>
            </a:r>
            <a:endParaRPr sz="14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87b0d1a8e9_0_7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87b0d1a8e9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8730719d8d_0_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8730719d8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 sz="1400">
                <a:solidFill>
                  <a:schemeClr val="dk1"/>
                </a:solidFill>
              </a:rPr>
              <a:t>Academic Challenges</a:t>
            </a:r>
            <a:endParaRPr b="1" sz="1400">
              <a:solidFill>
                <a:schemeClr val="dk1"/>
              </a:solidFill>
            </a:endParaRPr>
          </a:p>
          <a:p>
            <a:pPr indent="-317500" lvl="0" marL="457200" rtl="0" algn="l">
              <a:lnSpc>
                <a:spcPct val="115000"/>
              </a:lnSpc>
              <a:spcBef>
                <a:spcPts val="1500"/>
              </a:spcBef>
              <a:spcAft>
                <a:spcPts val="0"/>
              </a:spcAft>
              <a:buClr>
                <a:schemeClr val="dk1"/>
              </a:buClr>
              <a:buSzPts val="1400"/>
              <a:buChar char="●"/>
            </a:pPr>
            <a:r>
              <a:rPr b="1" lang="en" sz="1400">
                <a:solidFill>
                  <a:schemeClr val="dk1"/>
                </a:solidFill>
              </a:rPr>
              <a:t>Chronic Absenteeism</a:t>
            </a:r>
            <a:r>
              <a:rPr lang="en" sz="1400">
                <a:solidFill>
                  <a:schemeClr val="dk1"/>
                </a:solidFill>
              </a:rPr>
              <a:t>: Higher rates due to housing instability, transportation issues, health problems</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b="1" lang="en" sz="1400">
                <a:solidFill>
                  <a:schemeClr val="dk1"/>
                </a:solidFill>
              </a:rPr>
              <a:t>Homework Completion</a:t>
            </a:r>
            <a:r>
              <a:rPr lang="en" sz="1400">
                <a:solidFill>
                  <a:schemeClr val="dk1"/>
                </a:solidFill>
              </a:rPr>
              <a:t>: Limited access to quiet spaces, technology, and academic support at home</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b="1" lang="en" sz="1400">
                <a:solidFill>
                  <a:schemeClr val="dk1"/>
                </a:solidFill>
              </a:rPr>
              <a:t>Cognitive Load</a:t>
            </a:r>
            <a:r>
              <a:rPr lang="en" sz="1400">
                <a:solidFill>
                  <a:schemeClr val="dk1"/>
                </a:solidFill>
              </a:rPr>
              <a:t>: Stress from basic needs affects concentration and memory</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b="1" lang="en" sz="1400">
                <a:solidFill>
                  <a:schemeClr val="dk1"/>
                </a:solidFill>
              </a:rPr>
              <a:t>Summer Learning Loss</a:t>
            </a:r>
            <a:r>
              <a:rPr lang="en" sz="1400">
                <a:solidFill>
                  <a:schemeClr val="dk1"/>
                </a:solidFill>
              </a:rPr>
              <a:t>: Limited access to enrichment activities and educational resources</a:t>
            </a:r>
            <a:endParaRPr sz="1400">
              <a:solidFill>
                <a:schemeClr val="dk1"/>
              </a:solidFill>
            </a:endParaRPr>
          </a:p>
          <a:p>
            <a:pPr indent="0" lvl="0" marL="0" rtl="0" algn="l">
              <a:lnSpc>
                <a:spcPct val="115000"/>
              </a:lnSpc>
              <a:spcBef>
                <a:spcPts val="1500"/>
              </a:spcBef>
              <a:spcAft>
                <a:spcPts val="0"/>
              </a:spcAft>
              <a:buClr>
                <a:schemeClr val="dk1"/>
              </a:buClr>
              <a:buSzPts val="1100"/>
              <a:buFont typeface="Arial"/>
              <a:buNone/>
            </a:pPr>
            <a:r>
              <a:rPr b="1" lang="en" sz="1400">
                <a:solidFill>
                  <a:schemeClr val="dk1"/>
                </a:solidFill>
              </a:rPr>
              <a:t>Social-Emotional Factors</a:t>
            </a:r>
            <a:endParaRPr b="1" sz="1400">
              <a:solidFill>
                <a:schemeClr val="dk1"/>
              </a:solidFill>
            </a:endParaRPr>
          </a:p>
          <a:p>
            <a:pPr indent="-317500" lvl="0" marL="457200" rtl="0" algn="l">
              <a:lnSpc>
                <a:spcPct val="115000"/>
              </a:lnSpc>
              <a:spcBef>
                <a:spcPts val="1500"/>
              </a:spcBef>
              <a:spcAft>
                <a:spcPts val="0"/>
              </a:spcAft>
              <a:buClr>
                <a:schemeClr val="dk1"/>
              </a:buClr>
              <a:buSzPts val="1400"/>
              <a:buChar char="●"/>
            </a:pPr>
            <a:r>
              <a:rPr b="1" lang="en" sz="1400">
                <a:solidFill>
                  <a:schemeClr val="dk1"/>
                </a:solidFill>
              </a:rPr>
              <a:t>Trauma &amp; Stress</a:t>
            </a:r>
            <a:r>
              <a:rPr lang="en" sz="1400">
                <a:solidFill>
                  <a:schemeClr val="dk1"/>
                </a:solidFill>
              </a:rPr>
              <a:t>: Food insecurity, housing instability, family stress</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b="1" lang="en" sz="1400">
                <a:solidFill>
                  <a:schemeClr val="dk1"/>
                </a:solidFill>
              </a:rPr>
              <a:t>Sense of Belonging</a:t>
            </a:r>
            <a:r>
              <a:rPr lang="en" sz="1400">
                <a:solidFill>
                  <a:schemeClr val="dk1"/>
                </a:solidFill>
              </a:rPr>
              <a:t>: Feeling different or excluded from school activities</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b="1" lang="en" sz="1400">
                <a:solidFill>
                  <a:schemeClr val="dk1"/>
                </a:solidFill>
              </a:rPr>
              <a:t>Self-Efficacy</a:t>
            </a:r>
            <a:r>
              <a:rPr lang="en" sz="1400">
                <a:solidFill>
                  <a:schemeClr val="dk1"/>
                </a:solidFill>
              </a:rPr>
              <a:t>: Lower academic confidence and future aspirations</a:t>
            </a:r>
            <a:endParaRPr sz="1400">
              <a:solidFill>
                <a:schemeClr val="dk1"/>
              </a:solidFill>
            </a:endParaRPr>
          </a:p>
          <a:p>
            <a:pPr indent="-317500" lvl="0" marL="457200" rtl="0" algn="l">
              <a:lnSpc>
                <a:spcPct val="115000"/>
              </a:lnSpc>
              <a:spcBef>
                <a:spcPts val="0"/>
              </a:spcBef>
              <a:spcAft>
                <a:spcPts val="0"/>
              </a:spcAft>
              <a:buClr>
                <a:srgbClr val="474F67"/>
              </a:buClr>
              <a:buSzPts val="1400"/>
              <a:buFont typeface="ABeeZee"/>
              <a:buChar char="●"/>
            </a:pPr>
            <a:r>
              <a:rPr lang="en" sz="1400">
                <a:solidFill>
                  <a:srgbClr val="474F67"/>
                </a:solidFill>
                <a:latin typeface="ABeeZee"/>
                <a:ea typeface="ABeeZee"/>
                <a:cs typeface="ABeeZee"/>
                <a:sym typeface="ABeeZee"/>
              </a:rPr>
              <a:t>Difficulty concentrating due to hunger or stress</a:t>
            </a:r>
            <a:endParaRPr sz="1400">
              <a:solidFill>
                <a:srgbClr val="474F67"/>
              </a:solidFill>
              <a:latin typeface="ABeeZee"/>
              <a:ea typeface="ABeeZee"/>
              <a:cs typeface="ABeeZee"/>
              <a:sym typeface="ABeeZee"/>
            </a:endParaRPr>
          </a:p>
          <a:p>
            <a:pPr indent="-317500" lvl="0" marL="457200" rtl="0" algn="l">
              <a:lnSpc>
                <a:spcPct val="115000"/>
              </a:lnSpc>
              <a:spcBef>
                <a:spcPts val="0"/>
              </a:spcBef>
              <a:spcAft>
                <a:spcPts val="0"/>
              </a:spcAft>
              <a:buClr>
                <a:srgbClr val="474F67"/>
              </a:buClr>
              <a:buSzPts val="1400"/>
              <a:buFont typeface="ABeeZee"/>
              <a:buChar char="●"/>
            </a:pPr>
            <a:r>
              <a:rPr lang="en" sz="1400">
                <a:solidFill>
                  <a:srgbClr val="474F67"/>
                </a:solidFill>
                <a:latin typeface="ABeeZee"/>
                <a:ea typeface="ABeeZee"/>
                <a:cs typeface="ABeeZee"/>
                <a:sym typeface="ABeeZee"/>
              </a:rPr>
              <a:t>Limited access to technology for homework</a:t>
            </a:r>
            <a:endParaRPr sz="1400">
              <a:solidFill>
                <a:srgbClr val="474F67"/>
              </a:solidFill>
              <a:latin typeface="ABeeZee"/>
              <a:ea typeface="ABeeZee"/>
              <a:cs typeface="ABeeZee"/>
              <a:sym typeface="ABeeZee"/>
            </a:endParaRPr>
          </a:p>
          <a:p>
            <a:pPr indent="-317500" lvl="0" marL="457200" rtl="0" algn="l">
              <a:lnSpc>
                <a:spcPct val="115000"/>
              </a:lnSpc>
              <a:spcBef>
                <a:spcPts val="0"/>
              </a:spcBef>
              <a:spcAft>
                <a:spcPts val="0"/>
              </a:spcAft>
              <a:buClr>
                <a:srgbClr val="474F67"/>
              </a:buClr>
              <a:buSzPts val="1400"/>
              <a:buFont typeface="ABeeZee"/>
              <a:buChar char="●"/>
            </a:pPr>
            <a:r>
              <a:rPr lang="en" sz="1400">
                <a:solidFill>
                  <a:srgbClr val="474F67"/>
                </a:solidFill>
                <a:latin typeface="ABeeZee"/>
                <a:ea typeface="ABeeZee"/>
                <a:cs typeface="ABeeZee"/>
                <a:sym typeface="ABeeZee"/>
              </a:rPr>
              <a:t>Frequent school changes due to housing instability</a:t>
            </a:r>
            <a:endParaRPr sz="1400">
              <a:solidFill>
                <a:srgbClr val="474F67"/>
              </a:solidFill>
              <a:latin typeface="ABeeZee"/>
              <a:ea typeface="ABeeZee"/>
              <a:cs typeface="ABeeZee"/>
              <a:sym typeface="ABeeZee"/>
            </a:endParaRPr>
          </a:p>
          <a:p>
            <a:pPr indent="-317500" lvl="0" marL="457200" rtl="0" algn="l">
              <a:lnSpc>
                <a:spcPct val="115000"/>
              </a:lnSpc>
              <a:spcBef>
                <a:spcPts val="0"/>
              </a:spcBef>
              <a:spcAft>
                <a:spcPts val="0"/>
              </a:spcAft>
              <a:buClr>
                <a:srgbClr val="474F67"/>
              </a:buClr>
              <a:buSzPts val="1400"/>
              <a:buFont typeface="ABeeZee"/>
              <a:buChar char="●"/>
            </a:pPr>
            <a:r>
              <a:rPr lang="en" sz="1400">
                <a:solidFill>
                  <a:srgbClr val="474F67"/>
                </a:solidFill>
                <a:latin typeface="ABeeZee"/>
                <a:ea typeface="ABeeZee"/>
                <a:cs typeface="ABeeZee"/>
                <a:sym typeface="ABeeZee"/>
              </a:rPr>
              <a:t>Shame about clothing, supplies, or living situation</a:t>
            </a:r>
            <a:endParaRPr sz="1400">
              <a:solidFill>
                <a:srgbClr val="474F67"/>
              </a:solidFill>
              <a:latin typeface="ABeeZee"/>
              <a:ea typeface="ABeeZee"/>
              <a:cs typeface="ABeeZee"/>
              <a:sym typeface="ABeeZee"/>
            </a:endParaRPr>
          </a:p>
          <a:p>
            <a:pPr indent="-317500" lvl="0" marL="457200" rtl="0" algn="l">
              <a:lnSpc>
                <a:spcPct val="115000"/>
              </a:lnSpc>
              <a:spcBef>
                <a:spcPts val="0"/>
              </a:spcBef>
              <a:spcAft>
                <a:spcPts val="0"/>
              </a:spcAft>
              <a:buClr>
                <a:srgbClr val="474F67"/>
              </a:buClr>
              <a:buSzPts val="1400"/>
              <a:buFont typeface="ABeeZee"/>
              <a:buChar char="●"/>
            </a:pPr>
            <a:r>
              <a:rPr lang="en" sz="1400">
                <a:solidFill>
                  <a:srgbClr val="474F67"/>
                </a:solidFill>
                <a:latin typeface="ABeeZee"/>
                <a:ea typeface="ABeeZee"/>
                <a:cs typeface="ABeeZee"/>
                <a:sym typeface="ABeeZee"/>
              </a:rPr>
              <a:t>Chronic stress affecting brain development</a:t>
            </a:r>
            <a:endParaRPr sz="1400">
              <a:solidFill>
                <a:srgbClr val="474F67"/>
              </a:solidFill>
              <a:latin typeface="ABeeZee"/>
              <a:ea typeface="ABeeZee"/>
              <a:cs typeface="ABeeZee"/>
              <a:sym typeface="ABeeZee"/>
            </a:endParaRPr>
          </a:p>
          <a:p>
            <a:pPr indent="-317500" lvl="0" marL="457200" rtl="0" algn="l">
              <a:lnSpc>
                <a:spcPct val="115000"/>
              </a:lnSpc>
              <a:spcBef>
                <a:spcPts val="0"/>
              </a:spcBef>
              <a:spcAft>
                <a:spcPts val="0"/>
              </a:spcAft>
              <a:buClr>
                <a:srgbClr val="474F67"/>
              </a:buClr>
              <a:buSzPts val="1400"/>
              <a:buFont typeface="ABeeZee"/>
              <a:buChar char="●"/>
            </a:pPr>
            <a:r>
              <a:rPr lang="en" sz="1400">
                <a:solidFill>
                  <a:srgbClr val="474F67"/>
                </a:solidFill>
                <a:latin typeface="ABeeZee"/>
                <a:ea typeface="ABeeZee"/>
                <a:cs typeface="ABeeZee"/>
                <a:sym typeface="ABeeZee"/>
              </a:rPr>
              <a:t>Limited exposure to enrichment activities</a:t>
            </a:r>
            <a:endParaRPr sz="1400">
              <a:solidFill>
                <a:srgbClr val="474F67"/>
              </a:solidFill>
              <a:latin typeface="ABeeZee"/>
              <a:ea typeface="ABeeZee"/>
              <a:cs typeface="ABeeZee"/>
              <a:sym typeface="ABeeZee"/>
            </a:endParaRPr>
          </a:p>
          <a:p>
            <a:pPr indent="-317500" lvl="0" marL="457200" rtl="0" algn="l">
              <a:lnSpc>
                <a:spcPct val="115000"/>
              </a:lnSpc>
              <a:spcBef>
                <a:spcPts val="0"/>
              </a:spcBef>
              <a:spcAft>
                <a:spcPts val="0"/>
              </a:spcAft>
              <a:buClr>
                <a:srgbClr val="474F67"/>
              </a:buClr>
              <a:buSzPts val="1400"/>
              <a:buFont typeface="ABeeZee"/>
              <a:buChar char="●"/>
            </a:pPr>
            <a:r>
              <a:rPr lang="en" sz="1400">
                <a:solidFill>
                  <a:srgbClr val="474F67"/>
                </a:solidFill>
                <a:latin typeface="ABeeZee"/>
                <a:ea typeface="ABeeZee"/>
                <a:cs typeface="ABeeZee"/>
                <a:sym typeface="ABeeZee"/>
              </a:rPr>
              <a:t>Feeling different from peers</a:t>
            </a:r>
            <a:endParaRPr sz="1400">
              <a:solidFill>
                <a:srgbClr val="474F67"/>
              </a:solidFill>
              <a:latin typeface="ABeeZee"/>
              <a:ea typeface="ABeeZee"/>
              <a:cs typeface="ABeeZee"/>
              <a:sym typeface="ABeeZee"/>
            </a:endParaRPr>
          </a:p>
          <a:p>
            <a:pPr indent="-317500" lvl="0" marL="457200" rtl="0" algn="l">
              <a:lnSpc>
                <a:spcPct val="115000"/>
              </a:lnSpc>
              <a:spcBef>
                <a:spcPts val="0"/>
              </a:spcBef>
              <a:spcAft>
                <a:spcPts val="0"/>
              </a:spcAft>
              <a:buClr>
                <a:srgbClr val="474F67"/>
              </a:buClr>
              <a:buSzPts val="1400"/>
              <a:buFont typeface="ABeeZee"/>
              <a:buChar char="●"/>
            </a:pPr>
            <a:r>
              <a:rPr lang="en" sz="1400">
                <a:solidFill>
                  <a:srgbClr val="474F67"/>
                </a:solidFill>
                <a:latin typeface="ABeeZee"/>
                <a:ea typeface="ABeeZee"/>
                <a:cs typeface="ABeeZee"/>
                <a:sym typeface="ABeeZee"/>
              </a:rPr>
              <a:t>Taking care of siblings during school hours</a:t>
            </a:r>
            <a:endParaRPr sz="1400">
              <a:solidFill>
                <a:srgbClr val="474F67"/>
              </a:solidFill>
              <a:latin typeface="ABeeZee"/>
              <a:ea typeface="ABeeZee"/>
              <a:cs typeface="ABeeZee"/>
              <a:sym typeface="ABeeZee"/>
            </a:endParaRPr>
          </a:p>
          <a:p>
            <a:pPr indent="0" lvl="0" marL="0" rtl="0" algn="l">
              <a:lnSpc>
                <a:spcPct val="115000"/>
              </a:lnSpc>
              <a:spcBef>
                <a:spcPts val="1500"/>
              </a:spcBef>
              <a:spcAft>
                <a:spcPts val="1500"/>
              </a:spcAft>
              <a:buNone/>
            </a:pPr>
            <a:r>
              <a:t/>
            </a:r>
            <a:endParaRPr sz="1400">
              <a:solidFill>
                <a:srgbClr val="474F67"/>
              </a:solidFill>
              <a:latin typeface="ABeeZee"/>
              <a:ea typeface="ABeeZee"/>
              <a:cs typeface="ABeeZee"/>
              <a:sym typeface="ABeeZee"/>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8787ef100f_0_3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8787ef100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87b0d1a8e9_0_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87b0d1a8e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Family </a:t>
            </a:r>
            <a:r>
              <a:rPr lang="en" sz="1400"/>
              <a:t>strengths</a:t>
            </a:r>
            <a:r>
              <a:rPr lang="en" sz="1400"/>
              <a:t> and resilience</a:t>
            </a:r>
            <a:endParaRPr sz="1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87e04b5590_0_19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87e04b5590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pause here and think about what this research means for our work...</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87e04b5590_0_20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87e04b5590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87e04b5590_0_20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87e04b5590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87e04b5590_0_21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87e04b5590_0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8787ef100f_0_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8787ef100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8787ef100f_0_1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8787ef100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8787ef100f_0_2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8787ef100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8730719d8d_0_3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8730719d8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8730719d8d_0_7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8730719d8d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8730719d8d_0_6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8730719d8d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87e04b5590_0_13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87e04b5590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Month 1-2 </a:t>
            </a:r>
            <a:endParaRPr sz="1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87e04b5590_0_17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87e04b5590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Month 3-4 </a:t>
            </a:r>
            <a:endParaRPr sz="1400"/>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87e04b5590_0_17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87e04b5590_0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87e04b5590_0_18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87e04b5590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Do you know where this data is housed? </a:t>
            </a:r>
            <a:endParaRPr sz="1400"/>
          </a:p>
          <a:p>
            <a:pPr indent="0" lvl="0" marL="0" rtl="0" algn="l">
              <a:spcBef>
                <a:spcPts val="0"/>
              </a:spcBef>
              <a:spcAft>
                <a:spcPts val="0"/>
              </a:spcAft>
              <a:buNone/>
            </a:pPr>
            <a:r>
              <a:rPr lang="en" sz="1400"/>
              <a:t>Engage in data dialogues? </a:t>
            </a:r>
            <a:endParaRPr sz="1400"/>
          </a:p>
          <a:p>
            <a:pPr indent="0" lvl="0" marL="0" rtl="0" algn="l">
              <a:spcBef>
                <a:spcPts val="0"/>
              </a:spcBef>
              <a:spcAft>
                <a:spcPts val="0"/>
              </a:spcAft>
              <a:buNone/>
            </a:pPr>
            <a:r>
              <a:rPr lang="en" sz="1400"/>
              <a:t>Establish next steps, what if scenarios, prepared for next steps or do you have to plan next steps </a:t>
            </a:r>
            <a:endParaRPr sz="14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g387e04b5590_0_18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g387e04b5590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87b0d1a8e9_0_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387b0d1a8e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87e04b5590_0_12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87e04b5590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87b0d1a8e9_0_2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87b0d1a8e9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8787ef100f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8787ef10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387b0d1a8e9_0_3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387b0d1a8e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5ed75ccf_02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5ed75ccf_0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120b2e4c81_0_61: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120b2e4c81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8" name="Shape 8"/>
        <p:cNvGrpSpPr/>
        <p:nvPr/>
      </p:nvGrpSpPr>
      <p:grpSpPr>
        <a:xfrm>
          <a:off x="0" y="0"/>
          <a:ext cx="0" cy="0"/>
          <a:chOff x="0" y="0"/>
          <a:chExt cx="0" cy="0"/>
        </a:xfrm>
      </p:grpSpPr>
      <p:sp>
        <p:nvSpPr>
          <p:cNvPr id="9" name="Google Shape;9;p2"/>
          <p:cNvSpPr/>
          <p:nvPr/>
        </p:nvSpPr>
        <p:spPr>
          <a:xfrm flipH="1">
            <a:off x="0" y="0"/>
            <a:ext cx="6593211" cy="5143591"/>
          </a:xfrm>
          <a:custGeom>
            <a:rect b="b" l="l" r="r" t="t"/>
            <a:pathLst>
              <a:path extrusionOk="0" h="98939" w="126823">
                <a:moveTo>
                  <a:pt x="8625" y="1"/>
                </a:moveTo>
                <a:lnTo>
                  <a:pt x="8114" y="891"/>
                </a:lnTo>
                <a:lnTo>
                  <a:pt x="7133" y="2705"/>
                </a:lnTo>
                <a:lnTo>
                  <a:pt x="6209" y="4543"/>
                </a:lnTo>
                <a:lnTo>
                  <a:pt x="5352" y="6407"/>
                </a:lnTo>
                <a:lnTo>
                  <a:pt x="4544" y="8287"/>
                </a:lnTo>
                <a:lnTo>
                  <a:pt x="3810" y="10191"/>
                </a:lnTo>
                <a:lnTo>
                  <a:pt x="3134" y="12120"/>
                </a:lnTo>
                <a:lnTo>
                  <a:pt x="2515" y="14066"/>
                </a:lnTo>
                <a:lnTo>
                  <a:pt x="1971" y="16037"/>
                </a:lnTo>
                <a:lnTo>
                  <a:pt x="1485" y="18015"/>
                </a:lnTo>
                <a:lnTo>
                  <a:pt x="1064" y="20019"/>
                </a:lnTo>
                <a:lnTo>
                  <a:pt x="718" y="22047"/>
                </a:lnTo>
                <a:lnTo>
                  <a:pt x="438" y="24084"/>
                </a:lnTo>
                <a:lnTo>
                  <a:pt x="223" y="26137"/>
                </a:lnTo>
                <a:lnTo>
                  <a:pt x="75" y="28206"/>
                </a:lnTo>
                <a:lnTo>
                  <a:pt x="9" y="30292"/>
                </a:lnTo>
                <a:lnTo>
                  <a:pt x="1" y="31339"/>
                </a:lnTo>
                <a:lnTo>
                  <a:pt x="9" y="32716"/>
                </a:lnTo>
                <a:lnTo>
                  <a:pt x="133" y="35453"/>
                </a:lnTo>
                <a:lnTo>
                  <a:pt x="380" y="38158"/>
                </a:lnTo>
                <a:lnTo>
                  <a:pt x="751" y="40837"/>
                </a:lnTo>
                <a:lnTo>
                  <a:pt x="1229" y="43492"/>
                </a:lnTo>
                <a:lnTo>
                  <a:pt x="1831" y="46114"/>
                </a:lnTo>
                <a:lnTo>
                  <a:pt x="2548" y="48703"/>
                </a:lnTo>
                <a:lnTo>
                  <a:pt x="3373" y="51259"/>
                </a:lnTo>
                <a:lnTo>
                  <a:pt x="4305" y="53781"/>
                </a:lnTo>
                <a:lnTo>
                  <a:pt x="5343" y="56263"/>
                </a:lnTo>
                <a:lnTo>
                  <a:pt x="6489" y="58704"/>
                </a:lnTo>
                <a:lnTo>
                  <a:pt x="7734" y="61111"/>
                </a:lnTo>
                <a:lnTo>
                  <a:pt x="9087" y="63469"/>
                </a:lnTo>
                <a:lnTo>
                  <a:pt x="10538" y="65786"/>
                </a:lnTo>
                <a:lnTo>
                  <a:pt x="12079" y="68053"/>
                </a:lnTo>
                <a:lnTo>
                  <a:pt x="13720" y="70271"/>
                </a:lnTo>
                <a:lnTo>
                  <a:pt x="14578" y="71368"/>
                </a:lnTo>
                <a:lnTo>
                  <a:pt x="10439" y="81674"/>
                </a:lnTo>
                <a:lnTo>
                  <a:pt x="21297" y="78763"/>
                </a:lnTo>
                <a:lnTo>
                  <a:pt x="22122" y="79555"/>
                </a:lnTo>
                <a:lnTo>
                  <a:pt x="23804" y="81105"/>
                </a:lnTo>
                <a:lnTo>
                  <a:pt x="25543" y="82614"/>
                </a:lnTo>
                <a:lnTo>
                  <a:pt x="27332" y="84089"/>
                </a:lnTo>
                <a:lnTo>
                  <a:pt x="29163" y="85524"/>
                </a:lnTo>
                <a:lnTo>
                  <a:pt x="31051" y="86917"/>
                </a:lnTo>
                <a:lnTo>
                  <a:pt x="32988" y="88269"/>
                </a:lnTo>
                <a:lnTo>
                  <a:pt x="34967" y="89580"/>
                </a:lnTo>
                <a:lnTo>
                  <a:pt x="36987" y="90850"/>
                </a:lnTo>
                <a:lnTo>
                  <a:pt x="39056" y="92079"/>
                </a:lnTo>
                <a:lnTo>
                  <a:pt x="41175" y="93266"/>
                </a:lnTo>
                <a:lnTo>
                  <a:pt x="43327" y="94395"/>
                </a:lnTo>
                <a:lnTo>
                  <a:pt x="45520" y="95492"/>
                </a:lnTo>
                <a:lnTo>
                  <a:pt x="47755" y="96539"/>
                </a:lnTo>
                <a:lnTo>
                  <a:pt x="50030" y="97537"/>
                </a:lnTo>
                <a:lnTo>
                  <a:pt x="52339" y="98485"/>
                </a:lnTo>
                <a:lnTo>
                  <a:pt x="53510" y="98938"/>
                </a:lnTo>
                <a:lnTo>
                  <a:pt x="126822" y="98938"/>
                </a:lnTo>
                <a:lnTo>
                  <a:pt x="126822" y="1"/>
                </a:lnTo>
                <a:close/>
              </a:path>
            </a:pathLst>
          </a:custGeom>
          <a:solidFill>
            <a:srgbClr val="9AB6E6"/>
          </a:solidFill>
          <a:ln cap="flat" cmpd="sng" w="152400">
            <a:solidFill>
              <a:srgbClr val="9AB6E6"/>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flipH="1">
            <a:off x="0" y="0"/>
            <a:ext cx="6593211" cy="5143591"/>
          </a:xfrm>
          <a:custGeom>
            <a:rect b="b" l="l" r="r" t="t"/>
            <a:pathLst>
              <a:path extrusionOk="0" h="98939" w="126823">
                <a:moveTo>
                  <a:pt x="8625" y="1"/>
                </a:moveTo>
                <a:lnTo>
                  <a:pt x="8114" y="891"/>
                </a:lnTo>
                <a:lnTo>
                  <a:pt x="7133" y="2705"/>
                </a:lnTo>
                <a:lnTo>
                  <a:pt x="6209" y="4543"/>
                </a:lnTo>
                <a:lnTo>
                  <a:pt x="5352" y="6407"/>
                </a:lnTo>
                <a:lnTo>
                  <a:pt x="4544" y="8287"/>
                </a:lnTo>
                <a:lnTo>
                  <a:pt x="3810" y="10191"/>
                </a:lnTo>
                <a:lnTo>
                  <a:pt x="3134" y="12120"/>
                </a:lnTo>
                <a:lnTo>
                  <a:pt x="2515" y="14066"/>
                </a:lnTo>
                <a:lnTo>
                  <a:pt x="1971" y="16037"/>
                </a:lnTo>
                <a:lnTo>
                  <a:pt x="1485" y="18015"/>
                </a:lnTo>
                <a:lnTo>
                  <a:pt x="1064" y="20019"/>
                </a:lnTo>
                <a:lnTo>
                  <a:pt x="718" y="22047"/>
                </a:lnTo>
                <a:lnTo>
                  <a:pt x="438" y="24084"/>
                </a:lnTo>
                <a:lnTo>
                  <a:pt x="223" y="26137"/>
                </a:lnTo>
                <a:lnTo>
                  <a:pt x="75" y="28206"/>
                </a:lnTo>
                <a:lnTo>
                  <a:pt x="9" y="30292"/>
                </a:lnTo>
                <a:lnTo>
                  <a:pt x="1" y="31339"/>
                </a:lnTo>
                <a:lnTo>
                  <a:pt x="9" y="32716"/>
                </a:lnTo>
                <a:lnTo>
                  <a:pt x="133" y="35453"/>
                </a:lnTo>
                <a:lnTo>
                  <a:pt x="380" y="38158"/>
                </a:lnTo>
                <a:lnTo>
                  <a:pt x="751" y="40837"/>
                </a:lnTo>
                <a:lnTo>
                  <a:pt x="1229" y="43492"/>
                </a:lnTo>
                <a:lnTo>
                  <a:pt x="1831" y="46114"/>
                </a:lnTo>
                <a:lnTo>
                  <a:pt x="2548" y="48703"/>
                </a:lnTo>
                <a:lnTo>
                  <a:pt x="3373" y="51259"/>
                </a:lnTo>
                <a:lnTo>
                  <a:pt x="4305" y="53781"/>
                </a:lnTo>
                <a:lnTo>
                  <a:pt x="5343" y="56263"/>
                </a:lnTo>
                <a:lnTo>
                  <a:pt x="6489" y="58704"/>
                </a:lnTo>
                <a:lnTo>
                  <a:pt x="7734" y="61111"/>
                </a:lnTo>
                <a:lnTo>
                  <a:pt x="9087" y="63469"/>
                </a:lnTo>
                <a:lnTo>
                  <a:pt x="10538" y="65786"/>
                </a:lnTo>
                <a:lnTo>
                  <a:pt x="12079" y="68053"/>
                </a:lnTo>
                <a:lnTo>
                  <a:pt x="13720" y="70271"/>
                </a:lnTo>
                <a:lnTo>
                  <a:pt x="14578" y="71368"/>
                </a:lnTo>
                <a:lnTo>
                  <a:pt x="10439" y="81674"/>
                </a:lnTo>
                <a:lnTo>
                  <a:pt x="21297" y="78763"/>
                </a:lnTo>
                <a:lnTo>
                  <a:pt x="22122" y="79555"/>
                </a:lnTo>
                <a:lnTo>
                  <a:pt x="23804" y="81105"/>
                </a:lnTo>
                <a:lnTo>
                  <a:pt x="25543" y="82614"/>
                </a:lnTo>
                <a:lnTo>
                  <a:pt x="27332" y="84089"/>
                </a:lnTo>
                <a:lnTo>
                  <a:pt x="29163" y="85524"/>
                </a:lnTo>
                <a:lnTo>
                  <a:pt x="31051" y="86917"/>
                </a:lnTo>
                <a:lnTo>
                  <a:pt x="32988" y="88269"/>
                </a:lnTo>
                <a:lnTo>
                  <a:pt x="34967" y="89580"/>
                </a:lnTo>
                <a:lnTo>
                  <a:pt x="36987" y="90850"/>
                </a:lnTo>
                <a:lnTo>
                  <a:pt x="39056" y="92079"/>
                </a:lnTo>
                <a:lnTo>
                  <a:pt x="41175" y="93266"/>
                </a:lnTo>
                <a:lnTo>
                  <a:pt x="43327" y="94395"/>
                </a:lnTo>
                <a:lnTo>
                  <a:pt x="45520" y="95492"/>
                </a:lnTo>
                <a:lnTo>
                  <a:pt x="47755" y="96539"/>
                </a:lnTo>
                <a:lnTo>
                  <a:pt x="50030" y="97537"/>
                </a:lnTo>
                <a:lnTo>
                  <a:pt x="52339" y="98485"/>
                </a:lnTo>
                <a:lnTo>
                  <a:pt x="53510" y="98938"/>
                </a:lnTo>
                <a:lnTo>
                  <a:pt x="126822" y="98938"/>
                </a:lnTo>
                <a:lnTo>
                  <a:pt x="12682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609600" y="1991850"/>
            <a:ext cx="5345700" cy="1159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2" name="Shape 12"/>
        <p:cNvGrpSpPr/>
        <p:nvPr/>
      </p:nvGrpSpPr>
      <p:grpSpPr>
        <a:xfrm>
          <a:off x="0" y="0"/>
          <a:ext cx="0" cy="0"/>
          <a:chOff x="0" y="0"/>
          <a:chExt cx="0" cy="0"/>
        </a:xfrm>
      </p:grpSpPr>
      <p:sp>
        <p:nvSpPr>
          <p:cNvPr id="13" name="Google Shape;13;p3"/>
          <p:cNvSpPr/>
          <p:nvPr/>
        </p:nvSpPr>
        <p:spPr>
          <a:xfrm flipH="1">
            <a:off x="0" y="0"/>
            <a:ext cx="6593211" cy="5143591"/>
          </a:xfrm>
          <a:custGeom>
            <a:rect b="b" l="l" r="r" t="t"/>
            <a:pathLst>
              <a:path extrusionOk="0" h="98939" w="126823">
                <a:moveTo>
                  <a:pt x="8625" y="1"/>
                </a:moveTo>
                <a:lnTo>
                  <a:pt x="8114" y="891"/>
                </a:lnTo>
                <a:lnTo>
                  <a:pt x="7133" y="2705"/>
                </a:lnTo>
                <a:lnTo>
                  <a:pt x="6209" y="4543"/>
                </a:lnTo>
                <a:lnTo>
                  <a:pt x="5352" y="6407"/>
                </a:lnTo>
                <a:lnTo>
                  <a:pt x="4544" y="8287"/>
                </a:lnTo>
                <a:lnTo>
                  <a:pt x="3810" y="10191"/>
                </a:lnTo>
                <a:lnTo>
                  <a:pt x="3134" y="12120"/>
                </a:lnTo>
                <a:lnTo>
                  <a:pt x="2515" y="14066"/>
                </a:lnTo>
                <a:lnTo>
                  <a:pt x="1971" y="16037"/>
                </a:lnTo>
                <a:lnTo>
                  <a:pt x="1485" y="18015"/>
                </a:lnTo>
                <a:lnTo>
                  <a:pt x="1064" y="20019"/>
                </a:lnTo>
                <a:lnTo>
                  <a:pt x="718" y="22047"/>
                </a:lnTo>
                <a:lnTo>
                  <a:pt x="438" y="24084"/>
                </a:lnTo>
                <a:lnTo>
                  <a:pt x="223" y="26137"/>
                </a:lnTo>
                <a:lnTo>
                  <a:pt x="75" y="28206"/>
                </a:lnTo>
                <a:lnTo>
                  <a:pt x="9" y="30292"/>
                </a:lnTo>
                <a:lnTo>
                  <a:pt x="1" y="31339"/>
                </a:lnTo>
                <a:lnTo>
                  <a:pt x="9" y="32716"/>
                </a:lnTo>
                <a:lnTo>
                  <a:pt x="133" y="35453"/>
                </a:lnTo>
                <a:lnTo>
                  <a:pt x="380" y="38158"/>
                </a:lnTo>
                <a:lnTo>
                  <a:pt x="751" y="40837"/>
                </a:lnTo>
                <a:lnTo>
                  <a:pt x="1229" y="43492"/>
                </a:lnTo>
                <a:lnTo>
                  <a:pt x="1831" y="46114"/>
                </a:lnTo>
                <a:lnTo>
                  <a:pt x="2548" y="48703"/>
                </a:lnTo>
                <a:lnTo>
                  <a:pt x="3373" y="51259"/>
                </a:lnTo>
                <a:lnTo>
                  <a:pt x="4305" y="53781"/>
                </a:lnTo>
                <a:lnTo>
                  <a:pt x="5343" y="56263"/>
                </a:lnTo>
                <a:lnTo>
                  <a:pt x="6489" y="58704"/>
                </a:lnTo>
                <a:lnTo>
                  <a:pt x="7734" y="61111"/>
                </a:lnTo>
                <a:lnTo>
                  <a:pt x="9087" y="63469"/>
                </a:lnTo>
                <a:lnTo>
                  <a:pt x="10538" y="65786"/>
                </a:lnTo>
                <a:lnTo>
                  <a:pt x="12079" y="68053"/>
                </a:lnTo>
                <a:lnTo>
                  <a:pt x="13720" y="70271"/>
                </a:lnTo>
                <a:lnTo>
                  <a:pt x="14578" y="71368"/>
                </a:lnTo>
                <a:lnTo>
                  <a:pt x="10439" y="81674"/>
                </a:lnTo>
                <a:lnTo>
                  <a:pt x="21297" y="78763"/>
                </a:lnTo>
                <a:lnTo>
                  <a:pt x="22122" y="79555"/>
                </a:lnTo>
                <a:lnTo>
                  <a:pt x="23804" y="81105"/>
                </a:lnTo>
                <a:lnTo>
                  <a:pt x="25543" y="82614"/>
                </a:lnTo>
                <a:lnTo>
                  <a:pt x="27332" y="84089"/>
                </a:lnTo>
                <a:lnTo>
                  <a:pt x="29163" y="85524"/>
                </a:lnTo>
                <a:lnTo>
                  <a:pt x="31051" y="86917"/>
                </a:lnTo>
                <a:lnTo>
                  <a:pt x="32988" y="88269"/>
                </a:lnTo>
                <a:lnTo>
                  <a:pt x="34967" y="89580"/>
                </a:lnTo>
                <a:lnTo>
                  <a:pt x="36987" y="90850"/>
                </a:lnTo>
                <a:lnTo>
                  <a:pt x="39056" y="92079"/>
                </a:lnTo>
                <a:lnTo>
                  <a:pt x="41175" y="93266"/>
                </a:lnTo>
                <a:lnTo>
                  <a:pt x="43327" y="94395"/>
                </a:lnTo>
                <a:lnTo>
                  <a:pt x="45520" y="95492"/>
                </a:lnTo>
                <a:lnTo>
                  <a:pt x="47755" y="96539"/>
                </a:lnTo>
                <a:lnTo>
                  <a:pt x="50030" y="97537"/>
                </a:lnTo>
                <a:lnTo>
                  <a:pt x="52339" y="98485"/>
                </a:lnTo>
                <a:lnTo>
                  <a:pt x="53510" y="98938"/>
                </a:lnTo>
                <a:lnTo>
                  <a:pt x="126822" y="98938"/>
                </a:lnTo>
                <a:lnTo>
                  <a:pt x="126822" y="1"/>
                </a:lnTo>
                <a:close/>
              </a:path>
            </a:pathLst>
          </a:custGeom>
          <a:solidFill>
            <a:srgbClr val="9AB6E6"/>
          </a:solidFill>
          <a:ln cap="flat" cmpd="sng" w="152400">
            <a:solidFill>
              <a:srgbClr val="9AB6E6"/>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3"/>
          <p:cNvSpPr/>
          <p:nvPr/>
        </p:nvSpPr>
        <p:spPr>
          <a:xfrm flipH="1">
            <a:off x="0" y="0"/>
            <a:ext cx="6593211" cy="5143591"/>
          </a:xfrm>
          <a:custGeom>
            <a:rect b="b" l="l" r="r" t="t"/>
            <a:pathLst>
              <a:path extrusionOk="0" h="98939" w="126823">
                <a:moveTo>
                  <a:pt x="8625" y="1"/>
                </a:moveTo>
                <a:lnTo>
                  <a:pt x="8114" y="891"/>
                </a:lnTo>
                <a:lnTo>
                  <a:pt x="7133" y="2705"/>
                </a:lnTo>
                <a:lnTo>
                  <a:pt x="6209" y="4543"/>
                </a:lnTo>
                <a:lnTo>
                  <a:pt x="5352" y="6407"/>
                </a:lnTo>
                <a:lnTo>
                  <a:pt x="4544" y="8287"/>
                </a:lnTo>
                <a:lnTo>
                  <a:pt x="3810" y="10191"/>
                </a:lnTo>
                <a:lnTo>
                  <a:pt x="3134" y="12120"/>
                </a:lnTo>
                <a:lnTo>
                  <a:pt x="2515" y="14066"/>
                </a:lnTo>
                <a:lnTo>
                  <a:pt x="1971" y="16037"/>
                </a:lnTo>
                <a:lnTo>
                  <a:pt x="1485" y="18015"/>
                </a:lnTo>
                <a:lnTo>
                  <a:pt x="1064" y="20019"/>
                </a:lnTo>
                <a:lnTo>
                  <a:pt x="718" y="22047"/>
                </a:lnTo>
                <a:lnTo>
                  <a:pt x="438" y="24084"/>
                </a:lnTo>
                <a:lnTo>
                  <a:pt x="223" y="26137"/>
                </a:lnTo>
                <a:lnTo>
                  <a:pt x="75" y="28206"/>
                </a:lnTo>
                <a:lnTo>
                  <a:pt x="9" y="30292"/>
                </a:lnTo>
                <a:lnTo>
                  <a:pt x="1" y="31339"/>
                </a:lnTo>
                <a:lnTo>
                  <a:pt x="9" y="32716"/>
                </a:lnTo>
                <a:lnTo>
                  <a:pt x="133" y="35453"/>
                </a:lnTo>
                <a:lnTo>
                  <a:pt x="380" y="38158"/>
                </a:lnTo>
                <a:lnTo>
                  <a:pt x="751" y="40837"/>
                </a:lnTo>
                <a:lnTo>
                  <a:pt x="1229" y="43492"/>
                </a:lnTo>
                <a:lnTo>
                  <a:pt x="1831" y="46114"/>
                </a:lnTo>
                <a:lnTo>
                  <a:pt x="2548" y="48703"/>
                </a:lnTo>
                <a:lnTo>
                  <a:pt x="3373" y="51259"/>
                </a:lnTo>
                <a:lnTo>
                  <a:pt x="4305" y="53781"/>
                </a:lnTo>
                <a:lnTo>
                  <a:pt x="5343" y="56263"/>
                </a:lnTo>
                <a:lnTo>
                  <a:pt x="6489" y="58704"/>
                </a:lnTo>
                <a:lnTo>
                  <a:pt x="7734" y="61111"/>
                </a:lnTo>
                <a:lnTo>
                  <a:pt x="9087" y="63469"/>
                </a:lnTo>
                <a:lnTo>
                  <a:pt x="10538" y="65786"/>
                </a:lnTo>
                <a:lnTo>
                  <a:pt x="12079" y="68053"/>
                </a:lnTo>
                <a:lnTo>
                  <a:pt x="13720" y="70271"/>
                </a:lnTo>
                <a:lnTo>
                  <a:pt x="14578" y="71368"/>
                </a:lnTo>
                <a:lnTo>
                  <a:pt x="10439" y="81674"/>
                </a:lnTo>
                <a:lnTo>
                  <a:pt x="21297" y="78763"/>
                </a:lnTo>
                <a:lnTo>
                  <a:pt x="22122" y="79555"/>
                </a:lnTo>
                <a:lnTo>
                  <a:pt x="23804" y="81105"/>
                </a:lnTo>
                <a:lnTo>
                  <a:pt x="25543" y="82614"/>
                </a:lnTo>
                <a:lnTo>
                  <a:pt x="27332" y="84089"/>
                </a:lnTo>
                <a:lnTo>
                  <a:pt x="29163" y="85524"/>
                </a:lnTo>
                <a:lnTo>
                  <a:pt x="31051" y="86917"/>
                </a:lnTo>
                <a:lnTo>
                  <a:pt x="32988" y="88269"/>
                </a:lnTo>
                <a:lnTo>
                  <a:pt x="34967" y="89580"/>
                </a:lnTo>
                <a:lnTo>
                  <a:pt x="36987" y="90850"/>
                </a:lnTo>
                <a:lnTo>
                  <a:pt x="39056" y="92079"/>
                </a:lnTo>
                <a:lnTo>
                  <a:pt x="41175" y="93266"/>
                </a:lnTo>
                <a:lnTo>
                  <a:pt x="43327" y="94395"/>
                </a:lnTo>
                <a:lnTo>
                  <a:pt x="45520" y="95492"/>
                </a:lnTo>
                <a:lnTo>
                  <a:pt x="47755" y="96539"/>
                </a:lnTo>
                <a:lnTo>
                  <a:pt x="50030" y="97537"/>
                </a:lnTo>
                <a:lnTo>
                  <a:pt x="52339" y="98485"/>
                </a:lnTo>
                <a:lnTo>
                  <a:pt x="53510" y="98938"/>
                </a:lnTo>
                <a:lnTo>
                  <a:pt x="126822" y="98938"/>
                </a:lnTo>
                <a:lnTo>
                  <a:pt x="126822"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txBox="1"/>
          <p:nvPr>
            <p:ph type="ctrTitle"/>
          </p:nvPr>
        </p:nvSpPr>
        <p:spPr>
          <a:xfrm>
            <a:off x="685800" y="1964350"/>
            <a:ext cx="4905600" cy="1159800"/>
          </a:xfrm>
          <a:prstGeom prst="rect">
            <a:avLst/>
          </a:prstGeom>
        </p:spPr>
        <p:txBody>
          <a:bodyPr anchorCtr="0" anchor="b" bIns="91425" lIns="91425" spcFirstLastPara="1" rIns="91425" wrap="square" tIns="91425">
            <a:noAutofit/>
          </a:bodyPr>
          <a:lstStyle>
            <a:lvl1pPr lvl="0" rtl="0">
              <a:spcBef>
                <a:spcPts val="0"/>
              </a:spcBef>
              <a:spcAft>
                <a:spcPts val="0"/>
              </a:spcAft>
              <a:buSzPts val="5200"/>
              <a:buNone/>
              <a:defRPr sz="52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p:txBody>
      </p:sp>
      <p:sp>
        <p:nvSpPr>
          <p:cNvPr id="16" name="Google Shape;16;p3"/>
          <p:cNvSpPr txBox="1"/>
          <p:nvPr>
            <p:ph idx="1" type="subTitle"/>
          </p:nvPr>
        </p:nvSpPr>
        <p:spPr>
          <a:xfrm>
            <a:off x="685800" y="3221052"/>
            <a:ext cx="4905600" cy="7848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474F67"/>
              </a:buClr>
              <a:buSzPts val="1800"/>
              <a:buNone/>
              <a:defRPr sz="1800">
                <a:solidFill>
                  <a:srgbClr val="474F67"/>
                </a:solidFill>
              </a:defRPr>
            </a:lvl1pPr>
            <a:lvl2pPr lvl="1" rtl="0">
              <a:spcBef>
                <a:spcPts val="0"/>
              </a:spcBef>
              <a:spcAft>
                <a:spcPts val="0"/>
              </a:spcAft>
              <a:buClr>
                <a:srgbClr val="474F67"/>
              </a:buClr>
              <a:buSzPts val="1800"/>
              <a:buNone/>
              <a:defRPr sz="1800">
                <a:solidFill>
                  <a:srgbClr val="474F67"/>
                </a:solidFill>
              </a:defRPr>
            </a:lvl2pPr>
            <a:lvl3pPr lvl="2" rtl="0">
              <a:spcBef>
                <a:spcPts val="0"/>
              </a:spcBef>
              <a:spcAft>
                <a:spcPts val="0"/>
              </a:spcAft>
              <a:buClr>
                <a:srgbClr val="474F67"/>
              </a:buClr>
              <a:buSzPts val="1800"/>
              <a:buNone/>
              <a:defRPr sz="1800">
                <a:solidFill>
                  <a:srgbClr val="474F67"/>
                </a:solidFill>
              </a:defRPr>
            </a:lvl3pPr>
            <a:lvl4pPr lvl="3" rtl="0">
              <a:spcBef>
                <a:spcPts val="0"/>
              </a:spcBef>
              <a:spcAft>
                <a:spcPts val="0"/>
              </a:spcAft>
              <a:buClr>
                <a:srgbClr val="474F67"/>
              </a:buClr>
              <a:buSzPts val="1800"/>
              <a:buNone/>
              <a:defRPr sz="1800">
                <a:solidFill>
                  <a:srgbClr val="474F67"/>
                </a:solidFill>
              </a:defRPr>
            </a:lvl4pPr>
            <a:lvl5pPr lvl="4" rtl="0">
              <a:spcBef>
                <a:spcPts val="0"/>
              </a:spcBef>
              <a:spcAft>
                <a:spcPts val="0"/>
              </a:spcAft>
              <a:buClr>
                <a:srgbClr val="474F67"/>
              </a:buClr>
              <a:buSzPts val="1800"/>
              <a:buNone/>
              <a:defRPr sz="1800">
                <a:solidFill>
                  <a:srgbClr val="474F67"/>
                </a:solidFill>
              </a:defRPr>
            </a:lvl5pPr>
            <a:lvl6pPr lvl="5" rtl="0">
              <a:spcBef>
                <a:spcPts val="0"/>
              </a:spcBef>
              <a:spcAft>
                <a:spcPts val="0"/>
              </a:spcAft>
              <a:buClr>
                <a:srgbClr val="474F67"/>
              </a:buClr>
              <a:buSzPts val="1800"/>
              <a:buNone/>
              <a:defRPr sz="1800">
                <a:solidFill>
                  <a:srgbClr val="474F67"/>
                </a:solidFill>
              </a:defRPr>
            </a:lvl6pPr>
            <a:lvl7pPr lvl="6" rtl="0">
              <a:spcBef>
                <a:spcPts val="0"/>
              </a:spcBef>
              <a:spcAft>
                <a:spcPts val="0"/>
              </a:spcAft>
              <a:buClr>
                <a:srgbClr val="474F67"/>
              </a:buClr>
              <a:buSzPts val="1800"/>
              <a:buNone/>
              <a:defRPr sz="1800">
                <a:solidFill>
                  <a:srgbClr val="474F67"/>
                </a:solidFill>
              </a:defRPr>
            </a:lvl7pPr>
            <a:lvl8pPr lvl="7" rtl="0">
              <a:spcBef>
                <a:spcPts val="0"/>
              </a:spcBef>
              <a:spcAft>
                <a:spcPts val="0"/>
              </a:spcAft>
              <a:buClr>
                <a:srgbClr val="474F67"/>
              </a:buClr>
              <a:buSzPts val="1800"/>
              <a:buNone/>
              <a:defRPr sz="1800">
                <a:solidFill>
                  <a:srgbClr val="474F67"/>
                </a:solidFill>
              </a:defRPr>
            </a:lvl8pPr>
            <a:lvl9pPr lvl="8" rtl="0">
              <a:spcBef>
                <a:spcPts val="0"/>
              </a:spcBef>
              <a:spcAft>
                <a:spcPts val="0"/>
              </a:spcAft>
              <a:buClr>
                <a:srgbClr val="474F67"/>
              </a:buClr>
              <a:buSzPts val="1800"/>
              <a:buNone/>
              <a:defRPr sz="1800">
                <a:solidFill>
                  <a:srgbClr val="474F67"/>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17" name="Shape 17"/>
        <p:cNvGrpSpPr/>
        <p:nvPr/>
      </p:nvGrpSpPr>
      <p:grpSpPr>
        <a:xfrm>
          <a:off x="0" y="0"/>
          <a:ext cx="0" cy="0"/>
          <a:chOff x="0" y="0"/>
          <a:chExt cx="0" cy="0"/>
        </a:xfrm>
      </p:grpSpPr>
      <p:sp>
        <p:nvSpPr>
          <p:cNvPr id="18" name="Google Shape;18;p4"/>
          <p:cNvSpPr/>
          <p:nvPr/>
        </p:nvSpPr>
        <p:spPr>
          <a:xfrm flipH="1">
            <a:off x="0" y="0"/>
            <a:ext cx="8093362" cy="5143539"/>
          </a:xfrm>
          <a:custGeom>
            <a:rect b="b" l="l" r="r" t="t"/>
            <a:pathLst>
              <a:path extrusionOk="0" h="98938" w="155679">
                <a:moveTo>
                  <a:pt x="8624" y="0"/>
                </a:moveTo>
                <a:lnTo>
                  <a:pt x="8113" y="899"/>
                </a:lnTo>
                <a:lnTo>
                  <a:pt x="7132" y="2713"/>
                </a:lnTo>
                <a:lnTo>
                  <a:pt x="6208" y="4543"/>
                </a:lnTo>
                <a:lnTo>
                  <a:pt x="5351" y="6406"/>
                </a:lnTo>
                <a:lnTo>
                  <a:pt x="4543" y="8286"/>
                </a:lnTo>
                <a:lnTo>
                  <a:pt x="3809" y="10191"/>
                </a:lnTo>
                <a:lnTo>
                  <a:pt x="3133" y="12120"/>
                </a:lnTo>
                <a:lnTo>
                  <a:pt x="2515" y="14066"/>
                </a:lnTo>
                <a:lnTo>
                  <a:pt x="1971" y="16036"/>
                </a:lnTo>
                <a:lnTo>
                  <a:pt x="1484" y="18023"/>
                </a:lnTo>
                <a:lnTo>
                  <a:pt x="1064" y="20027"/>
                </a:lnTo>
                <a:lnTo>
                  <a:pt x="717" y="22047"/>
                </a:lnTo>
                <a:lnTo>
                  <a:pt x="437" y="24083"/>
                </a:lnTo>
                <a:lnTo>
                  <a:pt x="223" y="26136"/>
                </a:lnTo>
                <a:lnTo>
                  <a:pt x="74" y="28205"/>
                </a:lnTo>
                <a:lnTo>
                  <a:pt x="8" y="30291"/>
                </a:lnTo>
                <a:lnTo>
                  <a:pt x="0" y="31339"/>
                </a:lnTo>
                <a:lnTo>
                  <a:pt x="8" y="32715"/>
                </a:lnTo>
                <a:lnTo>
                  <a:pt x="132" y="35453"/>
                </a:lnTo>
                <a:lnTo>
                  <a:pt x="379" y="38157"/>
                </a:lnTo>
                <a:lnTo>
                  <a:pt x="750" y="40845"/>
                </a:lnTo>
                <a:lnTo>
                  <a:pt x="1228" y="43500"/>
                </a:lnTo>
                <a:lnTo>
                  <a:pt x="1830" y="46121"/>
                </a:lnTo>
                <a:lnTo>
                  <a:pt x="2548" y="48710"/>
                </a:lnTo>
                <a:lnTo>
                  <a:pt x="3372" y="51266"/>
                </a:lnTo>
                <a:lnTo>
                  <a:pt x="4304" y="53781"/>
                </a:lnTo>
                <a:lnTo>
                  <a:pt x="5343" y="56263"/>
                </a:lnTo>
                <a:lnTo>
                  <a:pt x="6489" y="58711"/>
                </a:lnTo>
                <a:lnTo>
                  <a:pt x="7734" y="61111"/>
                </a:lnTo>
                <a:lnTo>
                  <a:pt x="9086" y="63469"/>
                </a:lnTo>
                <a:lnTo>
                  <a:pt x="10537" y="65785"/>
                </a:lnTo>
                <a:lnTo>
                  <a:pt x="12079" y="68053"/>
                </a:lnTo>
                <a:lnTo>
                  <a:pt x="13719" y="70279"/>
                </a:lnTo>
                <a:lnTo>
                  <a:pt x="14577" y="71367"/>
                </a:lnTo>
                <a:lnTo>
                  <a:pt x="10438" y="81673"/>
                </a:lnTo>
                <a:lnTo>
                  <a:pt x="10438" y="81673"/>
                </a:lnTo>
                <a:lnTo>
                  <a:pt x="21296" y="78763"/>
                </a:lnTo>
                <a:lnTo>
                  <a:pt x="22121" y="79554"/>
                </a:lnTo>
                <a:lnTo>
                  <a:pt x="23803" y="81104"/>
                </a:lnTo>
                <a:lnTo>
                  <a:pt x="25542" y="82613"/>
                </a:lnTo>
                <a:lnTo>
                  <a:pt x="27332" y="84089"/>
                </a:lnTo>
                <a:lnTo>
                  <a:pt x="29162" y="85523"/>
                </a:lnTo>
                <a:lnTo>
                  <a:pt x="31050" y="86917"/>
                </a:lnTo>
                <a:lnTo>
                  <a:pt x="32987" y="88269"/>
                </a:lnTo>
                <a:lnTo>
                  <a:pt x="34966" y="89588"/>
                </a:lnTo>
                <a:lnTo>
                  <a:pt x="36986" y="90858"/>
                </a:lnTo>
                <a:lnTo>
                  <a:pt x="39056" y="92078"/>
                </a:lnTo>
                <a:lnTo>
                  <a:pt x="41175" y="93265"/>
                </a:lnTo>
                <a:lnTo>
                  <a:pt x="43326" y="94403"/>
                </a:lnTo>
                <a:lnTo>
                  <a:pt x="45520" y="95491"/>
                </a:lnTo>
                <a:lnTo>
                  <a:pt x="47754" y="96538"/>
                </a:lnTo>
                <a:lnTo>
                  <a:pt x="50029" y="97536"/>
                </a:lnTo>
                <a:lnTo>
                  <a:pt x="52338" y="98484"/>
                </a:lnTo>
                <a:lnTo>
                  <a:pt x="53509" y="98938"/>
                </a:lnTo>
                <a:lnTo>
                  <a:pt x="155678" y="98938"/>
                </a:lnTo>
                <a:lnTo>
                  <a:pt x="155678" y="0"/>
                </a:lnTo>
                <a:close/>
              </a:path>
            </a:pathLst>
          </a:custGeom>
          <a:solidFill>
            <a:srgbClr val="6D9EEB"/>
          </a:solidFill>
          <a:ln cap="flat" cmpd="sng" w="152400">
            <a:solidFill>
              <a:srgbClr val="9AB6E6"/>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4"/>
          <p:cNvSpPr/>
          <p:nvPr/>
        </p:nvSpPr>
        <p:spPr>
          <a:xfrm flipH="1">
            <a:off x="0" y="0"/>
            <a:ext cx="8093362" cy="5143539"/>
          </a:xfrm>
          <a:custGeom>
            <a:rect b="b" l="l" r="r" t="t"/>
            <a:pathLst>
              <a:path extrusionOk="0" h="98938" w="155679">
                <a:moveTo>
                  <a:pt x="8624" y="0"/>
                </a:moveTo>
                <a:lnTo>
                  <a:pt x="8113" y="899"/>
                </a:lnTo>
                <a:lnTo>
                  <a:pt x="7132" y="2713"/>
                </a:lnTo>
                <a:lnTo>
                  <a:pt x="6208" y="4543"/>
                </a:lnTo>
                <a:lnTo>
                  <a:pt x="5351" y="6406"/>
                </a:lnTo>
                <a:lnTo>
                  <a:pt x="4543" y="8286"/>
                </a:lnTo>
                <a:lnTo>
                  <a:pt x="3809" y="10191"/>
                </a:lnTo>
                <a:lnTo>
                  <a:pt x="3133" y="12120"/>
                </a:lnTo>
                <a:lnTo>
                  <a:pt x="2515" y="14066"/>
                </a:lnTo>
                <a:lnTo>
                  <a:pt x="1971" y="16036"/>
                </a:lnTo>
                <a:lnTo>
                  <a:pt x="1484" y="18023"/>
                </a:lnTo>
                <a:lnTo>
                  <a:pt x="1064" y="20027"/>
                </a:lnTo>
                <a:lnTo>
                  <a:pt x="717" y="22047"/>
                </a:lnTo>
                <a:lnTo>
                  <a:pt x="437" y="24083"/>
                </a:lnTo>
                <a:lnTo>
                  <a:pt x="223" y="26136"/>
                </a:lnTo>
                <a:lnTo>
                  <a:pt x="74" y="28205"/>
                </a:lnTo>
                <a:lnTo>
                  <a:pt x="8" y="30291"/>
                </a:lnTo>
                <a:lnTo>
                  <a:pt x="0" y="31339"/>
                </a:lnTo>
                <a:lnTo>
                  <a:pt x="8" y="32715"/>
                </a:lnTo>
                <a:lnTo>
                  <a:pt x="132" y="35453"/>
                </a:lnTo>
                <a:lnTo>
                  <a:pt x="379" y="38157"/>
                </a:lnTo>
                <a:lnTo>
                  <a:pt x="750" y="40845"/>
                </a:lnTo>
                <a:lnTo>
                  <a:pt x="1228" y="43500"/>
                </a:lnTo>
                <a:lnTo>
                  <a:pt x="1830" y="46121"/>
                </a:lnTo>
                <a:lnTo>
                  <a:pt x="2548" y="48710"/>
                </a:lnTo>
                <a:lnTo>
                  <a:pt x="3372" y="51266"/>
                </a:lnTo>
                <a:lnTo>
                  <a:pt x="4304" y="53781"/>
                </a:lnTo>
                <a:lnTo>
                  <a:pt x="5343" y="56263"/>
                </a:lnTo>
                <a:lnTo>
                  <a:pt x="6489" y="58711"/>
                </a:lnTo>
                <a:lnTo>
                  <a:pt x="7734" y="61111"/>
                </a:lnTo>
                <a:lnTo>
                  <a:pt x="9086" y="63469"/>
                </a:lnTo>
                <a:lnTo>
                  <a:pt x="10537" y="65785"/>
                </a:lnTo>
                <a:lnTo>
                  <a:pt x="12079" y="68053"/>
                </a:lnTo>
                <a:lnTo>
                  <a:pt x="13719" y="70279"/>
                </a:lnTo>
                <a:lnTo>
                  <a:pt x="14577" y="71367"/>
                </a:lnTo>
                <a:lnTo>
                  <a:pt x="10438" y="81673"/>
                </a:lnTo>
                <a:lnTo>
                  <a:pt x="10438" y="81673"/>
                </a:lnTo>
                <a:lnTo>
                  <a:pt x="21296" y="78763"/>
                </a:lnTo>
                <a:lnTo>
                  <a:pt x="22121" y="79554"/>
                </a:lnTo>
                <a:lnTo>
                  <a:pt x="23803" y="81104"/>
                </a:lnTo>
                <a:lnTo>
                  <a:pt x="25542" y="82613"/>
                </a:lnTo>
                <a:lnTo>
                  <a:pt x="27332" y="84089"/>
                </a:lnTo>
                <a:lnTo>
                  <a:pt x="29162" y="85523"/>
                </a:lnTo>
                <a:lnTo>
                  <a:pt x="31050" y="86917"/>
                </a:lnTo>
                <a:lnTo>
                  <a:pt x="32987" y="88269"/>
                </a:lnTo>
                <a:lnTo>
                  <a:pt x="34966" y="89588"/>
                </a:lnTo>
                <a:lnTo>
                  <a:pt x="36986" y="90858"/>
                </a:lnTo>
                <a:lnTo>
                  <a:pt x="39056" y="92078"/>
                </a:lnTo>
                <a:lnTo>
                  <a:pt x="41175" y="93265"/>
                </a:lnTo>
                <a:lnTo>
                  <a:pt x="43326" y="94403"/>
                </a:lnTo>
                <a:lnTo>
                  <a:pt x="45520" y="95491"/>
                </a:lnTo>
                <a:lnTo>
                  <a:pt x="47754" y="96538"/>
                </a:lnTo>
                <a:lnTo>
                  <a:pt x="50029" y="97536"/>
                </a:lnTo>
                <a:lnTo>
                  <a:pt x="52338" y="98484"/>
                </a:lnTo>
                <a:lnTo>
                  <a:pt x="53509" y="98938"/>
                </a:lnTo>
                <a:lnTo>
                  <a:pt x="155678" y="98938"/>
                </a:lnTo>
                <a:lnTo>
                  <a:pt x="15567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idx="1" type="body"/>
          </p:nvPr>
        </p:nvSpPr>
        <p:spPr>
          <a:xfrm>
            <a:off x="810450" y="1399800"/>
            <a:ext cx="5190900" cy="819900"/>
          </a:xfrm>
          <a:prstGeom prst="rect">
            <a:avLst/>
          </a:prstGeom>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i="1" sz="3000"/>
            </a:lvl1pPr>
            <a:lvl2pPr indent="-419100" lvl="1" marL="914400" rtl="0">
              <a:spcBef>
                <a:spcPts val="0"/>
              </a:spcBef>
              <a:spcAft>
                <a:spcPts val="0"/>
              </a:spcAft>
              <a:buSzPts val="3000"/>
              <a:buChar char="×"/>
              <a:defRPr i="1" sz="3000"/>
            </a:lvl2pPr>
            <a:lvl3pPr indent="-419100" lvl="2" marL="1371600" rtl="0">
              <a:spcBef>
                <a:spcPts val="0"/>
              </a:spcBef>
              <a:spcAft>
                <a:spcPts val="0"/>
              </a:spcAft>
              <a:buSzPts val="3000"/>
              <a:buChar char="×"/>
              <a:defRPr i="1" sz="3000"/>
            </a:lvl3pPr>
            <a:lvl4pPr indent="-419100" lvl="3" marL="1828800" rtl="0">
              <a:spcBef>
                <a:spcPts val="0"/>
              </a:spcBef>
              <a:spcAft>
                <a:spcPts val="0"/>
              </a:spcAft>
              <a:buSzPts val="3000"/>
              <a:buChar char="×"/>
              <a:defRPr i="1" sz="3000"/>
            </a:lvl4pPr>
            <a:lvl5pPr indent="-419100" lvl="4" marL="2286000" rtl="0">
              <a:spcBef>
                <a:spcPts val="0"/>
              </a:spcBef>
              <a:spcAft>
                <a:spcPts val="0"/>
              </a:spcAft>
              <a:buSzPts val="3000"/>
              <a:buChar char="×"/>
              <a:defRPr i="1" sz="3000"/>
            </a:lvl5pPr>
            <a:lvl6pPr indent="-419100" lvl="5" marL="2743200" rtl="0">
              <a:spcBef>
                <a:spcPts val="0"/>
              </a:spcBef>
              <a:spcAft>
                <a:spcPts val="0"/>
              </a:spcAft>
              <a:buSzPts val="3000"/>
              <a:buChar char="×"/>
              <a:defRPr i="1" sz="3000"/>
            </a:lvl6pPr>
            <a:lvl7pPr indent="-419100" lvl="6" marL="3200400" rtl="0">
              <a:spcBef>
                <a:spcPts val="0"/>
              </a:spcBef>
              <a:spcAft>
                <a:spcPts val="0"/>
              </a:spcAft>
              <a:buSzPts val="3000"/>
              <a:buChar char="●"/>
              <a:defRPr i="1" sz="3000"/>
            </a:lvl7pPr>
            <a:lvl8pPr indent="-419100" lvl="7" marL="3657600" rtl="0">
              <a:spcBef>
                <a:spcPts val="0"/>
              </a:spcBef>
              <a:spcAft>
                <a:spcPts val="0"/>
              </a:spcAft>
              <a:buSzPts val="3000"/>
              <a:buChar char="○"/>
              <a:defRPr i="1" sz="3000"/>
            </a:lvl8pPr>
            <a:lvl9pPr indent="-419100" lvl="8" marL="4114800">
              <a:spcBef>
                <a:spcPts val="0"/>
              </a:spcBef>
              <a:spcAft>
                <a:spcPts val="0"/>
              </a:spcAft>
              <a:buSzPts val="3000"/>
              <a:buChar char="■"/>
              <a:defRPr i="1" sz="3000"/>
            </a:lvl9pPr>
          </a:lstStyle>
          <a:p/>
        </p:txBody>
      </p:sp>
      <p:sp>
        <p:nvSpPr>
          <p:cNvPr id="21" name="Google Shape;21;p4"/>
          <p:cNvSpPr txBox="1"/>
          <p:nvPr/>
        </p:nvSpPr>
        <p:spPr>
          <a:xfrm>
            <a:off x="734249" y="642050"/>
            <a:ext cx="1545000" cy="65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0">
                <a:solidFill>
                  <a:srgbClr val="6D9EEB"/>
                </a:solidFill>
                <a:latin typeface="ABeeZee"/>
                <a:ea typeface="ABeeZee"/>
                <a:cs typeface="ABeeZee"/>
                <a:sym typeface="ABeeZee"/>
              </a:rPr>
              <a:t>“</a:t>
            </a:r>
            <a:endParaRPr sz="11000">
              <a:solidFill>
                <a:srgbClr val="6D9EEB"/>
              </a:solidFill>
              <a:latin typeface="ABeeZee"/>
              <a:ea typeface="ABeeZee"/>
              <a:cs typeface="ABeeZee"/>
              <a:sym typeface="ABeeZee"/>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22" name="Shape 22"/>
        <p:cNvGrpSpPr/>
        <p:nvPr/>
      </p:nvGrpSpPr>
      <p:grpSpPr>
        <a:xfrm>
          <a:off x="0" y="0"/>
          <a:ext cx="0" cy="0"/>
          <a:chOff x="0" y="0"/>
          <a:chExt cx="0" cy="0"/>
        </a:xfrm>
      </p:grpSpPr>
      <p:sp>
        <p:nvSpPr>
          <p:cNvPr id="23" name="Google Shape;23;p5"/>
          <p:cNvSpPr/>
          <p:nvPr/>
        </p:nvSpPr>
        <p:spPr>
          <a:xfrm flipH="1">
            <a:off x="0" y="0"/>
            <a:ext cx="8093362" cy="5143539"/>
          </a:xfrm>
          <a:custGeom>
            <a:rect b="b" l="l" r="r" t="t"/>
            <a:pathLst>
              <a:path extrusionOk="0" h="98938" w="155679">
                <a:moveTo>
                  <a:pt x="8624" y="0"/>
                </a:moveTo>
                <a:lnTo>
                  <a:pt x="8113" y="899"/>
                </a:lnTo>
                <a:lnTo>
                  <a:pt x="7132" y="2713"/>
                </a:lnTo>
                <a:lnTo>
                  <a:pt x="6208" y="4543"/>
                </a:lnTo>
                <a:lnTo>
                  <a:pt x="5351" y="6406"/>
                </a:lnTo>
                <a:lnTo>
                  <a:pt x="4543" y="8286"/>
                </a:lnTo>
                <a:lnTo>
                  <a:pt x="3809" y="10191"/>
                </a:lnTo>
                <a:lnTo>
                  <a:pt x="3133" y="12120"/>
                </a:lnTo>
                <a:lnTo>
                  <a:pt x="2515" y="14066"/>
                </a:lnTo>
                <a:lnTo>
                  <a:pt x="1971" y="16036"/>
                </a:lnTo>
                <a:lnTo>
                  <a:pt x="1484" y="18023"/>
                </a:lnTo>
                <a:lnTo>
                  <a:pt x="1064" y="20027"/>
                </a:lnTo>
                <a:lnTo>
                  <a:pt x="717" y="22047"/>
                </a:lnTo>
                <a:lnTo>
                  <a:pt x="437" y="24083"/>
                </a:lnTo>
                <a:lnTo>
                  <a:pt x="223" y="26136"/>
                </a:lnTo>
                <a:lnTo>
                  <a:pt x="74" y="28205"/>
                </a:lnTo>
                <a:lnTo>
                  <a:pt x="8" y="30291"/>
                </a:lnTo>
                <a:lnTo>
                  <a:pt x="0" y="31339"/>
                </a:lnTo>
                <a:lnTo>
                  <a:pt x="8" y="32715"/>
                </a:lnTo>
                <a:lnTo>
                  <a:pt x="132" y="35453"/>
                </a:lnTo>
                <a:lnTo>
                  <a:pt x="379" y="38157"/>
                </a:lnTo>
                <a:lnTo>
                  <a:pt x="750" y="40845"/>
                </a:lnTo>
                <a:lnTo>
                  <a:pt x="1228" y="43500"/>
                </a:lnTo>
                <a:lnTo>
                  <a:pt x="1830" y="46121"/>
                </a:lnTo>
                <a:lnTo>
                  <a:pt x="2548" y="48710"/>
                </a:lnTo>
                <a:lnTo>
                  <a:pt x="3372" y="51266"/>
                </a:lnTo>
                <a:lnTo>
                  <a:pt x="4304" y="53781"/>
                </a:lnTo>
                <a:lnTo>
                  <a:pt x="5343" y="56263"/>
                </a:lnTo>
                <a:lnTo>
                  <a:pt x="6489" y="58711"/>
                </a:lnTo>
                <a:lnTo>
                  <a:pt x="7734" y="61111"/>
                </a:lnTo>
                <a:lnTo>
                  <a:pt x="9086" y="63469"/>
                </a:lnTo>
                <a:lnTo>
                  <a:pt x="10537" y="65785"/>
                </a:lnTo>
                <a:lnTo>
                  <a:pt x="12079" y="68053"/>
                </a:lnTo>
                <a:lnTo>
                  <a:pt x="13719" y="70279"/>
                </a:lnTo>
                <a:lnTo>
                  <a:pt x="14577" y="71367"/>
                </a:lnTo>
                <a:lnTo>
                  <a:pt x="10438" y="81673"/>
                </a:lnTo>
                <a:lnTo>
                  <a:pt x="10438" y="81673"/>
                </a:lnTo>
                <a:lnTo>
                  <a:pt x="21296" y="78763"/>
                </a:lnTo>
                <a:lnTo>
                  <a:pt x="22121" y="79554"/>
                </a:lnTo>
                <a:lnTo>
                  <a:pt x="23803" y="81104"/>
                </a:lnTo>
                <a:lnTo>
                  <a:pt x="25542" y="82613"/>
                </a:lnTo>
                <a:lnTo>
                  <a:pt x="27332" y="84089"/>
                </a:lnTo>
                <a:lnTo>
                  <a:pt x="29162" y="85523"/>
                </a:lnTo>
                <a:lnTo>
                  <a:pt x="31050" y="86917"/>
                </a:lnTo>
                <a:lnTo>
                  <a:pt x="32987" y="88269"/>
                </a:lnTo>
                <a:lnTo>
                  <a:pt x="34966" y="89588"/>
                </a:lnTo>
                <a:lnTo>
                  <a:pt x="36986" y="90858"/>
                </a:lnTo>
                <a:lnTo>
                  <a:pt x="39056" y="92078"/>
                </a:lnTo>
                <a:lnTo>
                  <a:pt x="41175" y="93265"/>
                </a:lnTo>
                <a:lnTo>
                  <a:pt x="43326" y="94403"/>
                </a:lnTo>
                <a:lnTo>
                  <a:pt x="45520" y="95491"/>
                </a:lnTo>
                <a:lnTo>
                  <a:pt x="47754" y="96538"/>
                </a:lnTo>
                <a:lnTo>
                  <a:pt x="50029" y="97536"/>
                </a:lnTo>
                <a:lnTo>
                  <a:pt x="52338" y="98484"/>
                </a:lnTo>
                <a:lnTo>
                  <a:pt x="53509" y="98938"/>
                </a:lnTo>
                <a:lnTo>
                  <a:pt x="155678" y="98938"/>
                </a:lnTo>
                <a:lnTo>
                  <a:pt x="155678" y="0"/>
                </a:lnTo>
                <a:close/>
              </a:path>
            </a:pathLst>
          </a:custGeom>
          <a:solidFill>
            <a:srgbClr val="6D9EEB"/>
          </a:solidFill>
          <a:ln cap="flat" cmpd="sng" w="152400">
            <a:solidFill>
              <a:srgbClr val="9AB6E6"/>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p:nvPr/>
        </p:nvSpPr>
        <p:spPr>
          <a:xfrm flipH="1">
            <a:off x="0" y="0"/>
            <a:ext cx="8093362" cy="5143539"/>
          </a:xfrm>
          <a:custGeom>
            <a:rect b="b" l="l" r="r" t="t"/>
            <a:pathLst>
              <a:path extrusionOk="0" h="98938" w="155679">
                <a:moveTo>
                  <a:pt x="8624" y="0"/>
                </a:moveTo>
                <a:lnTo>
                  <a:pt x="8113" y="899"/>
                </a:lnTo>
                <a:lnTo>
                  <a:pt x="7132" y="2713"/>
                </a:lnTo>
                <a:lnTo>
                  <a:pt x="6208" y="4543"/>
                </a:lnTo>
                <a:lnTo>
                  <a:pt x="5351" y="6406"/>
                </a:lnTo>
                <a:lnTo>
                  <a:pt x="4543" y="8286"/>
                </a:lnTo>
                <a:lnTo>
                  <a:pt x="3809" y="10191"/>
                </a:lnTo>
                <a:lnTo>
                  <a:pt x="3133" y="12120"/>
                </a:lnTo>
                <a:lnTo>
                  <a:pt x="2515" y="14066"/>
                </a:lnTo>
                <a:lnTo>
                  <a:pt x="1971" y="16036"/>
                </a:lnTo>
                <a:lnTo>
                  <a:pt x="1484" y="18023"/>
                </a:lnTo>
                <a:lnTo>
                  <a:pt x="1064" y="20027"/>
                </a:lnTo>
                <a:lnTo>
                  <a:pt x="717" y="22047"/>
                </a:lnTo>
                <a:lnTo>
                  <a:pt x="437" y="24083"/>
                </a:lnTo>
                <a:lnTo>
                  <a:pt x="223" y="26136"/>
                </a:lnTo>
                <a:lnTo>
                  <a:pt x="74" y="28205"/>
                </a:lnTo>
                <a:lnTo>
                  <a:pt x="8" y="30291"/>
                </a:lnTo>
                <a:lnTo>
                  <a:pt x="0" y="31339"/>
                </a:lnTo>
                <a:lnTo>
                  <a:pt x="8" y="32715"/>
                </a:lnTo>
                <a:lnTo>
                  <a:pt x="132" y="35453"/>
                </a:lnTo>
                <a:lnTo>
                  <a:pt x="379" y="38157"/>
                </a:lnTo>
                <a:lnTo>
                  <a:pt x="750" y="40845"/>
                </a:lnTo>
                <a:lnTo>
                  <a:pt x="1228" y="43500"/>
                </a:lnTo>
                <a:lnTo>
                  <a:pt x="1830" y="46121"/>
                </a:lnTo>
                <a:lnTo>
                  <a:pt x="2548" y="48710"/>
                </a:lnTo>
                <a:lnTo>
                  <a:pt x="3372" y="51266"/>
                </a:lnTo>
                <a:lnTo>
                  <a:pt x="4304" y="53781"/>
                </a:lnTo>
                <a:lnTo>
                  <a:pt x="5343" y="56263"/>
                </a:lnTo>
                <a:lnTo>
                  <a:pt x="6489" y="58711"/>
                </a:lnTo>
                <a:lnTo>
                  <a:pt x="7734" y="61111"/>
                </a:lnTo>
                <a:lnTo>
                  <a:pt x="9086" y="63469"/>
                </a:lnTo>
                <a:lnTo>
                  <a:pt x="10537" y="65785"/>
                </a:lnTo>
                <a:lnTo>
                  <a:pt x="12079" y="68053"/>
                </a:lnTo>
                <a:lnTo>
                  <a:pt x="13719" y="70279"/>
                </a:lnTo>
                <a:lnTo>
                  <a:pt x="14577" y="71367"/>
                </a:lnTo>
                <a:lnTo>
                  <a:pt x="10438" y="81673"/>
                </a:lnTo>
                <a:lnTo>
                  <a:pt x="10438" y="81673"/>
                </a:lnTo>
                <a:lnTo>
                  <a:pt x="21296" y="78763"/>
                </a:lnTo>
                <a:lnTo>
                  <a:pt x="22121" y="79554"/>
                </a:lnTo>
                <a:lnTo>
                  <a:pt x="23803" y="81104"/>
                </a:lnTo>
                <a:lnTo>
                  <a:pt x="25542" y="82613"/>
                </a:lnTo>
                <a:lnTo>
                  <a:pt x="27332" y="84089"/>
                </a:lnTo>
                <a:lnTo>
                  <a:pt x="29162" y="85523"/>
                </a:lnTo>
                <a:lnTo>
                  <a:pt x="31050" y="86917"/>
                </a:lnTo>
                <a:lnTo>
                  <a:pt x="32987" y="88269"/>
                </a:lnTo>
                <a:lnTo>
                  <a:pt x="34966" y="89588"/>
                </a:lnTo>
                <a:lnTo>
                  <a:pt x="36986" y="90858"/>
                </a:lnTo>
                <a:lnTo>
                  <a:pt x="39056" y="92078"/>
                </a:lnTo>
                <a:lnTo>
                  <a:pt x="41175" y="93265"/>
                </a:lnTo>
                <a:lnTo>
                  <a:pt x="43326" y="94403"/>
                </a:lnTo>
                <a:lnTo>
                  <a:pt x="45520" y="95491"/>
                </a:lnTo>
                <a:lnTo>
                  <a:pt x="47754" y="96538"/>
                </a:lnTo>
                <a:lnTo>
                  <a:pt x="50029" y="97536"/>
                </a:lnTo>
                <a:lnTo>
                  <a:pt x="52338" y="98484"/>
                </a:lnTo>
                <a:lnTo>
                  <a:pt x="53509" y="98938"/>
                </a:lnTo>
                <a:lnTo>
                  <a:pt x="155678" y="98938"/>
                </a:lnTo>
                <a:lnTo>
                  <a:pt x="15567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5"/>
          <p:cNvSpPr txBox="1"/>
          <p:nvPr>
            <p:ph type="title"/>
          </p:nvPr>
        </p:nvSpPr>
        <p:spPr>
          <a:xfrm>
            <a:off x="653625" y="739375"/>
            <a:ext cx="5969100" cy="7449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653625" y="1526915"/>
            <a:ext cx="5969100" cy="3237000"/>
          </a:xfrm>
          <a:prstGeom prst="rect">
            <a:avLst/>
          </a:prstGeom>
        </p:spPr>
        <p:txBody>
          <a:bodyPr anchorCtr="0" anchor="t" bIns="91425" lIns="91425" spcFirstLastPara="1" rIns="91425" wrap="square" tIns="91425">
            <a:noAutofit/>
          </a:bodyPr>
          <a:lstStyle>
            <a:lvl1pPr indent="-381000" lvl="0" marL="457200">
              <a:spcBef>
                <a:spcPts val="600"/>
              </a:spcBef>
              <a:spcAft>
                <a:spcPts val="0"/>
              </a:spcAft>
              <a:buSzPts val="2400"/>
              <a:buChar char="×"/>
              <a:defRPr/>
            </a:lvl1pPr>
            <a:lvl2pPr indent="-381000" lvl="1" marL="914400">
              <a:spcBef>
                <a:spcPts val="0"/>
              </a:spcBef>
              <a:spcAft>
                <a:spcPts val="0"/>
              </a:spcAft>
              <a:buSzPts val="2400"/>
              <a:buChar char="×"/>
              <a:defRPr/>
            </a:lvl2pPr>
            <a:lvl3pPr indent="-381000" lvl="2" marL="1371600">
              <a:spcBef>
                <a:spcPts val="0"/>
              </a:spcBef>
              <a:spcAft>
                <a:spcPts val="0"/>
              </a:spcAft>
              <a:buSzPts val="2400"/>
              <a:buChar char="×"/>
              <a:defRPr/>
            </a:lvl3pPr>
            <a:lvl4pPr indent="-381000" lvl="3" marL="1828800">
              <a:spcBef>
                <a:spcPts val="0"/>
              </a:spcBef>
              <a:spcAft>
                <a:spcPts val="0"/>
              </a:spcAft>
              <a:buSzPts val="2400"/>
              <a:buChar char="×"/>
              <a:defRPr/>
            </a:lvl4pPr>
            <a:lvl5pPr indent="-381000" lvl="4" marL="2286000">
              <a:spcBef>
                <a:spcPts val="0"/>
              </a:spcBef>
              <a:spcAft>
                <a:spcPts val="0"/>
              </a:spcAft>
              <a:buSzPts val="2400"/>
              <a:buChar char="×"/>
              <a:defRPr/>
            </a:lvl5pPr>
            <a:lvl6pPr indent="-381000" lvl="5" marL="2743200">
              <a:spcBef>
                <a:spcPts val="0"/>
              </a:spcBef>
              <a:spcAft>
                <a:spcPts val="0"/>
              </a:spcAft>
              <a:buSzPts val="2400"/>
              <a:buChar char="×"/>
              <a:defRPr/>
            </a:lvl6pPr>
            <a:lvl7pPr indent="-381000" lvl="6" marL="3200400">
              <a:spcBef>
                <a:spcPts val="0"/>
              </a:spcBef>
              <a:spcAft>
                <a:spcPts val="0"/>
              </a:spcAft>
              <a:buSzPts val="2400"/>
              <a:buChar char="●"/>
              <a:defRPr/>
            </a:lvl7pPr>
            <a:lvl8pPr indent="-381000" lvl="7" marL="3657600">
              <a:spcBef>
                <a:spcPts val="0"/>
              </a:spcBef>
              <a:spcAft>
                <a:spcPts val="0"/>
              </a:spcAft>
              <a:buSzPts val="2400"/>
              <a:buChar char="○"/>
              <a:defRPr/>
            </a:lvl8pPr>
            <a:lvl9pPr indent="-381000" lvl="8" marL="4114800">
              <a:spcBef>
                <a:spcPts val="0"/>
              </a:spcBef>
              <a:spcAft>
                <a:spcPts val="0"/>
              </a:spcAft>
              <a:buSzPts val="2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27" name="Shape 27"/>
        <p:cNvGrpSpPr/>
        <p:nvPr/>
      </p:nvGrpSpPr>
      <p:grpSpPr>
        <a:xfrm>
          <a:off x="0" y="0"/>
          <a:ext cx="0" cy="0"/>
          <a:chOff x="0" y="0"/>
          <a:chExt cx="0" cy="0"/>
        </a:xfrm>
      </p:grpSpPr>
      <p:sp>
        <p:nvSpPr>
          <p:cNvPr id="28" name="Google Shape;28;p6"/>
          <p:cNvSpPr/>
          <p:nvPr/>
        </p:nvSpPr>
        <p:spPr>
          <a:xfrm flipH="1">
            <a:off x="0" y="0"/>
            <a:ext cx="8093362" cy="5143539"/>
          </a:xfrm>
          <a:custGeom>
            <a:rect b="b" l="l" r="r" t="t"/>
            <a:pathLst>
              <a:path extrusionOk="0" h="98938" w="155679">
                <a:moveTo>
                  <a:pt x="8624" y="0"/>
                </a:moveTo>
                <a:lnTo>
                  <a:pt x="8113" y="899"/>
                </a:lnTo>
                <a:lnTo>
                  <a:pt x="7132" y="2713"/>
                </a:lnTo>
                <a:lnTo>
                  <a:pt x="6208" y="4543"/>
                </a:lnTo>
                <a:lnTo>
                  <a:pt x="5351" y="6406"/>
                </a:lnTo>
                <a:lnTo>
                  <a:pt x="4543" y="8286"/>
                </a:lnTo>
                <a:lnTo>
                  <a:pt x="3809" y="10191"/>
                </a:lnTo>
                <a:lnTo>
                  <a:pt x="3133" y="12120"/>
                </a:lnTo>
                <a:lnTo>
                  <a:pt x="2515" y="14066"/>
                </a:lnTo>
                <a:lnTo>
                  <a:pt x="1971" y="16036"/>
                </a:lnTo>
                <a:lnTo>
                  <a:pt x="1484" y="18023"/>
                </a:lnTo>
                <a:lnTo>
                  <a:pt x="1064" y="20027"/>
                </a:lnTo>
                <a:lnTo>
                  <a:pt x="717" y="22047"/>
                </a:lnTo>
                <a:lnTo>
                  <a:pt x="437" y="24083"/>
                </a:lnTo>
                <a:lnTo>
                  <a:pt x="223" y="26136"/>
                </a:lnTo>
                <a:lnTo>
                  <a:pt x="74" y="28205"/>
                </a:lnTo>
                <a:lnTo>
                  <a:pt x="8" y="30291"/>
                </a:lnTo>
                <a:lnTo>
                  <a:pt x="0" y="31339"/>
                </a:lnTo>
                <a:lnTo>
                  <a:pt x="8" y="32715"/>
                </a:lnTo>
                <a:lnTo>
                  <a:pt x="132" y="35453"/>
                </a:lnTo>
                <a:lnTo>
                  <a:pt x="379" y="38157"/>
                </a:lnTo>
                <a:lnTo>
                  <a:pt x="750" y="40845"/>
                </a:lnTo>
                <a:lnTo>
                  <a:pt x="1228" y="43500"/>
                </a:lnTo>
                <a:lnTo>
                  <a:pt x="1830" y="46121"/>
                </a:lnTo>
                <a:lnTo>
                  <a:pt x="2548" y="48710"/>
                </a:lnTo>
                <a:lnTo>
                  <a:pt x="3372" y="51266"/>
                </a:lnTo>
                <a:lnTo>
                  <a:pt x="4304" y="53781"/>
                </a:lnTo>
                <a:lnTo>
                  <a:pt x="5343" y="56263"/>
                </a:lnTo>
                <a:lnTo>
                  <a:pt x="6489" y="58711"/>
                </a:lnTo>
                <a:lnTo>
                  <a:pt x="7734" y="61111"/>
                </a:lnTo>
                <a:lnTo>
                  <a:pt x="9086" y="63469"/>
                </a:lnTo>
                <a:lnTo>
                  <a:pt x="10537" y="65785"/>
                </a:lnTo>
                <a:lnTo>
                  <a:pt x="12079" y="68053"/>
                </a:lnTo>
                <a:lnTo>
                  <a:pt x="13719" y="70279"/>
                </a:lnTo>
                <a:lnTo>
                  <a:pt x="14577" y="71367"/>
                </a:lnTo>
                <a:lnTo>
                  <a:pt x="10438" y="81673"/>
                </a:lnTo>
                <a:lnTo>
                  <a:pt x="10438" y="81673"/>
                </a:lnTo>
                <a:lnTo>
                  <a:pt x="21296" y="78763"/>
                </a:lnTo>
                <a:lnTo>
                  <a:pt x="22121" y="79554"/>
                </a:lnTo>
                <a:lnTo>
                  <a:pt x="23803" y="81104"/>
                </a:lnTo>
                <a:lnTo>
                  <a:pt x="25542" y="82613"/>
                </a:lnTo>
                <a:lnTo>
                  <a:pt x="27332" y="84089"/>
                </a:lnTo>
                <a:lnTo>
                  <a:pt x="29162" y="85523"/>
                </a:lnTo>
                <a:lnTo>
                  <a:pt x="31050" y="86917"/>
                </a:lnTo>
                <a:lnTo>
                  <a:pt x="32987" y="88269"/>
                </a:lnTo>
                <a:lnTo>
                  <a:pt x="34966" y="89588"/>
                </a:lnTo>
                <a:lnTo>
                  <a:pt x="36986" y="90858"/>
                </a:lnTo>
                <a:lnTo>
                  <a:pt x="39056" y="92078"/>
                </a:lnTo>
                <a:lnTo>
                  <a:pt x="41175" y="93265"/>
                </a:lnTo>
                <a:lnTo>
                  <a:pt x="43326" y="94403"/>
                </a:lnTo>
                <a:lnTo>
                  <a:pt x="45520" y="95491"/>
                </a:lnTo>
                <a:lnTo>
                  <a:pt x="47754" y="96538"/>
                </a:lnTo>
                <a:lnTo>
                  <a:pt x="50029" y="97536"/>
                </a:lnTo>
                <a:lnTo>
                  <a:pt x="52338" y="98484"/>
                </a:lnTo>
                <a:lnTo>
                  <a:pt x="53509" y="98938"/>
                </a:lnTo>
                <a:lnTo>
                  <a:pt x="155678" y="98938"/>
                </a:lnTo>
                <a:lnTo>
                  <a:pt x="155678" y="0"/>
                </a:lnTo>
                <a:close/>
              </a:path>
            </a:pathLst>
          </a:custGeom>
          <a:solidFill>
            <a:srgbClr val="6D9EEB"/>
          </a:solidFill>
          <a:ln cap="flat" cmpd="sng" w="152400">
            <a:solidFill>
              <a:srgbClr val="9AB6E6"/>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6"/>
          <p:cNvSpPr/>
          <p:nvPr/>
        </p:nvSpPr>
        <p:spPr>
          <a:xfrm flipH="1">
            <a:off x="0" y="0"/>
            <a:ext cx="8093362" cy="5143539"/>
          </a:xfrm>
          <a:custGeom>
            <a:rect b="b" l="l" r="r" t="t"/>
            <a:pathLst>
              <a:path extrusionOk="0" h="98938" w="155679">
                <a:moveTo>
                  <a:pt x="8624" y="0"/>
                </a:moveTo>
                <a:lnTo>
                  <a:pt x="8113" y="899"/>
                </a:lnTo>
                <a:lnTo>
                  <a:pt x="7132" y="2713"/>
                </a:lnTo>
                <a:lnTo>
                  <a:pt x="6208" y="4543"/>
                </a:lnTo>
                <a:lnTo>
                  <a:pt x="5351" y="6406"/>
                </a:lnTo>
                <a:lnTo>
                  <a:pt x="4543" y="8286"/>
                </a:lnTo>
                <a:lnTo>
                  <a:pt x="3809" y="10191"/>
                </a:lnTo>
                <a:lnTo>
                  <a:pt x="3133" y="12120"/>
                </a:lnTo>
                <a:lnTo>
                  <a:pt x="2515" y="14066"/>
                </a:lnTo>
                <a:lnTo>
                  <a:pt x="1971" y="16036"/>
                </a:lnTo>
                <a:lnTo>
                  <a:pt x="1484" y="18023"/>
                </a:lnTo>
                <a:lnTo>
                  <a:pt x="1064" y="20027"/>
                </a:lnTo>
                <a:lnTo>
                  <a:pt x="717" y="22047"/>
                </a:lnTo>
                <a:lnTo>
                  <a:pt x="437" y="24083"/>
                </a:lnTo>
                <a:lnTo>
                  <a:pt x="223" y="26136"/>
                </a:lnTo>
                <a:lnTo>
                  <a:pt x="74" y="28205"/>
                </a:lnTo>
                <a:lnTo>
                  <a:pt x="8" y="30291"/>
                </a:lnTo>
                <a:lnTo>
                  <a:pt x="0" y="31339"/>
                </a:lnTo>
                <a:lnTo>
                  <a:pt x="8" y="32715"/>
                </a:lnTo>
                <a:lnTo>
                  <a:pt x="132" y="35453"/>
                </a:lnTo>
                <a:lnTo>
                  <a:pt x="379" y="38157"/>
                </a:lnTo>
                <a:lnTo>
                  <a:pt x="750" y="40845"/>
                </a:lnTo>
                <a:lnTo>
                  <a:pt x="1228" y="43500"/>
                </a:lnTo>
                <a:lnTo>
                  <a:pt x="1830" y="46121"/>
                </a:lnTo>
                <a:lnTo>
                  <a:pt x="2548" y="48710"/>
                </a:lnTo>
                <a:lnTo>
                  <a:pt x="3372" y="51266"/>
                </a:lnTo>
                <a:lnTo>
                  <a:pt x="4304" y="53781"/>
                </a:lnTo>
                <a:lnTo>
                  <a:pt x="5343" y="56263"/>
                </a:lnTo>
                <a:lnTo>
                  <a:pt x="6489" y="58711"/>
                </a:lnTo>
                <a:lnTo>
                  <a:pt x="7734" y="61111"/>
                </a:lnTo>
                <a:lnTo>
                  <a:pt x="9086" y="63469"/>
                </a:lnTo>
                <a:lnTo>
                  <a:pt x="10537" y="65785"/>
                </a:lnTo>
                <a:lnTo>
                  <a:pt x="12079" y="68053"/>
                </a:lnTo>
                <a:lnTo>
                  <a:pt x="13719" y="70279"/>
                </a:lnTo>
                <a:lnTo>
                  <a:pt x="14577" y="71367"/>
                </a:lnTo>
                <a:lnTo>
                  <a:pt x="10438" y="81673"/>
                </a:lnTo>
                <a:lnTo>
                  <a:pt x="10438" y="81673"/>
                </a:lnTo>
                <a:lnTo>
                  <a:pt x="21296" y="78763"/>
                </a:lnTo>
                <a:lnTo>
                  <a:pt x="22121" y="79554"/>
                </a:lnTo>
                <a:lnTo>
                  <a:pt x="23803" y="81104"/>
                </a:lnTo>
                <a:lnTo>
                  <a:pt x="25542" y="82613"/>
                </a:lnTo>
                <a:lnTo>
                  <a:pt x="27332" y="84089"/>
                </a:lnTo>
                <a:lnTo>
                  <a:pt x="29162" y="85523"/>
                </a:lnTo>
                <a:lnTo>
                  <a:pt x="31050" y="86917"/>
                </a:lnTo>
                <a:lnTo>
                  <a:pt x="32987" y="88269"/>
                </a:lnTo>
                <a:lnTo>
                  <a:pt x="34966" y="89588"/>
                </a:lnTo>
                <a:lnTo>
                  <a:pt x="36986" y="90858"/>
                </a:lnTo>
                <a:lnTo>
                  <a:pt x="39056" y="92078"/>
                </a:lnTo>
                <a:lnTo>
                  <a:pt x="41175" y="93265"/>
                </a:lnTo>
                <a:lnTo>
                  <a:pt x="43326" y="94403"/>
                </a:lnTo>
                <a:lnTo>
                  <a:pt x="45520" y="95491"/>
                </a:lnTo>
                <a:lnTo>
                  <a:pt x="47754" y="96538"/>
                </a:lnTo>
                <a:lnTo>
                  <a:pt x="50029" y="97536"/>
                </a:lnTo>
                <a:lnTo>
                  <a:pt x="52338" y="98484"/>
                </a:lnTo>
                <a:lnTo>
                  <a:pt x="53509" y="98938"/>
                </a:lnTo>
                <a:lnTo>
                  <a:pt x="155678" y="98938"/>
                </a:lnTo>
                <a:lnTo>
                  <a:pt x="15567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6"/>
          <p:cNvSpPr txBox="1"/>
          <p:nvPr>
            <p:ph type="title"/>
          </p:nvPr>
        </p:nvSpPr>
        <p:spPr>
          <a:xfrm>
            <a:off x="653625" y="739375"/>
            <a:ext cx="5969100" cy="7449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 type="body"/>
          </p:nvPr>
        </p:nvSpPr>
        <p:spPr>
          <a:xfrm>
            <a:off x="653625" y="1527625"/>
            <a:ext cx="2897100" cy="30081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
        <p:nvSpPr>
          <p:cNvPr id="32" name="Google Shape;32;p6"/>
          <p:cNvSpPr txBox="1"/>
          <p:nvPr>
            <p:ph idx="2" type="body"/>
          </p:nvPr>
        </p:nvSpPr>
        <p:spPr>
          <a:xfrm>
            <a:off x="3725502" y="1527625"/>
            <a:ext cx="2897100" cy="3008100"/>
          </a:xfrm>
          <a:prstGeom prst="rect">
            <a:avLst/>
          </a:prstGeom>
        </p:spPr>
        <p:txBody>
          <a:bodyPr anchorCtr="0" anchor="t" bIns="91425" lIns="91425" spcFirstLastPara="1" rIns="91425" wrap="square" tIns="91425">
            <a:noAutofit/>
          </a:bodyPr>
          <a:lstStyle>
            <a:lvl1pPr indent="-342900" lvl="0" marL="457200">
              <a:spcBef>
                <a:spcPts val="60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Char char="■"/>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33" name="Shape 33"/>
        <p:cNvGrpSpPr/>
        <p:nvPr/>
      </p:nvGrpSpPr>
      <p:grpSpPr>
        <a:xfrm>
          <a:off x="0" y="0"/>
          <a:ext cx="0" cy="0"/>
          <a:chOff x="0" y="0"/>
          <a:chExt cx="0" cy="0"/>
        </a:xfrm>
      </p:grpSpPr>
      <p:sp>
        <p:nvSpPr>
          <p:cNvPr id="34" name="Google Shape;34;p7"/>
          <p:cNvSpPr/>
          <p:nvPr/>
        </p:nvSpPr>
        <p:spPr>
          <a:xfrm flipH="1">
            <a:off x="0" y="0"/>
            <a:ext cx="8093362" cy="5143539"/>
          </a:xfrm>
          <a:custGeom>
            <a:rect b="b" l="l" r="r" t="t"/>
            <a:pathLst>
              <a:path extrusionOk="0" h="98938" w="155679">
                <a:moveTo>
                  <a:pt x="8624" y="0"/>
                </a:moveTo>
                <a:lnTo>
                  <a:pt x="8113" y="899"/>
                </a:lnTo>
                <a:lnTo>
                  <a:pt x="7132" y="2713"/>
                </a:lnTo>
                <a:lnTo>
                  <a:pt x="6208" y="4543"/>
                </a:lnTo>
                <a:lnTo>
                  <a:pt x="5351" y="6406"/>
                </a:lnTo>
                <a:lnTo>
                  <a:pt x="4543" y="8286"/>
                </a:lnTo>
                <a:lnTo>
                  <a:pt x="3809" y="10191"/>
                </a:lnTo>
                <a:lnTo>
                  <a:pt x="3133" y="12120"/>
                </a:lnTo>
                <a:lnTo>
                  <a:pt x="2515" y="14066"/>
                </a:lnTo>
                <a:lnTo>
                  <a:pt x="1971" y="16036"/>
                </a:lnTo>
                <a:lnTo>
                  <a:pt x="1484" y="18023"/>
                </a:lnTo>
                <a:lnTo>
                  <a:pt x="1064" y="20027"/>
                </a:lnTo>
                <a:lnTo>
                  <a:pt x="717" y="22047"/>
                </a:lnTo>
                <a:lnTo>
                  <a:pt x="437" y="24083"/>
                </a:lnTo>
                <a:lnTo>
                  <a:pt x="223" y="26136"/>
                </a:lnTo>
                <a:lnTo>
                  <a:pt x="74" y="28205"/>
                </a:lnTo>
                <a:lnTo>
                  <a:pt x="8" y="30291"/>
                </a:lnTo>
                <a:lnTo>
                  <a:pt x="0" y="31339"/>
                </a:lnTo>
                <a:lnTo>
                  <a:pt x="8" y="32715"/>
                </a:lnTo>
                <a:lnTo>
                  <a:pt x="132" y="35453"/>
                </a:lnTo>
                <a:lnTo>
                  <a:pt x="379" y="38157"/>
                </a:lnTo>
                <a:lnTo>
                  <a:pt x="750" y="40845"/>
                </a:lnTo>
                <a:lnTo>
                  <a:pt x="1228" y="43500"/>
                </a:lnTo>
                <a:lnTo>
                  <a:pt x="1830" y="46121"/>
                </a:lnTo>
                <a:lnTo>
                  <a:pt x="2548" y="48710"/>
                </a:lnTo>
                <a:lnTo>
                  <a:pt x="3372" y="51266"/>
                </a:lnTo>
                <a:lnTo>
                  <a:pt x="4304" y="53781"/>
                </a:lnTo>
                <a:lnTo>
                  <a:pt x="5343" y="56263"/>
                </a:lnTo>
                <a:lnTo>
                  <a:pt x="6489" y="58711"/>
                </a:lnTo>
                <a:lnTo>
                  <a:pt x="7734" y="61111"/>
                </a:lnTo>
                <a:lnTo>
                  <a:pt x="9086" y="63469"/>
                </a:lnTo>
                <a:lnTo>
                  <a:pt x="10537" y="65785"/>
                </a:lnTo>
                <a:lnTo>
                  <a:pt x="12079" y="68053"/>
                </a:lnTo>
                <a:lnTo>
                  <a:pt x="13719" y="70279"/>
                </a:lnTo>
                <a:lnTo>
                  <a:pt x="14577" y="71367"/>
                </a:lnTo>
                <a:lnTo>
                  <a:pt x="10438" y="81673"/>
                </a:lnTo>
                <a:lnTo>
                  <a:pt x="10438" y="81673"/>
                </a:lnTo>
                <a:lnTo>
                  <a:pt x="21296" y="78763"/>
                </a:lnTo>
                <a:lnTo>
                  <a:pt x="22121" y="79554"/>
                </a:lnTo>
                <a:lnTo>
                  <a:pt x="23803" y="81104"/>
                </a:lnTo>
                <a:lnTo>
                  <a:pt x="25542" y="82613"/>
                </a:lnTo>
                <a:lnTo>
                  <a:pt x="27332" y="84089"/>
                </a:lnTo>
                <a:lnTo>
                  <a:pt x="29162" y="85523"/>
                </a:lnTo>
                <a:lnTo>
                  <a:pt x="31050" y="86917"/>
                </a:lnTo>
                <a:lnTo>
                  <a:pt x="32987" y="88269"/>
                </a:lnTo>
                <a:lnTo>
                  <a:pt x="34966" y="89588"/>
                </a:lnTo>
                <a:lnTo>
                  <a:pt x="36986" y="90858"/>
                </a:lnTo>
                <a:lnTo>
                  <a:pt x="39056" y="92078"/>
                </a:lnTo>
                <a:lnTo>
                  <a:pt x="41175" y="93265"/>
                </a:lnTo>
                <a:lnTo>
                  <a:pt x="43326" y="94403"/>
                </a:lnTo>
                <a:lnTo>
                  <a:pt x="45520" y="95491"/>
                </a:lnTo>
                <a:lnTo>
                  <a:pt x="47754" y="96538"/>
                </a:lnTo>
                <a:lnTo>
                  <a:pt x="50029" y="97536"/>
                </a:lnTo>
                <a:lnTo>
                  <a:pt x="52338" y="98484"/>
                </a:lnTo>
                <a:lnTo>
                  <a:pt x="53509" y="98938"/>
                </a:lnTo>
                <a:lnTo>
                  <a:pt x="155678" y="98938"/>
                </a:lnTo>
                <a:lnTo>
                  <a:pt x="155678" y="0"/>
                </a:lnTo>
                <a:close/>
              </a:path>
            </a:pathLst>
          </a:custGeom>
          <a:solidFill>
            <a:srgbClr val="6D9EEB"/>
          </a:solidFill>
          <a:ln cap="flat" cmpd="sng" w="152400">
            <a:solidFill>
              <a:srgbClr val="9AB6E6"/>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7"/>
          <p:cNvSpPr/>
          <p:nvPr/>
        </p:nvSpPr>
        <p:spPr>
          <a:xfrm flipH="1">
            <a:off x="0" y="0"/>
            <a:ext cx="8093362" cy="5143539"/>
          </a:xfrm>
          <a:custGeom>
            <a:rect b="b" l="l" r="r" t="t"/>
            <a:pathLst>
              <a:path extrusionOk="0" h="98938" w="155679">
                <a:moveTo>
                  <a:pt x="8624" y="0"/>
                </a:moveTo>
                <a:lnTo>
                  <a:pt x="8113" y="899"/>
                </a:lnTo>
                <a:lnTo>
                  <a:pt x="7132" y="2713"/>
                </a:lnTo>
                <a:lnTo>
                  <a:pt x="6208" y="4543"/>
                </a:lnTo>
                <a:lnTo>
                  <a:pt x="5351" y="6406"/>
                </a:lnTo>
                <a:lnTo>
                  <a:pt x="4543" y="8286"/>
                </a:lnTo>
                <a:lnTo>
                  <a:pt x="3809" y="10191"/>
                </a:lnTo>
                <a:lnTo>
                  <a:pt x="3133" y="12120"/>
                </a:lnTo>
                <a:lnTo>
                  <a:pt x="2515" y="14066"/>
                </a:lnTo>
                <a:lnTo>
                  <a:pt x="1971" y="16036"/>
                </a:lnTo>
                <a:lnTo>
                  <a:pt x="1484" y="18023"/>
                </a:lnTo>
                <a:lnTo>
                  <a:pt x="1064" y="20027"/>
                </a:lnTo>
                <a:lnTo>
                  <a:pt x="717" y="22047"/>
                </a:lnTo>
                <a:lnTo>
                  <a:pt x="437" y="24083"/>
                </a:lnTo>
                <a:lnTo>
                  <a:pt x="223" y="26136"/>
                </a:lnTo>
                <a:lnTo>
                  <a:pt x="74" y="28205"/>
                </a:lnTo>
                <a:lnTo>
                  <a:pt x="8" y="30291"/>
                </a:lnTo>
                <a:lnTo>
                  <a:pt x="0" y="31339"/>
                </a:lnTo>
                <a:lnTo>
                  <a:pt x="8" y="32715"/>
                </a:lnTo>
                <a:lnTo>
                  <a:pt x="132" y="35453"/>
                </a:lnTo>
                <a:lnTo>
                  <a:pt x="379" y="38157"/>
                </a:lnTo>
                <a:lnTo>
                  <a:pt x="750" y="40845"/>
                </a:lnTo>
                <a:lnTo>
                  <a:pt x="1228" y="43500"/>
                </a:lnTo>
                <a:lnTo>
                  <a:pt x="1830" y="46121"/>
                </a:lnTo>
                <a:lnTo>
                  <a:pt x="2548" y="48710"/>
                </a:lnTo>
                <a:lnTo>
                  <a:pt x="3372" y="51266"/>
                </a:lnTo>
                <a:lnTo>
                  <a:pt x="4304" y="53781"/>
                </a:lnTo>
                <a:lnTo>
                  <a:pt x="5343" y="56263"/>
                </a:lnTo>
                <a:lnTo>
                  <a:pt x="6489" y="58711"/>
                </a:lnTo>
                <a:lnTo>
                  <a:pt x="7734" y="61111"/>
                </a:lnTo>
                <a:lnTo>
                  <a:pt x="9086" y="63469"/>
                </a:lnTo>
                <a:lnTo>
                  <a:pt x="10537" y="65785"/>
                </a:lnTo>
                <a:lnTo>
                  <a:pt x="12079" y="68053"/>
                </a:lnTo>
                <a:lnTo>
                  <a:pt x="13719" y="70279"/>
                </a:lnTo>
                <a:lnTo>
                  <a:pt x="14577" y="71367"/>
                </a:lnTo>
                <a:lnTo>
                  <a:pt x="10438" y="81673"/>
                </a:lnTo>
                <a:lnTo>
                  <a:pt x="10438" y="81673"/>
                </a:lnTo>
                <a:lnTo>
                  <a:pt x="21296" y="78763"/>
                </a:lnTo>
                <a:lnTo>
                  <a:pt x="22121" y="79554"/>
                </a:lnTo>
                <a:lnTo>
                  <a:pt x="23803" y="81104"/>
                </a:lnTo>
                <a:lnTo>
                  <a:pt x="25542" y="82613"/>
                </a:lnTo>
                <a:lnTo>
                  <a:pt x="27332" y="84089"/>
                </a:lnTo>
                <a:lnTo>
                  <a:pt x="29162" y="85523"/>
                </a:lnTo>
                <a:lnTo>
                  <a:pt x="31050" y="86917"/>
                </a:lnTo>
                <a:lnTo>
                  <a:pt x="32987" y="88269"/>
                </a:lnTo>
                <a:lnTo>
                  <a:pt x="34966" y="89588"/>
                </a:lnTo>
                <a:lnTo>
                  <a:pt x="36986" y="90858"/>
                </a:lnTo>
                <a:lnTo>
                  <a:pt x="39056" y="92078"/>
                </a:lnTo>
                <a:lnTo>
                  <a:pt x="41175" y="93265"/>
                </a:lnTo>
                <a:lnTo>
                  <a:pt x="43326" y="94403"/>
                </a:lnTo>
                <a:lnTo>
                  <a:pt x="45520" y="95491"/>
                </a:lnTo>
                <a:lnTo>
                  <a:pt x="47754" y="96538"/>
                </a:lnTo>
                <a:lnTo>
                  <a:pt x="50029" y="97536"/>
                </a:lnTo>
                <a:lnTo>
                  <a:pt x="52338" y="98484"/>
                </a:lnTo>
                <a:lnTo>
                  <a:pt x="53509" y="98938"/>
                </a:lnTo>
                <a:lnTo>
                  <a:pt x="155678" y="98938"/>
                </a:lnTo>
                <a:lnTo>
                  <a:pt x="15567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7"/>
          <p:cNvSpPr txBox="1"/>
          <p:nvPr>
            <p:ph type="title"/>
          </p:nvPr>
        </p:nvSpPr>
        <p:spPr>
          <a:xfrm>
            <a:off x="653625" y="739375"/>
            <a:ext cx="5969100" cy="7449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 name="Google Shape;37;p7"/>
          <p:cNvSpPr txBox="1"/>
          <p:nvPr>
            <p:ph idx="1" type="body"/>
          </p:nvPr>
        </p:nvSpPr>
        <p:spPr>
          <a:xfrm>
            <a:off x="653625" y="1545725"/>
            <a:ext cx="1923900" cy="28515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38" name="Google Shape;38;p7"/>
          <p:cNvSpPr txBox="1"/>
          <p:nvPr>
            <p:ph idx="2" type="body"/>
          </p:nvPr>
        </p:nvSpPr>
        <p:spPr>
          <a:xfrm>
            <a:off x="2676150" y="1545725"/>
            <a:ext cx="1923900" cy="28515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39" name="Google Shape;39;p7"/>
          <p:cNvSpPr txBox="1"/>
          <p:nvPr>
            <p:ph idx="3" type="body"/>
          </p:nvPr>
        </p:nvSpPr>
        <p:spPr>
          <a:xfrm>
            <a:off x="4698675" y="1545725"/>
            <a:ext cx="1923900" cy="28515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8"/>
          <p:cNvSpPr/>
          <p:nvPr/>
        </p:nvSpPr>
        <p:spPr>
          <a:xfrm flipH="1">
            <a:off x="0" y="0"/>
            <a:ext cx="8093362" cy="5143539"/>
          </a:xfrm>
          <a:custGeom>
            <a:rect b="b" l="l" r="r" t="t"/>
            <a:pathLst>
              <a:path extrusionOk="0" h="98938" w="155679">
                <a:moveTo>
                  <a:pt x="8624" y="0"/>
                </a:moveTo>
                <a:lnTo>
                  <a:pt x="8113" y="899"/>
                </a:lnTo>
                <a:lnTo>
                  <a:pt x="7132" y="2713"/>
                </a:lnTo>
                <a:lnTo>
                  <a:pt x="6208" y="4543"/>
                </a:lnTo>
                <a:lnTo>
                  <a:pt x="5351" y="6406"/>
                </a:lnTo>
                <a:lnTo>
                  <a:pt x="4543" y="8286"/>
                </a:lnTo>
                <a:lnTo>
                  <a:pt x="3809" y="10191"/>
                </a:lnTo>
                <a:lnTo>
                  <a:pt x="3133" y="12120"/>
                </a:lnTo>
                <a:lnTo>
                  <a:pt x="2515" y="14066"/>
                </a:lnTo>
                <a:lnTo>
                  <a:pt x="1971" y="16036"/>
                </a:lnTo>
                <a:lnTo>
                  <a:pt x="1484" y="18023"/>
                </a:lnTo>
                <a:lnTo>
                  <a:pt x="1064" y="20027"/>
                </a:lnTo>
                <a:lnTo>
                  <a:pt x="717" y="22047"/>
                </a:lnTo>
                <a:lnTo>
                  <a:pt x="437" y="24083"/>
                </a:lnTo>
                <a:lnTo>
                  <a:pt x="223" y="26136"/>
                </a:lnTo>
                <a:lnTo>
                  <a:pt x="74" y="28205"/>
                </a:lnTo>
                <a:lnTo>
                  <a:pt x="8" y="30291"/>
                </a:lnTo>
                <a:lnTo>
                  <a:pt x="0" y="31339"/>
                </a:lnTo>
                <a:lnTo>
                  <a:pt x="8" y="32715"/>
                </a:lnTo>
                <a:lnTo>
                  <a:pt x="132" y="35453"/>
                </a:lnTo>
                <a:lnTo>
                  <a:pt x="379" y="38157"/>
                </a:lnTo>
                <a:lnTo>
                  <a:pt x="750" y="40845"/>
                </a:lnTo>
                <a:lnTo>
                  <a:pt x="1228" y="43500"/>
                </a:lnTo>
                <a:lnTo>
                  <a:pt x="1830" y="46121"/>
                </a:lnTo>
                <a:lnTo>
                  <a:pt x="2548" y="48710"/>
                </a:lnTo>
                <a:lnTo>
                  <a:pt x="3372" y="51266"/>
                </a:lnTo>
                <a:lnTo>
                  <a:pt x="4304" y="53781"/>
                </a:lnTo>
                <a:lnTo>
                  <a:pt x="5343" y="56263"/>
                </a:lnTo>
                <a:lnTo>
                  <a:pt x="6489" y="58711"/>
                </a:lnTo>
                <a:lnTo>
                  <a:pt x="7734" y="61111"/>
                </a:lnTo>
                <a:lnTo>
                  <a:pt x="9086" y="63469"/>
                </a:lnTo>
                <a:lnTo>
                  <a:pt x="10537" y="65785"/>
                </a:lnTo>
                <a:lnTo>
                  <a:pt x="12079" y="68053"/>
                </a:lnTo>
                <a:lnTo>
                  <a:pt x="13719" y="70279"/>
                </a:lnTo>
                <a:lnTo>
                  <a:pt x="14577" y="71367"/>
                </a:lnTo>
                <a:lnTo>
                  <a:pt x="10438" y="81673"/>
                </a:lnTo>
                <a:lnTo>
                  <a:pt x="10438" y="81673"/>
                </a:lnTo>
                <a:lnTo>
                  <a:pt x="21296" y="78763"/>
                </a:lnTo>
                <a:lnTo>
                  <a:pt x="22121" y="79554"/>
                </a:lnTo>
                <a:lnTo>
                  <a:pt x="23803" y="81104"/>
                </a:lnTo>
                <a:lnTo>
                  <a:pt x="25542" y="82613"/>
                </a:lnTo>
                <a:lnTo>
                  <a:pt x="27332" y="84089"/>
                </a:lnTo>
                <a:lnTo>
                  <a:pt x="29162" y="85523"/>
                </a:lnTo>
                <a:lnTo>
                  <a:pt x="31050" y="86917"/>
                </a:lnTo>
                <a:lnTo>
                  <a:pt x="32987" y="88269"/>
                </a:lnTo>
                <a:lnTo>
                  <a:pt x="34966" y="89588"/>
                </a:lnTo>
                <a:lnTo>
                  <a:pt x="36986" y="90858"/>
                </a:lnTo>
                <a:lnTo>
                  <a:pt x="39056" y="92078"/>
                </a:lnTo>
                <a:lnTo>
                  <a:pt x="41175" y="93265"/>
                </a:lnTo>
                <a:lnTo>
                  <a:pt x="43326" y="94403"/>
                </a:lnTo>
                <a:lnTo>
                  <a:pt x="45520" y="95491"/>
                </a:lnTo>
                <a:lnTo>
                  <a:pt x="47754" y="96538"/>
                </a:lnTo>
                <a:lnTo>
                  <a:pt x="50029" y="97536"/>
                </a:lnTo>
                <a:lnTo>
                  <a:pt x="52338" y="98484"/>
                </a:lnTo>
                <a:lnTo>
                  <a:pt x="53509" y="98938"/>
                </a:lnTo>
                <a:lnTo>
                  <a:pt x="155678" y="98938"/>
                </a:lnTo>
                <a:lnTo>
                  <a:pt x="155678" y="0"/>
                </a:lnTo>
                <a:close/>
              </a:path>
            </a:pathLst>
          </a:custGeom>
          <a:solidFill>
            <a:srgbClr val="6D9EEB"/>
          </a:solidFill>
          <a:ln cap="flat" cmpd="sng" w="152400">
            <a:solidFill>
              <a:srgbClr val="9AB6E6"/>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8"/>
          <p:cNvSpPr/>
          <p:nvPr/>
        </p:nvSpPr>
        <p:spPr>
          <a:xfrm flipH="1">
            <a:off x="0" y="0"/>
            <a:ext cx="8093362" cy="5143539"/>
          </a:xfrm>
          <a:custGeom>
            <a:rect b="b" l="l" r="r" t="t"/>
            <a:pathLst>
              <a:path extrusionOk="0" h="98938" w="155679">
                <a:moveTo>
                  <a:pt x="8624" y="0"/>
                </a:moveTo>
                <a:lnTo>
                  <a:pt x="8113" y="899"/>
                </a:lnTo>
                <a:lnTo>
                  <a:pt x="7132" y="2713"/>
                </a:lnTo>
                <a:lnTo>
                  <a:pt x="6208" y="4543"/>
                </a:lnTo>
                <a:lnTo>
                  <a:pt x="5351" y="6406"/>
                </a:lnTo>
                <a:lnTo>
                  <a:pt x="4543" y="8286"/>
                </a:lnTo>
                <a:lnTo>
                  <a:pt x="3809" y="10191"/>
                </a:lnTo>
                <a:lnTo>
                  <a:pt x="3133" y="12120"/>
                </a:lnTo>
                <a:lnTo>
                  <a:pt x="2515" y="14066"/>
                </a:lnTo>
                <a:lnTo>
                  <a:pt x="1971" y="16036"/>
                </a:lnTo>
                <a:lnTo>
                  <a:pt x="1484" y="18023"/>
                </a:lnTo>
                <a:lnTo>
                  <a:pt x="1064" y="20027"/>
                </a:lnTo>
                <a:lnTo>
                  <a:pt x="717" y="22047"/>
                </a:lnTo>
                <a:lnTo>
                  <a:pt x="437" y="24083"/>
                </a:lnTo>
                <a:lnTo>
                  <a:pt x="223" y="26136"/>
                </a:lnTo>
                <a:lnTo>
                  <a:pt x="74" y="28205"/>
                </a:lnTo>
                <a:lnTo>
                  <a:pt x="8" y="30291"/>
                </a:lnTo>
                <a:lnTo>
                  <a:pt x="0" y="31339"/>
                </a:lnTo>
                <a:lnTo>
                  <a:pt x="8" y="32715"/>
                </a:lnTo>
                <a:lnTo>
                  <a:pt x="132" y="35453"/>
                </a:lnTo>
                <a:lnTo>
                  <a:pt x="379" y="38157"/>
                </a:lnTo>
                <a:lnTo>
                  <a:pt x="750" y="40845"/>
                </a:lnTo>
                <a:lnTo>
                  <a:pt x="1228" y="43500"/>
                </a:lnTo>
                <a:lnTo>
                  <a:pt x="1830" y="46121"/>
                </a:lnTo>
                <a:lnTo>
                  <a:pt x="2548" y="48710"/>
                </a:lnTo>
                <a:lnTo>
                  <a:pt x="3372" y="51266"/>
                </a:lnTo>
                <a:lnTo>
                  <a:pt x="4304" y="53781"/>
                </a:lnTo>
                <a:lnTo>
                  <a:pt x="5343" y="56263"/>
                </a:lnTo>
                <a:lnTo>
                  <a:pt x="6489" y="58711"/>
                </a:lnTo>
                <a:lnTo>
                  <a:pt x="7734" y="61111"/>
                </a:lnTo>
                <a:lnTo>
                  <a:pt x="9086" y="63469"/>
                </a:lnTo>
                <a:lnTo>
                  <a:pt x="10537" y="65785"/>
                </a:lnTo>
                <a:lnTo>
                  <a:pt x="12079" y="68053"/>
                </a:lnTo>
                <a:lnTo>
                  <a:pt x="13719" y="70279"/>
                </a:lnTo>
                <a:lnTo>
                  <a:pt x="14577" y="71367"/>
                </a:lnTo>
                <a:lnTo>
                  <a:pt x="10438" y="81673"/>
                </a:lnTo>
                <a:lnTo>
                  <a:pt x="10438" y="81673"/>
                </a:lnTo>
                <a:lnTo>
                  <a:pt x="21296" y="78763"/>
                </a:lnTo>
                <a:lnTo>
                  <a:pt x="22121" y="79554"/>
                </a:lnTo>
                <a:lnTo>
                  <a:pt x="23803" y="81104"/>
                </a:lnTo>
                <a:lnTo>
                  <a:pt x="25542" y="82613"/>
                </a:lnTo>
                <a:lnTo>
                  <a:pt x="27332" y="84089"/>
                </a:lnTo>
                <a:lnTo>
                  <a:pt x="29162" y="85523"/>
                </a:lnTo>
                <a:lnTo>
                  <a:pt x="31050" y="86917"/>
                </a:lnTo>
                <a:lnTo>
                  <a:pt x="32987" y="88269"/>
                </a:lnTo>
                <a:lnTo>
                  <a:pt x="34966" y="89588"/>
                </a:lnTo>
                <a:lnTo>
                  <a:pt x="36986" y="90858"/>
                </a:lnTo>
                <a:lnTo>
                  <a:pt x="39056" y="92078"/>
                </a:lnTo>
                <a:lnTo>
                  <a:pt x="41175" y="93265"/>
                </a:lnTo>
                <a:lnTo>
                  <a:pt x="43326" y="94403"/>
                </a:lnTo>
                <a:lnTo>
                  <a:pt x="45520" y="95491"/>
                </a:lnTo>
                <a:lnTo>
                  <a:pt x="47754" y="96538"/>
                </a:lnTo>
                <a:lnTo>
                  <a:pt x="50029" y="97536"/>
                </a:lnTo>
                <a:lnTo>
                  <a:pt x="52338" y="98484"/>
                </a:lnTo>
                <a:lnTo>
                  <a:pt x="53509" y="98938"/>
                </a:lnTo>
                <a:lnTo>
                  <a:pt x="155678" y="98938"/>
                </a:lnTo>
                <a:lnTo>
                  <a:pt x="15567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8"/>
          <p:cNvSpPr txBox="1"/>
          <p:nvPr>
            <p:ph type="title"/>
          </p:nvPr>
        </p:nvSpPr>
        <p:spPr>
          <a:xfrm>
            <a:off x="653625" y="739375"/>
            <a:ext cx="5969100" cy="7449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9"/>
          <p:cNvSpPr/>
          <p:nvPr/>
        </p:nvSpPr>
        <p:spPr>
          <a:xfrm flipH="1">
            <a:off x="0" y="0"/>
            <a:ext cx="8093362" cy="5143539"/>
          </a:xfrm>
          <a:custGeom>
            <a:rect b="b" l="l" r="r" t="t"/>
            <a:pathLst>
              <a:path extrusionOk="0" h="98938" w="155679">
                <a:moveTo>
                  <a:pt x="8624" y="0"/>
                </a:moveTo>
                <a:lnTo>
                  <a:pt x="8113" y="899"/>
                </a:lnTo>
                <a:lnTo>
                  <a:pt x="7132" y="2713"/>
                </a:lnTo>
                <a:lnTo>
                  <a:pt x="6208" y="4543"/>
                </a:lnTo>
                <a:lnTo>
                  <a:pt x="5351" y="6406"/>
                </a:lnTo>
                <a:lnTo>
                  <a:pt x="4543" y="8286"/>
                </a:lnTo>
                <a:lnTo>
                  <a:pt x="3809" y="10191"/>
                </a:lnTo>
                <a:lnTo>
                  <a:pt x="3133" y="12120"/>
                </a:lnTo>
                <a:lnTo>
                  <a:pt x="2515" y="14066"/>
                </a:lnTo>
                <a:lnTo>
                  <a:pt x="1971" y="16036"/>
                </a:lnTo>
                <a:lnTo>
                  <a:pt x="1484" y="18023"/>
                </a:lnTo>
                <a:lnTo>
                  <a:pt x="1064" y="20027"/>
                </a:lnTo>
                <a:lnTo>
                  <a:pt x="717" y="22047"/>
                </a:lnTo>
                <a:lnTo>
                  <a:pt x="437" y="24083"/>
                </a:lnTo>
                <a:lnTo>
                  <a:pt x="223" y="26136"/>
                </a:lnTo>
                <a:lnTo>
                  <a:pt x="74" y="28205"/>
                </a:lnTo>
                <a:lnTo>
                  <a:pt x="8" y="30291"/>
                </a:lnTo>
                <a:lnTo>
                  <a:pt x="0" y="31339"/>
                </a:lnTo>
                <a:lnTo>
                  <a:pt x="8" y="32715"/>
                </a:lnTo>
                <a:lnTo>
                  <a:pt x="132" y="35453"/>
                </a:lnTo>
                <a:lnTo>
                  <a:pt x="379" y="38157"/>
                </a:lnTo>
                <a:lnTo>
                  <a:pt x="750" y="40845"/>
                </a:lnTo>
                <a:lnTo>
                  <a:pt x="1228" y="43500"/>
                </a:lnTo>
                <a:lnTo>
                  <a:pt x="1830" y="46121"/>
                </a:lnTo>
                <a:lnTo>
                  <a:pt x="2548" y="48710"/>
                </a:lnTo>
                <a:lnTo>
                  <a:pt x="3372" y="51266"/>
                </a:lnTo>
                <a:lnTo>
                  <a:pt x="4304" y="53781"/>
                </a:lnTo>
                <a:lnTo>
                  <a:pt x="5343" y="56263"/>
                </a:lnTo>
                <a:lnTo>
                  <a:pt x="6489" y="58711"/>
                </a:lnTo>
                <a:lnTo>
                  <a:pt x="7734" y="61111"/>
                </a:lnTo>
                <a:lnTo>
                  <a:pt x="9086" y="63469"/>
                </a:lnTo>
                <a:lnTo>
                  <a:pt x="10537" y="65785"/>
                </a:lnTo>
                <a:lnTo>
                  <a:pt x="12079" y="68053"/>
                </a:lnTo>
                <a:lnTo>
                  <a:pt x="13719" y="70279"/>
                </a:lnTo>
                <a:lnTo>
                  <a:pt x="14577" y="71367"/>
                </a:lnTo>
                <a:lnTo>
                  <a:pt x="10438" y="81673"/>
                </a:lnTo>
                <a:lnTo>
                  <a:pt x="10438" y="81673"/>
                </a:lnTo>
                <a:lnTo>
                  <a:pt x="21296" y="78763"/>
                </a:lnTo>
                <a:lnTo>
                  <a:pt x="22121" y="79554"/>
                </a:lnTo>
                <a:lnTo>
                  <a:pt x="23803" y="81104"/>
                </a:lnTo>
                <a:lnTo>
                  <a:pt x="25542" y="82613"/>
                </a:lnTo>
                <a:lnTo>
                  <a:pt x="27332" y="84089"/>
                </a:lnTo>
                <a:lnTo>
                  <a:pt x="29162" y="85523"/>
                </a:lnTo>
                <a:lnTo>
                  <a:pt x="31050" y="86917"/>
                </a:lnTo>
                <a:lnTo>
                  <a:pt x="32987" y="88269"/>
                </a:lnTo>
                <a:lnTo>
                  <a:pt x="34966" y="89588"/>
                </a:lnTo>
                <a:lnTo>
                  <a:pt x="36986" y="90858"/>
                </a:lnTo>
                <a:lnTo>
                  <a:pt x="39056" y="92078"/>
                </a:lnTo>
                <a:lnTo>
                  <a:pt x="41175" y="93265"/>
                </a:lnTo>
                <a:lnTo>
                  <a:pt x="43326" y="94403"/>
                </a:lnTo>
                <a:lnTo>
                  <a:pt x="45520" y="95491"/>
                </a:lnTo>
                <a:lnTo>
                  <a:pt x="47754" y="96538"/>
                </a:lnTo>
                <a:lnTo>
                  <a:pt x="50029" y="97536"/>
                </a:lnTo>
                <a:lnTo>
                  <a:pt x="52338" y="98484"/>
                </a:lnTo>
                <a:lnTo>
                  <a:pt x="53509" y="98938"/>
                </a:lnTo>
                <a:lnTo>
                  <a:pt x="155678" y="98938"/>
                </a:lnTo>
                <a:lnTo>
                  <a:pt x="155678" y="0"/>
                </a:lnTo>
                <a:close/>
              </a:path>
            </a:pathLst>
          </a:custGeom>
          <a:solidFill>
            <a:srgbClr val="6D9EEB"/>
          </a:solidFill>
          <a:ln cap="flat" cmpd="sng" w="152400">
            <a:solidFill>
              <a:srgbClr val="9AB6E6"/>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9"/>
          <p:cNvSpPr/>
          <p:nvPr/>
        </p:nvSpPr>
        <p:spPr>
          <a:xfrm flipH="1">
            <a:off x="0" y="0"/>
            <a:ext cx="8093362" cy="5143539"/>
          </a:xfrm>
          <a:custGeom>
            <a:rect b="b" l="l" r="r" t="t"/>
            <a:pathLst>
              <a:path extrusionOk="0" h="98938" w="155679">
                <a:moveTo>
                  <a:pt x="8624" y="0"/>
                </a:moveTo>
                <a:lnTo>
                  <a:pt x="8113" y="899"/>
                </a:lnTo>
                <a:lnTo>
                  <a:pt x="7132" y="2713"/>
                </a:lnTo>
                <a:lnTo>
                  <a:pt x="6208" y="4543"/>
                </a:lnTo>
                <a:lnTo>
                  <a:pt x="5351" y="6406"/>
                </a:lnTo>
                <a:lnTo>
                  <a:pt x="4543" y="8286"/>
                </a:lnTo>
                <a:lnTo>
                  <a:pt x="3809" y="10191"/>
                </a:lnTo>
                <a:lnTo>
                  <a:pt x="3133" y="12120"/>
                </a:lnTo>
                <a:lnTo>
                  <a:pt x="2515" y="14066"/>
                </a:lnTo>
                <a:lnTo>
                  <a:pt x="1971" y="16036"/>
                </a:lnTo>
                <a:lnTo>
                  <a:pt x="1484" y="18023"/>
                </a:lnTo>
                <a:lnTo>
                  <a:pt x="1064" y="20027"/>
                </a:lnTo>
                <a:lnTo>
                  <a:pt x="717" y="22047"/>
                </a:lnTo>
                <a:lnTo>
                  <a:pt x="437" y="24083"/>
                </a:lnTo>
                <a:lnTo>
                  <a:pt x="223" y="26136"/>
                </a:lnTo>
                <a:lnTo>
                  <a:pt x="74" y="28205"/>
                </a:lnTo>
                <a:lnTo>
                  <a:pt x="8" y="30291"/>
                </a:lnTo>
                <a:lnTo>
                  <a:pt x="0" y="31339"/>
                </a:lnTo>
                <a:lnTo>
                  <a:pt x="8" y="32715"/>
                </a:lnTo>
                <a:lnTo>
                  <a:pt x="132" y="35453"/>
                </a:lnTo>
                <a:lnTo>
                  <a:pt x="379" y="38157"/>
                </a:lnTo>
                <a:lnTo>
                  <a:pt x="750" y="40845"/>
                </a:lnTo>
                <a:lnTo>
                  <a:pt x="1228" y="43500"/>
                </a:lnTo>
                <a:lnTo>
                  <a:pt x="1830" y="46121"/>
                </a:lnTo>
                <a:lnTo>
                  <a:pt x="2548" y="48710"/>
                </a:lnTo>
                <a:lnTo>
                  <a:pt x="3372" y="51266"/>
                </a:lnTo>
                <a:lnTo>
                  <a:pt x="4304" y="53781"/>
                </a:lnTo>
                <a:lnTo>
                  <a:pt x="5343" y="56263"/>
                </a:lnTo>
                <a:lnTo>
                  <a:pt x="6489" y="58711"/>
                </a:lnTo>
                <a:lnTo>
                  <a:pt x="7734" y="61111"/>
                </a:lnTo>
                <a:lnTo>
                  <a:pt x="9086" y="63469"/>
                </a:lnTo>
                <a:lnTo>
                  <a:pt x="10537" y="65785"/>
                </a:lnTo>
                <a:lnTo>
                  <a:pt x="12079" y="68053"/>
                </a:lnTo>
                <a:lnTo>
                  <a:pt x="13719" y="70279"/>
                </a:lnTo>
                <a:lnTo>
                  <a:pt x="14577" y="71367"/>
                </a:lnTo>
                <a:lnTo>
                  <a:pt x="10438" y="81673"/>
                </a:lnTo>
                <a:lnTo>
                  <a:pt x="10438" y="81673"/>
                </a:lnTo>
                <a:lnTo>
                  <a:pt x="21296" y="78763"/>
                </a:lnTo>
                <a:lnTo>
                  <a:pt x="22121" y="79554"/>
                </a:lnTo>
                <a:lnTo>
                  <a:pt x="23803" y="81104"/>
                </a:lnTo>
                <a:lnTo>
                  <a:pt x="25542" y="82613"/>
                </a:lnTo>
                <a:lnTo>
                  <a:pt x="27332" y="84089"/>
                </a:lnTo>
                <a:lnTo>
                  <a:pt x="29162" y="85523"/>
                </a:lnTo>
                <a:lnTo>
                  <a:pt x="31050" y="86917"/>
                </a:lnTo>
                <a:lnTo>
                  <a:pt x="32987" y="88269"/>
                </a:lnTo>
                <a:lnTo>
                  <a:pt x="34966" y="89588"/>
                </a:lnTo>
                <a:lnTo>
                  <a:pt x="36986" y="90858"/>
                </a:lnTo>
                <a:lnTo>
                  <a:pt x="39056" y="92078"/>
                </a:lnTo>
                <a:lnTo>
                  <a:pt x="41175" y="93265"/>
                </a:lnTo>
                <a:lnTo>
                  <a:pt x="43326" y="94403"/>
                </a:lnTo>
                <a:lnTo>
                  <a:pt x="45520" y="95491"/>
                </a:lnTo>
                <a:lnTo>
                  <a:pt x="47754" y="96538"/>
                </a:lnTo>
                <a:lnTo>
                  <a:pt x="50029" y="97536"/>
                </a:lnTo>
                <a:lnTo>
                  <a:pt x="52338" y="98484"/>
                </a:lnTo>
                <a:lnTo>
                  <a:pt x="53509" y="98938"/>
                </a:lnTo>
                <a:lnTo>
                  <a:pt x="155678" y="98938"/>
                </a:lnTo>
                <a:lnTo>
                  <a:pt x="155678"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txBox="1"/>
          <p:nvPr>
            <p:ph idx="1" type="body"/>
          </p:nvPr>
        </p:nvSpPr>
        <p:spPr>
          <a:xfrm>
            <a:off x="5235525" y="660650"/>
            <a:ext cx="2153400" cy="519600"/>
          </a:xfrm>
          <a:prstGeom prst="rect">
            <a:avLst/>
          </a:prstGeom>
        </p:spPr>
        <p:txBody>
          <a:bodyPr anchorCtr="0" anchor="t" bIns="91425" lIns="91425" spcFirstLastPara="1" rIns="91425" wrap="square" tIns="91425">
            <a:noAutofit/>
          </a:bodyPr>
          <a:lstStyle>
            <a:lvl1pPr indent="-228600" lvl="0" marL="457200">
              <a:spcBef>
                <a:spcPts val="360"/>
              </a:spcBef>
              <a:spcAft>
                <a:spcPts val="0"/>
              </a:spcAft>
              <a:buSzPts val="1400"/>
              <a:buNone/>
              <a:defRPr sz="1400"/>
            </a:lvl1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rgbClr val="A4C2F4"/>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53625" y="739375"/>
            <a:ext cx="5969100" cy="7449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rgbClr val="3C78D8"/>
              </a:buClr>
              <a:buSzPts val="3000"/>
              <a:buFont typeface="Sniglet"/>
              <a:buNone/>
              <a:defRPr b="1" sz="3000">
                <a:solidFill>
                  <a:srgbClr val="3C78D8"/>
                </a:solidFill>
                <a:latin typeface="Sniglet"/>
                <a:ea typeface="Sniglet"/>
                <a:cs typeface="Sniglet"/>
                <a:sym typeface="Sniglet"/>
              </a:defRPr>
            </a:lvl1pPr>
            <a:lvl2pPr lvl="1">
              <a:spcBef>
                <a:spcPts val="0"/>
              </a:spcBef>
              <a:spcAft>
                <a:spcPts val="0"/>
              </a:spcAft>
              <a:buClr>
                <a:srgbClr val="3C78D8"/>
              </a:buClr>
              <a:buSzPts val="3000"/>
              <a:buFont typeface="Sniglet"/>
              <a:buNone/>
              <a:defRPr b="1" sz="3000">
                <a:solidFill>
                  <a:srgbClr val="3C78D8"/>
                </a:solidFill>
                <a:latin typeface="Sniglet"/>
                <a:ea typeface="Sniglet"/>
                <a:cs typeface="Sniglet"/>
                <a:sym typeface="Sniglet"/>
              </a:defRPr>
            </a:lvl2pPr>
            <a:lvl3pPr lvl="2">
              <a:spcBef>
                <a:spcPts val="0"/>
              </a:spcBef>
              <a:spcAft>
                <a:spcPts val="0"/>
              </a:spcAft>
              <a:buClr>
                <a:srgbClr val="3C78D8"/>
              </a:buClr>
              <a:buSzPts val="3000"/>
              <a:buFont typeface="Sniglet"/>
              <a:buNone/>
              <a:defRPr b="1" sz="3000">
                <a:solidFill>
                  <a:srgbClr val="3C78D8"/>
                </a:solidFill>
                <a:latin typeface="Sniglet"/>
                <a:ea typeface="Sniglet"/>
                <a:cs typeface="Sniglet"/>
                <a:sym typeface="Sniglet"/>
              </a:defRPr>
            </a:lvl3pPr>
            <a:lvl4pPr lvl="3">
              <a:spcBef>
                <a:spcPts val="0"/>
              </a:spcBef>
              <a:spcAft>
                <a:spcPts val="0"/>
              </a:spcAft>
              <a:buClr>
                <a:srgbClr val="3C78D8"/>
              </a:buClr>
              <a:buSzPts val="3000"/>
              <a:buFont typeface="Sniglet"/>
              <a:buNone/>
              <a:defRPr b="1" sz="3000">
                <a:solidFill>
                  <a:srgbClr val="3C78D8"/>
                </a:solidFill>
                <a:latin typeface="Sniglet"/>
                <a:ea typeface="Sniglet"/>
                <a:cs typeface="Sniglet"/>
                <a:sym typeface="Sniglet"/>
              </a:defRPr>
            </a:lvl4pPr>
            <a:lvl5pPr lvl="4">
              <a:spcBef>
                <a:spcPts val="0"/>
              </a:spcBef>
              <a:spcAft>
                <a:spcPts val="0"/>
              </a:spcAft>
              <a:buClr>
                <a:srgbClr val="3C78D8"/>
              </a:buClr>
              <a:buSzPts val="3000"/>
              <a:buFont typeface="Sniglet"/>
              <a:buNone/>
              <a:defRPr b="1" sz="3000">
                <a:solidFill>
                  <a:srgbClr val="3C78D8"/>
                </a:solidFill>
                <a:latin typeface="Sniglet"/>
                <a:ea typeface="Sniglet"/>
                <a:cs typeface="Sniglet"/>
                <a:sym typeface="Sniglet"/>
              </a:defRPr>
            </a:lvl5pPr>
            <a:lvl6pPr lvl="5">
              <a:spcBef>
                <a:spcPts val="0"/>
              </a:spcBef>
              <a:spcAft>
                <a:spcPts val="0"/>
              </a:spcAft>
              <a:buClr>
                <a:srgbClr val="3C78D8"/>
              </a:buClr>
              <a:buSzPts val="3000"/>
              <a:buFont typeface="Sniglet"/>
              <a:buNone/>
              <a:defRPr b="1" sz="3000">
                <a:solidFill>
                  <a:srgbClr val="3C78D8"/>
                </a:solidFill>
                <a:latin typeface="Sniglet"/>
                <a:ea typeface="Sniglet"/>
                <a:cs typeface="Sniglet"/>
                <a:sym typeface="Sniglet"/>
              </a:defRPr>
            </a:lvl6pPr>
            <a:lvl7pPr lvl="6">
              <a:spcBef>
                <a:spcPts val="0"/>
              </a:spcBef>
              <a:spcAft>
                <a:spcPts val="0"/>
              </a:spcAft>
              <a:buClr>
                <a:srgbClr val="3C78D8"/>
              </a:buClr>
              <a:buSzPts val="3000"/>
              <a:buFont typeface="Sniglet"/>
              <a:buNone/>
              <a:defRPr b="1" sz="3000">
                <a:solidFill>
                  <a:srgbClr val="3C78D8"/>
                </a:solidFill>
                <a:latin typeface="Sniglet"/>
                <a:ea typeface="Sniglet"/>
                <a:cs typeface="Sniglet"/>
                <a:sym typeface="Sniglet"/>
              </a:defRPr>
            </a:lvl7pPr>
            <a:lvl8pPr lvl="7">
              <a:spcBef>
                <a:spcPts val="0"/>
              </a:spcBef>
              <a:spcAft>
                <a:spcPts val="0"/>
              </a:spcAft>
              <a:buClr>
                <a:srgbClr val="3C78D8"/>
              </a:buClr>
              <a:buSzPts val="3000"/>
              <a:buFont typeface="Sniglet"/>
              <a:buNone/>
              <a:defRPr b="1" sz="3000">
                <a:solidFill>
                  <a:srgbClr val="3C78D8"/>
                </a:solidFill>
                <a:latin typeface="Sniglet"/>
                <a:ea typeface="Sniglet"/>
                <a:cs typeface="Sniglet"/>
                <a:sym typeface="Sniglet"/>
              </a:defRPr>
            </a:lvl8pPr>
            <a:lvl9pPr lvl="8">
              <a:spcBef>
                <a:spcPts val="0"/>
              </a:spcBef>
              <a:spcAft>
                <a:spcPts val="0"/>
              </a:spcAft>
              <a:buClr>
                <a:srgbClr val="3C78D8"/>
              </a:buClr>
              <a:buSzPts val="3000"/>
              <a:buFont typeface="Sniglet"/>
              <a:buNone/>
              <a:defRPr b="1" sz="3000">
                <a:solidFill>
                  <a:srgbClr val="3C78D8"/>
                </a:solidFill>
                <a:latin typeface="Sniglet"/>
                <a:ea typeface="Sniglet"/>
                <a:cs typeface="Sniglet"/>
                <a:sym typeface="Sniglet"/>
              </a:defRPr>
            </a:lvl9pPr>
          </a:lstStyle>
          <a:p/>
        </p:txBody>
      </p:sp>
      <p:sp>
        <p:nvSpPr>
          <p:cNvPr id="7" name="Google Shape;7;p1"/>
          <p:cNvSpPr txBox="1"/>
          <p:nvPr>
            <p:ph idx="1" type="body"/>
          </p:nvPr>
        </p:nvSpPr>
        <p:spPr>
          <a:xfrm>
            <a:off x="653625" y="1374515"/>
            <a:ext cx="5969100" cy="3237000"/>
          </a:xfrm>
          <a:prstGeom prst="rect">
            <a:avLst/>
          </a:prstGeom>
          <a:noFill/>
          <a:ln>
            <a:noFill/>
          </a:ln>
        </p:spPr>
        <p:txBody>
          <a:bodyPr anchorCtr="0" anchor="t" bIns="91425" lIns="91425" spcFirstLastPara="1" rIns="91425" wrap="square" tIns="91425">
            <a:noAutofit/>
          </a:bodyPr>
          <a:lstStyle>
            <a:lvl1pPr indent="-381000" lvl="0" marL="457200">
              <a:spcBef>
                <a:spcPts val="600"/>
              </a:spcBef>
              <a:spcAft>
                <a:spcPts val="0"/>
              </a:spcAft>
              <a:buClr>
                <a:srgbClr val="6D9EEB"/>
              </a:buClr>
              <a:buSzPts val="2400"/>
              <a:buFont typeface="ABeeZee"/>
              <a:buChar char="×"/>
              <a:defRPr sz="2400">
                <a:solidFill>
                  <a:srgbClr val="474F67"/>
                </a:solidFill>
                <a:latin typeface="ABeeZee"/>
                <a:ea typeface="ABeeZee"/>
                <a:cs typeface="ABeeZee"/>
                <a:sym typeface="ABeeZee"/>
              </a:defRPr>
            </a:lvl1pPr>
            <a:lvl2pPr indent="-381000" lvl="1" marL="914400">
              <a:spcBef>
                <a:spcPts val="0"/>
              </a:spcBef>
              <a:spcAft>
                <a:spcPts val="0"/>
              </a:spcAft>
              <a:buClr>
                <a:srgbClr val="6D9EEB"/>
              </a:buClr>
              <a:buSzPts val="2400"/>
              <a:buFont typeface="ABeeZee"/>
              <a:buChar char="×"/>
              <a:defRPr sz="2400">
                <a:solidFill>
                  <a:srgbClr val="474F67"/>
                </a:solidFill>
                <a:latin typeface="ABeeZee"/>
                <a:ea typeface="ABeeZee"/>
                <a:cs typeface="ABeeZee"/>
                <a:sym typeface="ABeeZee"/>
              </a:defRPr>
            </a:lvl2pPr>
            <a:lvl3pPr indent="-381000" lvl="2" marL="1371600">
              <a:spcBef>
                <a:spcPts val="0"/>
              </a:spcBef>
              <a:spcAft>
                <a:spcPts val="0"/>
              </a:spcAft>
              <a:buClr>
                <a:srgbClr val="6D9EEB"/>
              </a:buClr>
              <a:buSzPts val="2400"/>
              <a:buFont typeface="ABeeZee"/>
              <a:buChar char="×"/>
              <a:defRPr sz="2400">
                <a:solidFill>
                  <a:srgbClr val="474F67"/>
                </a:solidFill>
                <a:latin typeface="ABeeZee"/>
                <a:ea typeface="ABeeZee"/>
                <a:cs typeface="ABeeZee"/>
                <a:sym typeface="ABeeZee"/>
              </a:defRPr>
            </a:lvl3pPr>
            <a:lvl4pPr indent="-381000" lvl="3" marL="1828800">
              <a:spcBef>
                <a:spcPts val="0"/>
              </a:spcBef>
              <a:spcAft>
                <a:spcPts val="0"/>
              </a:spcAft>
              <a:buClr>
                <a:srgbClr val="6D9EEB"/>
              </a:buClr>
              <a:buSzPts val="2400"/>
              <a:buFont typeface="ABeeZee"/>
              <a:buChar char="×"/>
              <a:defRPr sz="2400">
                <a:solidFill>
                  <a:srgbClr val="474F67"/>
                </a:solidFill>
                <a:latin typeface="ABeeZee"/>
                <a:ea typeface="ABeeZee"/>
                <a:cs typeface="ABeeZee"/>
                <a:sym typeface="ABeeZee"/>
              </a:defRPr>
            </a:lvl4pPr>
            <a:lvl5pPr indent="-381000" lvl="4" marL="2286000">
              <a:spcBef>
                <a:spcPts val="0"/>
              </a:spcBef>
              <a:spcAft>
                <a:spcPts val="0"/>
              </a:spcAft>
              <a:buClr>
                <a:srgbClr val="6D9EEB"/>
              </a:buClr>
              <a:buSzPts val="2400"/>
              <a:buFont typeface="ABeeZee"/>
              <a:buChar char="×"/>
              <a:defRPr sz="2400">
                <a:solidFill>
                  <a:srgbClr val="474F67"/>
                </a:solidFill>
                <a:latin typeface="ABeeZee"/>
                <a:ea typeface="ABeeZee"/>
                <a:cs typeface="ABeeZee"/>
                <a:sym typeface="ABeeZee"/>
              </a:defRPr>
            </a:lvl5pPr>
            <a:lvl6pPr indent="-381000" lvl="5" marL="2743200">
              <a:spcBef>
                <a:spcPts val="0"/>
              </a:spcBef>
              <a:spcAft>
                <a:spcPts val="0"/>
              </a:spcAft>
              <a:buClr>
                <a:srgbClr val="6D9EEB"/>
              </a:buClr>
              <a:buSzPts val="2400"/>
              <a:buFont typeface="ABeeZee"/>
              <a:buChar char="×"/>
              <a:defRPr sz="2400">
                <a:solidFill>
                  <a:srgbClr val="474F67"/>
                </a:solidFill>
                <a:latin typeface="ABeeZee"/>
                <a:ea typeface="ABeeZee"/>
                <a:cs typeface="ABeeZee"/>
                <a:sym typeface="ABeeZee"/>
              </a:defRPr>
            </a:lvl6pPr>
            <a:lvl7pPr indent="-381000" lvl="6" marL="3200400">
              <a:spcBef>
                <a:spcPts val="0"/>
              </a:spcBef>
              <a:spcAft>
                <a:spcPts val="0"/>
              </a:spcAft>
              <a:buClr>
                <a:srgbClr val="6D9EEB"/>
              </a:buClr>
              <a:buSzPts val="2400"/>
              <a:buFont typeface="ABeeZee"/>
              <a:buChar char="●"/>
              <a:defRPr sz="2400">
                <a:solidFill>
                  <a:srgbClr val="474F67"/>
                </a:solidFill>
                <a:latin typeface="ABeeZee"/>
                <a:ea typeface="ABeeZee"/>
                <a:cs typeface="ABeeZee"/>
                <a:sym typeface="ABeeZee"/>
              </a:defRPr>
            </a:lvl7pPr>
            <a:lvl8pPr indent="-381000" lvl="7" marL="3657600">
              <a:spcBef>
                <a:spcPts val="0"/>
              </a:spcBef>
              <a:spcAft>
                <a:spcPts val="0"/>
              </a:spcAft>
              <a:buClr>
                <a:srgbClr val="6D9EEB"/>
              </a:buClr>
              <a:buSzPts val="2400"/>
              <a:buFont typeface="ABeeZee"/>
              <a:buChar char="○"/>
              <a:defRPr sz="2400">
                <a:solidFill>
                  <a:srgbClr val="474F67"/>
                </a:solidFill>
                <a:latin typeface="ABeeZee"/>
                <a:ea typeface="ABeeZee"/>
                <a:cs typeface="ABeeZee"/>
                <a:sym typeface="ABeeZee"/>
              </a:defRPr>
            </a:lvl8pPr>
            <a:lvl9pPr indent="-381000" lvl="8" marL="4114800">
              <a:spcBef>
                <a:spcPts val="0"/>
              </a:spcBef>
              <a:spcAft>
                <a:spcPts val="0"/>
              </a:spcAft>
              <a:buClr>
                <a:srgbClr val="6D9EEB"/>
              </a:buClr>
              <a:buSzPts val="2400"/>
              <a:buFont typeface="ABeeZee"/>
              <a:buChar char="■"/>
              <a:defRPr sz="2400">
                <a:solidFill>
                  <a:srgbClr val="474F67"/>
                </a:solidFill>
                <a:latin typeface="ABeeZee"/>
                <a:ea typeface="ABeeZee"/>
                <a:cs typeface="ABeeZee"/>
                <a:sym typeface="ABeeZee"/>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hyperlink" Target="https://youtu.be/ydKcaIE6O1k?si=DPfW29M3OZYT_7r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1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1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5.jpg"/></Relationships>
</file>

<file path=ppt/slides/_rels/slide27.xml.rels><?xml version="1.0" encoding="UTF-8" standalone="yes"?><Relationships xmlns="http://schemas.openxmlformats.org/package/2006/relationships"><Relationship Id="rId11" Type="http://schemas.openxmlformats.org/officeDocument/2006/relationships/hyperlink" Target="https://www.gse.harvard.edu/taxonomy/term/246?type=All&amp;keys=family%20engagement%20survey%20tools" TargetMode="External"/><Relationship Id="rId10" Type="http://schemas.openxmlformats.org/officeDocument/2006/relationships/hyperlink" Target="https://www.gse.harvard.edu/taxonomy/term/246?type=All&amp;keys=family%20engagement%20survey%20tools" TargetMode="External"/><Relationship Id="rId13" Type="http://schemas.openxmlformats.org/officeDocument/2006/relationships/hyperlink" Target="https://traumainformedoregon.org/" TargetMode="External"/><Relationship Id="rId12" Type="http://schemas.openxmlformats.org/officeDocument/2006/relationships/hyperlink" Target="https://www.gse.harvard.edu/taxonomy/term/246?type=All&amp;keys=family%20engagement%20survey%20tools" TargetMode="External"/><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hyperlink" Target="https://ies.ed.gov/national-center-education-statistics-nces" TargetMode="External"/><Relationship Id="rId4" Type="http://schemas.openxmlformats.org/officeDocument/2006/relationships/hyperlink" Target="https://childrensdefense.org/" TargetMode="External"/><Relationship Id="rId9" Type="http://schemas.openxmlformats.org/officeDocument/2006/relationships/hyperlink" Target="https://www.cde.ca.gov/ls/he/at/chks.asp" TargetMode="External"/><Relationship Id="rId5" Type="http://schemas.openxmlformats.org/officeDocument/2006/relationships/hyperlink" Target="https://www.nccp.org/" TargetMode="External"/><Relationship Id="rId6" Type="http://schemas.openxmlformats.org/officeDocument/2006/relationships/hyperlink" Target="https://searchinstitute.org/" TargetMode="External"/><Relationship Id="rId7" Type="http://schemas.openxmlformats.org/officeDocument/2006/relationships/hyperlink" Target="https://www.attendanceworks.org/" TargetMode="External"/><Relationship Id="rId8" Type="http://schemas.openxmlformats.org/officeDocument/2006/relationships/hyperlink" Target="https://safesupportivelearning.ed.gov/topic-research/school-climate-measurement/school-climate-survey-compendium"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hyperlink" Target="https://docs.google.com/document/d/1SyUiAhOAEcyLPsT20rVVFHXhDth3sWUoaX-PIBGDrRM/edit?usp=sharing" TargetMode="External"/><Relationship Id="rId4" Type="http://schemas.openxmlformats.org/officeDocument/2006/relationships/hyperlink" Target="https://docs.google.com/document/d/11Dhb5GvpGa_9bhCi3ot5Qtj3Cpj1xk-ebD-E_198D2k/edit?usp=sharing" TargetMode="External"/><Relationship Id="rId5" Type="http://schemas.openxmlformats.org/officeDocument/2006/relationships/image" Target="../media/image8.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 Id="rId3" Type="http://schemas.openxmlformats.org/officeDocument/2006/relationships/image" Target="../media/image10.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1"/>
          <p:cNvSpPr txBox="1"/>
          <p:nvPr>
            <p:ph type="ctrTitle"/>
          </p:nvPr>
        </p:nvSpPr>
        <p:spPr>
          <a:xfrm>
            <a:off x="349650" y="480475"/>
            <a:ext cx="4730700" cy="276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0" lang="en" sz="4400">
                <a:solidFill>
                  <a:srgbClr val="F58617"/>
                </a:solidFill>
              </a:rPr>
              <a:t>Supporting Students &amp; Families Living in Poverty</a:t>
            </a:r>
            <a:endParaRPr b="0" sz="4400">
              <a:solidFill>
                <a:srgbClr val="F58617"/>
              </a:solidFill>
            </a:endParaRPr>
          </a:p>
        </p:txBody>
      </p:sp>
      <p:grpSp>
        <p:nvGrpSpPr>
          <p:cNvPr id="54" name="Google Shape;54;p11"/>
          <p:cNvGrpSpPr/>
          <p:nvPr/>
        </p:nvGrpSpPr>
        <p:grpSpPr>
          <a:xfrm flipH="1">
            <a:off x="6297048" y="2765569"/>
            <a:ext cx="2611543" cy="2377924"/>
            <a:chOff x="5930700" y="247325"/>
            <a:chExt cx="1451825" cy="1321950"/>
          </a:xfrm>
        </p:grpSpPr>
        <p:sp>
          <p:nvSpPr>
            <p:cNvPr id="55" name="Google Shape;55;p11"/>
            <p:cNvSpPr/>
            <p:nvPr/>
          </p:nvSpPr>
          <p:spPr>
            <a:xfrm>
              <a:off x="5930700" y="247325"/>
              <a:ext cx="1155875" cy="1152650"/>
            </a:xfrm>
            <a:custGeom>
              <a:rect b="b" l="l" r="r" t="t"/>
              <a:pathLst>
                <a:path extrusionOk="0" h="46106" w="46235">
                  <a:moveTo>
                    <a:pt x="23448" y="0"/>
                  </a:moveTo>
                  <a:lnTo>
                    <a:pt x="22863" y="25"/>
                  </a:lnTo>
                  <a:lnTo>
                    <a:pt x="21819" y="331"/>
                  </a:lnTo>
                  <a:lnTo>
                    <a:pt x="20903" y="917"/>
                  </a:lnTo>
                  <a:lnTo>
                    <a:pt x="20190" y="1706"/>
                  </a:lnTo>
                  <a:lnTo>
                    <a:pt x="19935" y="2189"/>
                  </a:lnTo>
                  <a:lnTo>
                    <a:pt x="19553" y="1808"/>
                  </a:lnTo>
                  <a:lnTo>
                    <a:pt x="18637" y="1247"/>
                  </a:lnTo>
                  <a:lnTo>
                    <a:pt x="17593" y="967"/>
                  </a:lnTo>
                  <a:lnTo>
                    <a:pt x="16498" y="993"/>
                  </a:lnTo>
                  <a:lnTo>
                    <a:pt x="15964" y="1146"/>
                  </a:lnTo>
                  <a:lnTo>
                    <a:pt x="15429" y="1349"/>
                  </a:lnTo>
                  <a:lnTo>
                    <a:pt x="14512" y="1960"/>
                  </a:lnTo>
                  <a:lnTo>
                    <a:pt x="13850" y="2800"/>
                  </a:lnTo>
                  <a:lnTo>
                    <a:pt x="13418" y="3793"/>
                  </a:lnTo>
                  <a:lnTo>
                    <a:pt x="13341" y="4328"/>
                  </a:lnTo>
                  <a:lnTo>
                    <a:pt x="12858" y="4099"/>
                  </a:lnTo>
                  <a:lnTo>
                    <a:pt x="11814" y="3870"/>
                  </a:lnTo>
                  <a:lnTo>
                    <a:pt x="10719" y="3946"/>
                  </a:lnTo>
                  <a:lnTo>
                    <a:pt x="9701" y="4328"/>
                  </a:lnTo>
                  <a:lnTo>
                    <a:pt x="9217" y="4634"/>
                  </a:lnTo>
                  <a:lnTo>
                    <a:pt x="8784" y="5015"/>
                  </a:lnTo>
                  <a:lnTo>
                    <a:pt x="8122" y="5906"/>
                  </a:lnTo>
                  <a:lnTo>
                    <a:pt x="7766" y="6899"/>
                  </a:lnTo>
                  <a:lnTo>
                    <a:pt x="7689" y="7969"/>
                  </a:lnTo>
                  <a:lnTo>
                    <a:pt x="7791" y="8503"/>
                  </a:lnTo>
                  <a:lnTo>
                    <a:pt x="7257" y="8452"/>
                  </a:lnTo>
                  <a:lnTo>
                    <a:pt x="6187" y="8580"/>
                  </a:lnTo>
                  <a:lnTo>
                    <a:pt x="5194" y="8987"/>
                  </a:lnTo>
                  <a:lnTo>
                    <a:pt x="4329" y="9674"/>
                  </a:lnTo>
                  <a:lnTo>
                    <a:pt x="3998" y="10133"/>
                  </a:lnTo>
                  <a:lnTo>
                    <a:pt x="3692" y="10616"/>
                  </a:lnTo>
                  <a:lnTo>
                    <a:pt x="3361" y="11660"/>
                  </a:lnTo>
                  <a:lnTo>
                    <a:pt x="3336" y="12729"/>
                  </a:lnTo>
                  <a:lnTo>
                    <a:pt x="3616" y="13773"/>
                  </a:lnTo>
                  <a:lnTo>
                    <a:pt x="3871" y="14257"/>
                  </a:lnTo>
                  <a:lnTo>
                    <a:pt x="3336" y="14359"/>
                  </a:lnTo>
                  <a:lnTo>
                    <a:pt x="2369" y="14817"/>
                  </a:lnTo>
                  <a:lnTo>
                    <a:pt x="1554" y="15530"/>
                  </a:lnTo>
                  <a:lnTo>
                    <a:pt x="968" y="16472"/>
                  </a:lnTo>
                  <a:lnTo>
                    <a:pt x="790" y="17006"/>
                  </a:lnTo>
                  <a:lnTo>
                    <a:pt x="663" y="17567"/>
                  </a:lnTo>
                  <a:lnTo>
                    <a:pt x="688" y="18661"/>
                  </a:lnTo>
                  <a:lnTo>
                    <a:pt x="1019" y="19705"/>
                  </a:lnTo>
                  <a:lnTo>
                    <a:pt x="1630" y="20596"/>
                  </a:lnTo>
                  <a:lnTo>
                    <a:pt x="2038" y="20953"/>
                  </a:lnTo>
                  <a:lnTo>
                    <a:pt x="1554" y="21233"/>
                  </a:lnTo>
                  <a:lnTo>
                    <a:pt x="790" y="21971"/>
                  </a:lnTo>
                  <a:lnTo>
                    <a:pt x="255" y="22913"/>
                  </a:lnTo>
                  <a:lnTo>
                    <a:pt x="1" y="23982"/>
                  </a:lnTo>
                  <a:lnTo>
                    <a:pt x="1" y="24568"/>
                  </a:lnTo>
                  <a:lnTo>
                    <a:pt x="26" y="24771"/>
                  </a:lnTo>
                  <a:lnTo>
                    <a:pt x="52" y="24975"/>
                  </a:lnTo>
                  <a:lnTo>
                    <a:pt x="52" y="25153"/>
                  </a:lnTo>
                  <a:lnTo>
                    <a:pt x="77" y="25357"/>
                  </a:lnTo>
                  <a:lnTo>
                    <a:pt x="154" y="25943"/>
                  </a:lnTo>
                  <a:lnTo>
                    <a:pt x="561" y="26961"/>
                  </a:lnTo>
                  <a:lnTo>
                    <a:pt x="1248" y="27801"/>
                  </a:lnTo>
                  <a:lnTo>
                    <a:pt x="2114" y="28412"/>
                  </a:lnTo>
                  <a:lnTo>
                    <a:pt x="2623" y="28616"/>
                  </a:lnTo>
                  <a:lnTo>
                    <a:pt x="2292" y="29048"/>
                  </a:lnTo>
                  <a:lnTo>
                    <a:pt x="1834" y="30016"/>
                  </a:lnTo>
                  <a:lnTo>
                    <a:pt x="1656" y="31085"/>
                  </a:lnTo>
                  <a:lnTo>
                    <a:pt x="1808" y="32180"/>
                  </a:lnTo>
                  <a:lnTo>
                    <a:pt x="2012" y="32715"/>
                  </a:lnTo>
                  <a:lnTo>
                    <a:pt x="2267" y="33224"/>
                  </a:lnTo>
                  <a:lnTo>
                    <a:pt x="3005" y="34038"/>
                  </a:lnTo>
                  <a:lnTo>
                    <a:pt x="3922" y="34624"/>
                  </a:lnTo>
                  <a:lnTo>
                    <a:pt x="4940" y="34929"/>
                  </a:lnTo>
                  <a:lnTo>
                    <a:pt x="5475" y="34955"/>
                  </a:lnTo>
                  <a:lnTo>
                    <a:pt x="5296" y="35464"/>
                  </a:lnTo>
                  <a:lnTo>
                    <a:pt x="5194" y="36533"/>
                  </a:lnTo>
                  <a:lnTo>
                    <a:pt x="5373" y="37577"/>
                  </a:lnTo>
                  <a:lnTo>
                    <a:pt x="5856" y="38570"/>
                  </a:lnTo>
                  <a:lnTo>
                    <a:pt x="6238" y="39003"/>
                  </a:lnTo>
                  <a:lnTo>
                    <a:pt x="6646" y="39410"/>
                  </a:lnTo>
                  <a:lnTo>
                    <a:pt x="7588" y="39945"/>
                  </a:lnTo>
                  <a:lnTo>
                    <a:pt x="8631" y="40199"/>
                  </a:lnTo>
                  <a:lnTo>
                    <a:pt x="9701" y="40174"/>
                  </a:lnTo>
                  <a:lnTo>
                    <a:pt x="10235" y="40021"/>
                  </a:lnTo>
                  <a:lnTo>
                    <a:pt x="10235" y="40556"/>
                  </a:lnTo>
                  <a:lnTo>
                    <a:pt x="10464" y="41600"/>
                  </a:lnTo>
                  <a:lnTo>
                    <a:pt x="10974" y="42542"/>
                  </a:lnTo>
                  <a:lnTo>
                    <a:pt x="11763" y="43331"/>
                  </a:lnTo>
                  <a:lnTo>
                    <a:pt x="12247" y="43611"/>
                  </a:lnTo>
                  <a:lnTo>
                    <a:pt x="12756" y="43865"/>
                  </a:lnTo>
                  <a:lnTo>
                    <a:pt x="13850" y="44069"/>
                  </a:lnTo>
                  <a:lnTo>
                    <a:pt x="14920" y="43967"/>
                  </a:lnTo>
                  <a:lnTo>
                    <a:pt x="15913" y="43585"/>
                  </a:lnTo>
                  <a:lnTo>
                    <a:pt x="16371" y="43280"/>
                  </a:lnTo>
                  <a:lnTo>
                    <a:pt x="16524" y="43789"/>
                  </a:lnTo>
                  <a:lnTo>
                    <a:pt x="17084" y="44706"/>
                  </a:lnTo>
                  <a:lnTo>
                    <a:pt x="17898" y="45444"/>
                  </a:lnTo>
                  <a:lnTo>
                    <a:pt x="18891" y="45928"/>
                  </a:lnTo>
                  <a:lnTo>
                    <a:pt x="19451" y="46055"/>
                  </a:lnTo>
                  <a:lnTo>
                    <a:pt x="20012" y="46106"/>
                  </a:lnTo>
                  <a:lnTo>
                    <a:pt x="21106" y="45953"/>
                  </a:lnTo>
                  <a:lnTo>
                    <a:pt x="22074" y="45520"/>
                  </a:lnTo>
                  <a:lnTo>
                    <a:pt x="22914" y="44833"/>
                  </a:lnTo>
                  <a:lnTo>
                    <a:pt x="23219" y="44400"/>
                  </a:lnTo>
                  <a:lnTo>
                    <a:pt x="23525" y="44782"/>
                  </a:lnTo>
                  <a:lnTo>
                    <a:pt x="24263" y="45418"/>
                  </a:lnTo>
                  <a:lnTo>
                    <a:pt x="25129" y="45851"/>
                  </a:lnTo>
                  <a:lnTo>
                    <a:pt x="26096" y="46055"/>
                  </a:lnTo>
                  <a:lnTo>
                    <a:pt x="26605" y="46055"/>
                  </a:lnTo>
                  <a:lnTo>
                    <a:pt x="26809" y="46029"/>
                  </a:lnTo>
                  <a:lnTo>
                    <a:pt x="27013" y="46004"/>
                  </a:lnTo>
                  <a:lnTo>
                    <a:pt x="27573" y="45877"/>
                  </a:lnTo>
                  <a:lnTo>
                    <a:pt x="28566" y="45393"/>
                  </a:lnTo>
                  <a:lnTo>
                    <a:pt x="29355" y="44655"/>
                  </a:lnTo>
                  <a:lnTo>
                    <a:pt x="29915" y="43738"/>
                  </a:lnTo>
                  <a:lnTo>
                    <a:pt x="30068" y="43229"/>
                  </a:lnTo>
                  <a:lnTo>
                    <a:pt x="30526" y="43535"/>
                  </a:lnTo>
                  <a:lnTo>
                    <a:pt x="31519" y="43916"/>
                  </a:lnTo>
                  <a:lnTo>
                    <a:pt x="32588" y="43993"/>
                  </a:lnTo>
                  <a:lnTo>
                    <a:pt x="33683" y="43789"/>
                  </a:lnTo>
                  <a:lnTo>
                    <a:pt x="34192" y="43535"/>
                  </a:lnTo>
                  <a:lnTo>
                    <a:pt x="34676" y="43229"/>
                  </a:lnTo>
                  <a:lnTo>
                    <a:pt x="35465" y="42440"/>
                  </a:lnTo>
                  <a:lnTo>
                    <a:pt x="35974" y="41498"/>
                  </a:lnTo>
                  <a:lnTo>
                    <a:pt x="36203" y="40454"/>
                  </a:lnTo>
                  <a:lnTo>
                    <a:pt x="36178" y="39919"/>
                  </a:lnTo>
                  <a:lnTo>
                    <a:pt x="36713" y="40047"/>
                  </a:lnTo>
                  <a:lnTo>
                    <a:pt x="37782" y="40098"/>
                  </a:lnTo>
                  <a:lnTo>
                    <a:pt x="38826" y="39818"/>
                  </a:lnTo>
                  <a:lnTo>
                    <a:pt x="39768" y="39257"/>
                  </a:lnTo>
                  <a:lnTo>
                    <a:pt x="40175" y="38876"/>
                  </a:lnTo>
                  <a:lnTo>
                    <a:pt x="40531" y="38417"/>
                  </a:lnTo>
                  <a:lnTo>
                    <a:pt x="41015" y="37450"/>
                  </a:lnTo>
                  <a:lnTo>
                    <a:pt x="41193" y="36381"/>
                  </a:lnTo>
                  <a:lnTo>
                    <a:pt x="41066" y="35311"/>
                  </a:lnTo>
                  <a:lnTo>
                    <a:pt x="40888" y="34802"/>
                  </a:lnTo>
                  <a:lnTo>
                    <a:pt x="41422" y="34777"/>
                  </a:lnTo>
                  <a:lnTo>
                    <a:pt x="42466" y="34471"/>
                  </a:lnTo>
                  <a:lnTo>
                    <a:pt x="43357" y="33886"/>
                  </a:lnTo>
                  <a:lnTo>
                    <a:pt x="44070" y="33046"/>
                  </a:lnTo>
                  <a:lnTo>
                    <a:pt x="44325" y="32536"/>
                  </a:lnTo>
                  <a:lnTo>
                    <a:pt x="44528" y="32002"/>
                  </a:lnTo>
                  <a:lnTo>
                    <a:pt x="44681" y="30907"/>
                  </a:lnTo>
                  <a:lnTo>
                    <a:pt x="44503" y="29838"/>
                  </a:lnTo>
                  <a:lnTo>
                    <a:pt x="44045" y="28870"/>
                  </a:lnTo>
                  <a:lnTo>
                    <a:pt x="43688" y="28437"/>
                  </a:lnTo>
                  <a:lnTo>
                    <a:pt x="44197" y="28234"/>
                  </a:lnTo>
                  <a:lnTo>
                    <a:pt x="45063" y="27623"/>
                  </a:lnTo>
                  <a:lnTo>
                    <a:pt x="45725" y="26757"/>
                  </a:lnTo>
                  <a:lnTo>
                    <a:pt x="46132" y="25739"/>
                  </a:lnTo>
                  <a:lnTo>
                    <a:pt x="46209" y="25179"/>
                  </a:lnTo>
                  <a:lnTo>
                    <a:pt x="46234" y="24593"/>
                  </a:lnTo>
                  <a:lnTo>
                    <a:pt x="46005" y="23524"/>
                  </a:lnTo>
                  <a:lnTo>
                    <a:pt x="45496" y="22582"/>
                  </a:lnTo>
                  <a:lnTo>
                    <a:pt x="44758" y="21818"/>
                  </a:lnTo>
                  <a:lnTo>
                    <a:pt x="44299" y="21538"/>
                  </a:lnTo>
                  <a:lnTo>
                    <a:pt x="44707" y="21182"/>
                  </a:lnTo>
                  <a:lnTo>
                    <a:pt x="45318" y="20291"/>
                  </a:lnTo>
                  <a:lnTo>
                    <a:pt x="45674" y="19272"/>
                  </a:lnTo>
                  <a:lnTo>
                    <a:pt x="45750" y="18178"/>
                  </a:lnTo>
                  <a:lnTo>
                    <a:pt x="45623" y="17617"/>
                  </a:lnTo>
                  <a:lnTo>
                    <a:pt x="45470" y="17083"/>
                  </a:lnTo>
                  <a:lnTo>
                    <a:pt x="44910" y="16115"/>
                  </a:lnTo>
                  <a:lnTo>
                    <a:pt x="44121" y="15403"/>
                  </a:lnTo>
                  <a:lnTo>
                    <a:pt x="43154" y="14919"/>
                  </a:lnTo>
                  <a:lnTo>
                    <a:pt x="42619" y="14792"/>
                  </a:lnTo>
                  <a:lnTo>
                    <a:pt x="42899" y="14308"/>
                  </a:lnTo>
                  <a:lnTo>
                    <a:pt x="43205" y="13289"/>
                  </a:lnTo>
                  <a:lnTo>
                    <a:pt x="43230" y="12195"/>
                  </a:lnTo>
                  <a:lnTo>
                    <a:pt x="42924" y="11151"/>
                  </a:lnTo>
                  <a:lnTo>
                    <a:pt x="42644" y="10642"/>
                  </a:lnTo>
                  <a:lnTo>
                    <a:pt x="42313" y="10184"/>
                  </a:lnTo>
                  <a:lnTo>
                    <a:pt x="41473" y="9471"/>
                  </a:lnTo>
                  <a:lnTo>
                    <a:pt x="40480" y="9038"/>
                  </a:lnTo>
                  <a:lnTo>
                    <a:pt x="39411" y="8885"/>
                  </a:lnTo>
                  <a:lnTo>
                    <a:pt x="38877" y="8936"/>
                  </a:lnTo>
                  <a:lnTo>
                    <a:pt x="38978" y="8401"/>
                  </a:lnTo>
                  <a:lnTo>
                    <a:pt x="38953" y="7332"/>
                  </a:lnTo>
                  <a:lnTo>
                    <a:pt x="38596" y="6314"/>
                  </a:lnTo>
                  <a:lnTo>
                    <a:pt x="37985" y="5397"/>
                  </a:lnTo>
                  <a:lnTo>
                    <a:pt x="37553" y="5041"/>
                  </a:lnTo>
                  <a:lnTo>
                    <a:pt x="37069" y="4710"/>
                  </a:lnTo>
                  <a:lnTo>
                    <a:pt x="36051" y="4303"/>
                  </a:lnTo>
                  <a:lnTo>
                    <a:pt x="34981" y="4201"/>
                  </a:lnTo>
                  <a:lnTo>
                    <a:pt x="33937" y="4404"/>
                  </a:lnTo>
                  <a:lnTo>
                    <a:pt x="33428" y="4608"/>
                  </a:lnTo>
                  <a:lnTo>
                    <a:pt x="33377" y="4073"/>
                  </a:lnTo>
                  <a:lnTo>
                    <a:pt x="32970" y="3081"/>
                  </a:lnTo>
                  <a:lnTo>
                    <a:pt x="32334" y="2215"/>
                  </a:lnTo>
                  <a:lnTo>
                    <a:pt x="31443" y="1553"/>
                  </a:lnTo>
                  <a:lnTo>
                    <a:pt x="30908" y="1349"/>
                  </a:lnTo>
                  <a:lnTo>
                    <a:pt x="30373" y="1171"/>
                  </a:lnTo>
                  <a:lnTo>
                    <a:pt x="29279" y="1120"/>
                  </a:lnTo>
                  <a:lnTo>
                    <a:pt x="28235" y="1375"/>
                  </a:lnTo>
                  <a:lnTo>
                    <a:pt x="27293" y="1909"/>
                  </a:lnTo>
                  <a:lnTo>
                    <a:pt x="26885" y="2266"/>
                  </a:lnTo>
                  <a:lnTo>
                    <a:pt x="26656" y="1782"/>
                  </a:lnTo>
                  <a:lnTo>
                    <a:pt x="25969" y="967"/>
                  </a:lnTo>
                  <a:lnTo>
                    <a:pt x="25078" y="382"/>
                  </a:lnTo>
                  <a:lnTo>
                    <a:pt x="24009" y="51"/>
                  </a:lnTo>
                  <a:lnTo>
                    <a:pt x="23448" y="0"/>
                  </a:lnTo>
                  <a:close/>
                </a:path>
              </a:pathLst>
            </a:custGeom>
            <a:solidFill>
              <a:srgbClr val="1409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1"/>
            <p:cNvSpPr/>
            <p:nvPr/>
          </p:nvSpPr>
          <p:spPr>
            <a:xfrm>
              <a:off x="6102550" y="866600"/>
              <a:ext cx="68125" cy="190975"/>
            </a:xfrm>
            <a:custGeom>
              <a:rect b="b" l="l" r="r" t="t"/>
              <a:pathLst>
                <a:path extrusionOk="0" h="7639" w="2725">
                  <a:moveTo>
                    <a:pt x="2725" y="0"/>
                  </a:moveTo>
                  <a:lnTo>
                    <a:pt x="2165" y="51"/>
                  </a:lnTo>
                  <a:lnTo>
                    <a:pt x="1172" y="459"/>
                  </a:lnTo>
                  <a:lnTo>
                    <a:pt x="434" y="1197"/>
                  </a:lnTo>
                  <a:lnTo>
                    <a:pt x="26" y="2190"/>
                  </a:lnTo>
                  <a:lnTo>
                    <a:pt x="1" y="2750"/>
                  </a:lnTo>
                  <a:lnTo>
                    <a:pt x="1" y="4914"/>
                  </a:lnTo>
                  <a:lnTo>
                    <a:pt x="26" y="5474"/>
                  </a:lnTo>
                  <a:lnTo>
                    <a:pt x="434" y="6467"/>
                  </a:lnTo>
                  <a:lnTo>
                    <a:pt x="1172" y="7205"/>
                  </a:lnTo>
                  <a:lnTo>
                    <a:pt x="2165" y="7613"/>
                  </a:lnTo>
                  <a:lnTo>
                    <a:pt x="2725" y="7638"/>
                  </a:lnTo>
                  <a:lnTo>
                    <a:pt x="2725" y="0"/>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p:nvPr/>
          </p:nvSpPr>
          <p:spPr>
            <a:xfrm>
              <a:off x="6847225" y="866600"/>
              <a:ext cx="68125" cy="190975"/>
            </a:xfrm>
            <a:custGeom>
              <a:rect b="b" l="l" r="r" t="t"/>
              <a:pathLst>
                <a:path extrusionOk="0" h="7639" w="2725">
                  <a:moveTo>
                    <a:pt x="1" y="0"/>
                  </a:moveTo>
                  <a:lnTo>
                    <a:pt x="1" y="7638"/>
                  </a:lnTo>
                  <a:lnTo>
                    <a:pt x="535" y="7613"/>
                  </a:lnTo>
                  <a:lnTo>
                    <a:pt x="1528" y="7205"/>
                  </a:lnTo>
                  <a:lnTo>
                    <a:pt x="2266" y="6467"/>
                  </a:lnTo>
                  <a:lnTo>
                    <a:pt x="2674" y="5474"/>
                  </a:lnTo>
                  <a:lnTo>
                    <a:pt x="2725" y="4914"/>
                  </a:lnTo>
                  <a:lnTo>
                    <a:pt x="2725" y="2750"/>
                  </a:lnTo>
                  <a:lnTo>
                    <a:pt x="2674" y="2190"/>
                  </a:lnTo>
                  <a:lnTo>
                    <a:pt x="2266" y="1197"/>
                  </a:lnTo>
                  <a:lnTo>
                    <a:pt x="1528" y="459"/>
                  </a:lnTo>
                  <a:lnTo>
                    <a:pt x="535" y="51"/>
                  </a:lnTo>
                  <a:lnTo>
                    <a:pt x="1" y="0"/>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1"/>
            <p:cNvSpPr/>
            <p:nvPr/>
          </p:nvSpPr>
          <p:spPr>
            <a:xfrm>
              <a:off x="6403600" y="1254850"/>
              <a:ext cx="210700" cy="264150"/>
            </a:xfrm>
            <a:custGeom>
              <a:rect b="b" l="l" r="r" t="t"/>
              <a:pathLst>
                <a:path extrusionOk="0" h="10566" w="8428">
                  <a:moveTo>
                    <a:pt x="1" y="0"/>
                  </a:moveTo>
                  <a:lnTo>
                    <a:pt x="1" y="10566"/>
                  </a:lnTo>
                  <a:lnTo>
                    <a:pt x="8428" y="10566"/>
                  </a:lnTo>
                  <a:lnTo>
                    <a:pt x="8428" y="0"/>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1"/>
            <p:cNvSpPr/>
            <p:nvPr/>
          </p:nvSpPr>
          <p:spPr>
            <a:xfrm>
              <a:off x="6157925" y="439525"/>
              <a:ext cx="701425" cy="875800"/>
            </a:xfrm>
            <a:custGeom>
              <a:rect b="b" l="l" r="r" t="t"/>
              <a:pathLst>
                <a:path extrusionOk="0" h="35032" w="28057">
                  <a:moveTo>
                    <a:pt x="14028" y="1"/>
                  </a:moveTo>
                  <a:lnTo>
                    <a:pt x="13316" y="26"/>
                  </a:lnTo>
                  <a:lnTo>
                    <a:pt x="11890" y="153"/>
                  </a:lnTo>
                  <a:lnTo>
                    <a:pt x="10515" y="433"/>
                  </a:lnTo>
                  <a:lnTo>
                    <a:pt x="9217" y="841"/>
                  </a:lnTo>
                  <a:lnTo>
                    <a:pt x="7944" y="1375"/>
                  </a:lnTo>
                  <a:lnTo>
                    <a:pt x="6747" y="2037"/>
                  </a:lnTo>
                  <a:lnTo>
                    <a:pt x="5627" y="2776"/>
                  </a:lnTo>
                  <a:lnTo>
                    <a:pt x="4609" y="3641"/>
                  </a:lnTo>
                  <a:lnTo>
                    <a:pt x="3641" y="4583"/>
                  </a:lnTo>
                  <a:lnTo>
                    <a:pt x="2801" y="5627"/>
                  </a:lnTo>
                  <a:lnTo>
                    <a:pt x="2037" y="6747"/>
                  </a:lnTo>
                  <a:lnTo>
                    <a:pt x="1375" y="7944"/>
                  </a:lnTo>
                  <a:lnTo>
                    <a:pt x="866" y="9191"/>
                  </a:lnTo>
                  <a:lnTo>
                    <a:pt x="433" y="10515"/>
                  </a:lnTo>
                  <a:lnTo>
                    <a:pt x="153" y="11890"/>
                  </a:lnTo>
                  <a:lnTo>
                    <a:pt x="26" y="13316"/>
                  </a:lnTo>
                  <a:lnTo>
                    <a:pt x="1" y="14028"/>
                  </a:lnTo>
                  <a:lnTo>
                    <a:pt x="1" y="21004"/>
                  </a:lnTo>
                  <a:lnTo>
                    <a:pt x="26" y="21717"/>
                  </a:lnTo>
                  <a:lnTo>
                    <a:pt x="153" y="23143"/>
                  </a:lnTo>
                  <a:lnTo>
                    <a:pt x="433" y="24517"/>
                  </a:lnTo>
                  <a:lnTo>
                    <a:pt x="866" y="25841"/>
                  </a:lnTo>
                  <a:lnTo>
                    <a:pt x="1375" y="27089"/>
                  </a:lnTo>
                  <a:lnTo>
                    <a:pt x="2037" y="28285"/>
                  </a:lnTo>
                  <a:lnTo>
                    <a:pt x="2801" y="29405"/>
                  </a:lnTo>
                  <a:lnTo>
                    <a:pt x="3641" y="30449"/>
                  </a:lnTo>
                  <a:lnTo>
                    <a:pt x="4609" y="31391"/>
                  </a:lnTo>
                  <a:lnTo>
                    <a:pt x="5627" y="32257"/>
                  </a:lnTo>
                  <a:lnTo>
                    <a:pt x="6747" y="32995"/>
                  </a:lnTo>
                  <a:lnTo>
                    <a:pt x="7944" y="33657"/>
                  </a:lnTo>
                  <a:lnTo>
                    <a:pt x="9217" y="34192"/>
                  </a:lnTo>
                  <a:lnTo>
                    <a:pt x="10515" y="34599"/>
                  </a:lnTo>
                  <a:lnTo>
                    <a:pt x="11890" y="34879"/>
                  </a:lnTo>
                  <a:lnTo>
                    <a:pt x="13316" y="35006"/>
                  </a:lnTo>
                  <a:lnTo>
                    <a:pt x="14028" y="35032"/>
                  </a:lnTo>
                  <a:lnTo>
                    <a:pt x="14767" y="35006"/>
                  </a:lnTo>
                  <a:lnTo>
                    <a:pt x="16167" y="34879"/>
                  </a:lnTo>
                  <a:lnTo>
                    <a:pt x="17542" y="34599"/>
                  </a:lnTo>
                  <a:lnTo>
                    <a:pt x="18866" y="34192"/>
                  </a:lnTo>
                  <a:lnTo>
                    <a:pt x="20113" y="33657"/>
                  </a:lnTo>
                  <a:lnTo>
                    <a:pt x="21310" y="32995"/>
                  </a:lnTo>
                  <a:lnTo>
                    <a:pt x="22430" y="32257"/>
                  </a:lnTo>
                  <a:lnTo>
                    <a:pt x="23474" y="31391"/>
                  </a:lnTo>
                  <a:lnTo>
                    <a:pt x="24416" y="30449"/>
                  </a:lnTo>
                  <a:lnTo>
                    <a:pt x="25281" y="29405"/>
                  </a:lnTo>
                  <a:lnTo>
                    <a:pt x="26045" y="28285"/>
                  </a:lnTo>
                  <a:lnTo>
                    <a:pt x="26682" y="27089"/>
                  </a:lnTo>
                  <a:lnTo>
                    <a:pt x="27216" y="25841"/>
                  </a:lnTo>
                  <a:lnTo>
                    <a:pt x="27624" y="24517"/>
                  </a:lnTo>
                  <a:lnTo>
                    <a:pt x="27904" y="23143"/>
                  </a:lnTo>
                  <a:lnTo>
                    <a:pt x="28056" y="21717"/>
                  </a:lnTo>
                  <a:lnTo>
                    <a:pt x="28056" y="21004"/>
                  </a:lnTo>
                  <a:lnTo>
                    <a:pt x="28056" y="14028"/>
                  </a:lnTo>
                  <a:lnTo>
                    <a:pt x="28056" y="13316"/>
                  </a:lnTo>
                  <a:lnTo>
                    <a:pt x="27904" y="11890"/>
                  </a:lnTo>
                  <a:lnTo>
                    <a:pt x="27624" y="10515"/>
                  </a:lnTo>
                  <a:lnTo>
                    <a:pt x="27216" y="9191"/>
                  </a:lnTo>
                  <a:lnTo>
                    <a:pt x="26682" y="7944"/>
                  </a:lnTo>
                  <a:lnTo>
                    <a:pt x="26045" y="6747"/>
                  </a:lnTo>
                  <a:lnTo>
                    <a:pt x="25281" y="5627"/>
                  </a:lnTo>
                  <a:lnTo>
                    <a:pt x="24416" y="4583"/>
                  </a:lnTo>
                  <a:lnTo>
                    <a:pt x="23474" y="3641"/>
                  </a:lnTo>
                  <a:lnTo>
                    <a:pt x="22430" y="2776"/>
                  </a:lnTo>
                  <a:lnTo>
                    <a:pt x="21310" y="2037"/>
                  </a:lnTo>
                  <a:lnTo>
                    <a:pt x="20113" y="1375"/>
                  </a:lnTo>
                  <a:lnTo>
                    <a:pt x="18866" y="841"/>
                  </a:lnTo>
                  <a:lnTo>
                    <a:pt x="17542" y="433"/>
                  </a:lnTo>
                  <a:lnTo>
                    <a:pt x="16167" y="153"/>
                  </a:lnTo>
                  <a:lnTo>
                    <a:pt x="14767" y="26"/>
                  </a:lnTo>
                  <a:lnTo>
                    <a:pt x="14028" y="1"/>
                  </a:lnTo>
                  <a:close/>
                </a:path>
              </a:pathLst>
            </a:custGeom>
            <a:solidFill>
              <a:srgbClr val="6B3F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1"/>
            <p:cNvSpPr/>
            <p:nvPr/>
          </p:nvSpPr>
          <p:spPr>
            <a:xfrm>
              <a:off x="6282675" y="933425"/>
              <a:ext cx="91050" cy="90400"/>
            </a:xfrm>
            <a:custGeom>
              <a:rect b="b" l="l" r="r" t="t"/>
              <a:pathLst>
                <a:path extrusionOk="0" h="3616" w="3642">
                  <a:moveTo>
                    <a:pt x="1834" y="1"/>
                  </a:moveTo>
                  <a:lnTo>
                    <a:pt x="1452" y="26"/>
                  </a:lnTo>
                  <a:lnTo>
                    <a:pt x="815" y="281"/>
                  </a:lnTo>
                  <a:lnTo>
                    <a:pt x="306" y="790"/>
                  </a:lnTo>
                  <a:lnTo>
                    <a:pt x="26" y="1426"/>
                  </a:lnTo>
                  <a:lnTo>
                    <a:pt x="1" y="1808"/>
                  </a:lnTo>
                  <a:lnTo>
                    <a:pt x="26" y="2165"/>
                  </a:lnTo>
                  <a:lnTo>
                    <a:pt x="306" y="2827"/>
                  </a:lnTo>
                  <a:lnTo>
                    <a:pt x="815" y="3310"/>
                  </a:lnTo>
                  <a:lnTo>
                    <a:pt x="1452" y="3590"/>
                  </a:lnTo>
                  <a:lnTo>
                    <a:pt x="1834" y="3616"/>
                  </a:lnTo>
                  <a:lnTo>
                    <a:pt x="2190" y="3590"/>
                  </a:lnTo>
                  <a:lnTo>
                    <a:pt x="2852" y="3310"/>
                  </a:lnTo>
                  <a:lnTo>
                    <a:pt x="3336" y="2827"/>
                  </a:lnTo>
                  <a:lnTo>
                    <a:pt x="3616" y="2165"/>
                  </a:lnTo>
                  <a:lnTo>
                    <a:pt x="3641" y="1808"/>
                  </a:lnTo>
                  <a:lnTo>
                    <a:pt x="3616" y="1426"/>
                  </a:lnTo>
                  <a:lnTo>
                    <a:pt x="3336" y="790"/>
                  </a:lnTo>
                  <a:lnTo>
                    <a:pt x="2852" y="281"/>
                  </a:lnTo>
                  <a:lnTo>
                    <a:pt x="2190" y="26"/>
                  </a:lnTo>
                  <a:lnTo>
                    <a:pt x="1834"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1"/>
            <p:cNvSpPr/>
            <p:nvPr/>
          </p:nvSpPr>
          <p:spPr>
            <a:xfrm>
              <a:off x="6643550" y="933425"/>
              <a:ext cx="91050" cy="90400"/>
            </a:xfrm>
            <a:custGeom>
              <a:rect b="b" l="l" r="r" t="t"/>
              <a:pathLst>
                <a:path extrusionOk="0" h="3616" w="3642">
                  <a:moveTo>
                    <a:pt x="1834" y="1"/>
                  </a:moveTo>
                  <a:lnTo>
                    <a:pt x="1452" y="26"/>
                  </a:lnTo>
                  <a:lnTo>
                    <a:pt x="790" y="281"/>
                  </a:lnTo>
                  <a:lnTo>
                    <a:pt x="306" y="790"/>
                  </a:lnTo>
                  <a:lnTo>
                    <a:pt x="26" y="1426"/>
                  </a:lnTo>
                  <a:lnTo>
                    <a:pt x="1" y="1808"/>
                  </a:lnTo>
                  <a:lnTo>
                    <a:pt x="26" y="2165"/>
                  </a:lnTo>
                  <a:lnTo>
                    <a:pt x="306" y="2827"/>
                  </a:lnTo>
                  <a:lnTo>
                    <a:pt x="790" y="3310"/>
                  </a:lnTo>
                  <a:lnTo>
                    <a:pt x="1452" y="3590"/>
                  </a:lnTo>
                  <a:lnTo>
                    <a:pt x="1834" y="3616"/>
                  </a:lnTo>
                  <a:lnTo>
                    <a:pt x="2190" y="3590"/>
                  </a:lnTo>
                  <a:lnTo>
                    <a:pt x="2852" y="3310"/>
                  </a:lnTo>
                  <a:lnTo>
                    <a:pt x="3336" y="2827"/>
                  </a:lnTo>
                  <a:lnTo>
                    <a:pt x="3616" y="2165"/>
                  </a:lnTo>
                  <a:lnTo>
                    <a:pt x="3641" y="1808"/>
                  </a:lnTo>
                  <a:lnTo>
                    <a:pt x="3616" y="1426"/>
                  </a:lnTo>
                  <a:lnTo>
                    <a:pt x="3336" y="790"/>
                  </a:lnTo>
                  <a:lnTo>
                    <a:pt x="2852" y="281"/>
                  </a:lnTo>
                  <a:lnTo>
                    <a:pt x="2190" y="26"/>
                  </a:lnTo>
                  <a:lnTo>
                    <a:pt x="1834"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1"/>
            <p:cNvSpPr/>
            <p:nvPr/>
          </p:nvSpPr>
          <p:spPr>
            <a:xfrm>
              <a:off x="5987350" y="1359225"/>
              <a:ext cx="1042575" cy="210050"/>
            </a:xfrm>
            <a:custGeom>
              <a:rect b="b" l="l" r="r" t="t"/>
              <a:pathLst>
                <a:path extrusionOk="0" h="8402" w="41703">
                  <a:moveTo>
                    <a:pt x="16651" y="1"/>
                  </a:moveTo>
                  <a:lnTo>
                    <a:pt x="12323" y="153"/>
                  </a:lnTo>
                  <a:lnTo>
                    <a:pt x="11177" y="179"/>
                  </a:lnTo>
                  <a:lnTo>
                    <a:pt x="9140" y="484"/>
                  </a:lnTo>
                  <a:lnTo>
                    <a:pt x="7307" y="1070"/>
                  </a:lnTo>
                  <a:lnTo>
                    <a:pt x="5703" y="1910"/>
                  </a:lnTo>
                  <a:lnTo>
                    <a:pt x="4227" y="2979"/>
                  </a:lnTo>
                  <a:lnTo>
                    <a:pt x="2903" y="4303"/>
                  </a:lnTo>
                  <a:lnTo>
                    <a:pt x="1706" y="5805"/>
                  </a:lnTo>
                  <a:lnTo>
                    <a:pt x="561" y="7485"/>
                  </a:lnTo>
                  <a:lnTo>
                    <a:pt x="1" y="8402"/>
                  </a:lnTo>
                  <a:lnTo>
                    <a:pt x="41702" y="8402"/>
                  </a:lnTo>
                  <a:lnTo>
                    <a:pt x="41168" y="7485"/>
                  </a:lnTo>
                  <a:lnTo>
                    <a:pt x="40022" y="5805"/>
                  </a:lnTo>
                  <a:lnTo>
                    <a:pt x="38800" y="4303"/>
                  </a:lnTo>
                  <a:lnTo>
                    <a:pt x="37476" y="2979"/>
                  </a:lnTo>
                  <a:lnTo>
                    <a:pt x="36025" y="1910"/>
                  </a:lnTo>
                  <a:lnTo>
                    <a:pt x="34396" y="1070"/>
                  </a:lnTo>
                  <a:lnTo>
                    <a:pt x="32588" y="484"/>
                  </a:lnTo>
                  <a:lnTo>
                    <a:pt x="30526" y="179"/>
                  </a:lnTo>
                  <a:lnTo>
                    <a:pt x="29406" y="153"/>
                  </a:lnTo>
                  <a:lnTo>
                    <a:pt x="25078" y="1"/>
                  </a:lnTo>
                  <a:lnTo>
                    <a:pt x="25052" y="433"/>
                  </a:lnTo>
                  <a:lnTo>
                    <a:pt x="24874" y="1248"/>
                  </a:lnTo>
                  <a:lnTo>
                    <a:pt x="24568" y="2012"/>
                  </a:lnTo>
                  <a:lnTo>
                    <a:pt x="24110" y="2674"/>
                  </a:lnTo>
                  <a:lnTo>
                    <a:pt x="23550" y="3259"/>
                  </a:lnTo>
                  <a:lnTo>
                    <a:pt x="22863" y="3692"/>
                  </a:lnTo>
                  <a:lnTo>
                    <a:pt x="22124" y="4023"/>
                  </a:lnTo>
                  <a:lnTo>
                    <a:pt x="21284" y="4201"/>
                  </a:lnTo>
                  <a:lnTo>
                    <a:pt x="20419" y="4201"/>
                  </a:lnTo>
                  <a:lnTo>
                    <a:pt x="19604" y="4023"/>
                  </a:lnTo>
                  <a:lnTo>
                    <a:pt x="18840" y="3692"/>
                  </a:lnTo>
                  <a:lnTo>
                    <a:pt x="18178" y="3259"/>
                  </a:lnTo>
                  <a:lnTo>
                    <a:pt x="17593" y="2674"/>
                  </a:lnTo>
                  <a:lnTo>
                    <a:pt x="17160" y="2012"/>
                  </a:lnTo>
                  <a:lnTo>
                    <a:pt x="16829" y="1248"/>
                  </a:lnTo>
                  <a:lnTo>
                    <a:pt x="16651" y="433"/>
                  </a:lnTo>
                  <a:lnTo>
                    <a:pt x="16651" y="1"/>
                  </a:lnTo>
                  <a:close/>
                </a:path>
              </a:pathLst>
            </a:custGeom>
            <a:solidFill>
              <a:srgbClr val="F14C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1"/>
            <p:cNvSpPr/>
            <p:nvPr/>
          </p:nvSpPr>
          <p:spPr>
            <a:xfrm>
              <a:off x="6364150" y="1359225"/>
              <a:ext cx="288975" cy="148950"/>
            </a:xfrm>
            <a:custGeom>
              <a:rect b="b" l="l" r="r" t="t"/>
              <a:pathLst>
                <a:path extrusionOk="0" h="5958" w="11559">
                  <a:moveTo>
                    <a:pt x="1579" y="1"/>
                  </a:moveTo>
                  <a:lnTo>
                    <a:pt x="26" y="51"/>
                  </a:lnTo>
                  <a:lnTo>
                    <a:pt x="0" y="128"/>
                  </a:lnTo>
                  <a:lnTo>
                    <a:pt x="0" y="179"/>
                  </a:lnTo>
                  <a:lnTo>
                    <a:pt x="26" y="790"/>
                  </a:lnTo>
                  <a:lnTo>
                    <a:pt x="255" y="1910"/>
                  </a:lnTo>
                  <a:lnTo>
                    <a:pt x="688" y="2954"/>
                  </a:lnTo>
                  <a:lnTo>
                    <a:pt x="1324" y="3870"/>
                  </a:lnTo>
                  <a:lnTo>
                    <a:pt x="2113" y="4659"/>
                  </a:lnTo>
                  <a:lnTo>
                    <a:pt x="3030" y="5270"/>
                  </a:lnTo>
                  <a:lnTo>
                    <a:pt x="4074" y="5703"/>
                  </a:lnTo>
                  <a:lnTo>
                    <a:pt x="5194" y="5958"/>
                  </a:lnTo>
                  <a:lnTo>
                    <a:pt x="6390" y="5958"/>
                  </a:lnTo>
                  <a:lnTo>
                    <a:pt x="7511" y="5703"/>
                  </a:lnTo>
                  <a:lnTo>
                    <a:pt x="8555" y="5270"/>
                  </a:lnTo>
                  <a:lnTo>
                    <a:pt x="9471" y="4659"/>
                  </a:lnTo>
                  <a:lnTo>
                    <a:pt x="10260" y="3870"/>
                  </a:lnTo>
                  <a:lnTo>
                    <a:pt x="10871" y="2954"/>
                  </a:lnTo>
                  <a:lnTo>
                    <a:pt x="11304" y="1910"/>
                  </a:lnTo>
                  <a:lnTo>
                    <a:pt x="11533" y="790"/>
                  </a:lnTo>
                  <a:lnTo>
                    <a:pt x="11559" y="179"/>
                  </a:lnTo>
                  <a:lnTo>
                    <a:pt x="11559" y="128"/>
                  </a:lnTo>
                  <a:lnTo>
                    <a:pt x="11559" y="51"/>
                  </a:lnTo>
                  <a:lnTo>
                    <a:pt x="10006" y="1"/>
                  </a:lnTo>
                  <a:lnTo>
                    <a:pt x="9980" y="433"/>
                  </a:lnTo>
                  <a:lnTo>
                    <a:pt x="9802" y="1248"/>
                  </a:lnTo>
                  <a:lnTo>
                    <a:pt x="9496" y="2012"/>
                  </a:lnTo>
                  <a:lnTo>
                    <a:pt x="9038" y="2674"/>
                  </a:lnTo>
                  <a:lnTo>
                    <a:pt x="8478" y="3259"/>
                  </a:lnTo>
                  <a:lnTo>
                    <a:pt x="7791" y="3692"/>
                  </a:lnTo>
                  <a:lnTo>
                    <a:pt x="7052" y="4023"/>
                  </a:lnTo>
                  <a:lnTo>
                    <a:pt x="6212" y="4201"/>
                  </a:lnTo>
                  <a:lnTo>
                    <a:pt x="5347" y="4201"/>
                  </a:lnTo>
                  <a:lnTo>
                    <a:pt x="4532" y="4023"/>
                  </a:lnTo>
                  <a:lnTo>
                    <a:pt x="3768" y="3692"/>
                  </a:lnTo>
                  <a:lnTo>
                    <a:pt x="3106" y="3259"/>
                  </a:lnTo>
                  <a:lnTo>
                    <a:pt x="2521" y="2674"/>
                  </a:lnTo>
                  <a:lnTo>
                    <a:pt x="2088" y="2012"/>
                  </a:lnTo>
                  <a:lnTo>
                    <a:pt x="1757" y="1248"/>
                  </a:lnTo>
                  <a:lnTo>
                    <a:pt x="1579" y="433"/>
                  </a:lnTo>
                  <a:lnTo>
                    <a:pt x="1579" y="1"/>
                  </a:lnTo>
                  <a:close/>
                </a:path>
              </a:pathLst>
            </a:custGeom>
            <a:solidFill>
              <a:srgbClr val="F472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1"/>
            <p:cNvSpPr/>
            <p:nvPr/>
          </p:nvSpPr>
          <p:spPr>
            <a:xfrm>
              <a:off x="6457075" y="974800"/>
              <a:ext cx="99950" cy="119675"/>
            </a:xfrm>
            <a:custGeom>
              <a:rect b="b" l="l" r="r" t="t"/>
              <a:pathLst>
                <a:path extrusionOk="0" h="4787" w="3998">
                  <a:moveTo>
                    <a:pt x="1884" y="0"/>
                  </a:moveTo>
                  <a:lnTo>
                    <a:pt x="1655" y="306"/>
                  </a:lnTo>
                  <a:lnTo>
                    <a:pt x="1553" y="586"/>
                  </a:lnTo>
                  <a:lnTo>
                    <a:pt x="0" y="4252"/>
                  </a:lnTo>
                  <a:lnTo>
                    <a:pt x="0" y="4303"/>
                  </a:lnTo>
                  <a:lnTo>
                    <a:pt x="0" y="4354"/>
                  </a:lnTo>
                  <a:lnTo>
                    <a:pt x="484" y="4558"/>
                  </a:lnTo>
                  <a:lnTo>
                    <a:pt x="1477" y="4787"/>
                  </a:lnTo>
                  <a:lnTo>
                    <a:pt x="2495" y="4787"/>
                  </a:lnTo>
                  <a:lnTo>
                    <a:pt x="3514" y="4558"/>
                  </a:lnTo>
                  <a:lnTo>
                    <a:pt x="3997" y="4354"/>
                  </a:lnTo>
                  <a:lnTo>
                    <a:pt x="3997" y="4303"/>
                  </a:lnTo>
                  <a:lnTo>
                    <a:pt x="3972" y="4252"/>
                  </a:lnTo>
                  <a:lnTo>
                    <a:pt x="2419" y="586"/>
                  </a:lnTo>
                  <a:lnTo>
                    <a:pt x="2343" y="306"/>
                  </a:lnTo>
                  <a:lnTo>
                    <a:pt x="2113" y="0"/>
                  </a:lnTo>
                  <a:close/>
                </a:path>
              </a:pathLst>
            </a:custGeom>
            <a:solidFill>
              <a:srgbClr val="8255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1"/>
            <p:cNvSpPr/>
            <p:nvPr/>
          </p:nvSpPr>
          <p:spPr>
            <a:xfrm>
              <a:off x="6457075" y="1083625"/>
              <a:ext cx="99950" cy="37575"/>
            </a:xfrm>
            <a:custGeom>
              <a:rect b="b" l="l" r="r" t="t"/>
              <a:pathLst>
                <a:path extrusionOk="0" h="1503" w="3998">
                  <a:moveTo>
                    <a:pt x="0" y="1"/>
                  </a:moveTo>
                  <a:lnTo>
                    <a:pt x="0" y="306"/>
                  </a:lnTo>
                  <a:lnTo>
                    <a:pt x="331" y="841"/>
                  </a:lnTo>
                  <a:lnTo>
                    <a:pt x="917" y="1248"/>
                  </a:lnTo>
                  <a:lnTo>
                    <a:pt x="1553" y="1477"/>
                  </a:lnTo>
                  <a:lnTo>
                    <a:pt x="1833" y="1503"/>
                  </a:lnTo>
                  <a:lnTo>
                    <a:pt x="2139" y="1503"/>
                  </a:lnTo>
                  <a:lnTo>
                    <a:pt x="2419" y="1477"/>
                  </a:lnTo>
                  <a:lnTo>
                    <a:pt x="3081" y="1248"/>
                  </a:lnTo>
                  <a:lnTo>
                    <a:pt x="3641" y="841"/>
                  </a:lnTo>
                  <a:lnTo>
                    <a:pt x="3997" y="306"/>
                  </a:lnTo>
                  <a:lnTo>
                    <a:pt x="3997" y="1"/>
                  </a:lnTo>
                  <a:lnTo>
                    <a:pt x="3514" y="205"/>
                  </a:lnTo>
                  <a:lnTo>
                    <a:pt x="2495" y="434"/>
                  </a:lnTo>
                  <a:lnTo>
                    <a:pt x="1477" y="434"/>
                  </a:lnTo>
                  <a:lnTo>
                    <a:pt x="484" y="205"/>
                  </a:lnTo>
                  <a:lnTo>
                    <a:pt x="0" y="1"/>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1"/>
            <p:cNvSpPr/>
            <p:nvPr/>
          </p:nvSpPr>
          <p:spPr>
            <a:xfrm>
              <a:off x="6301775" y="949350"/>
              <a:ext cx="26750" cy="26100"/>
            </a:xfrm>
            <a:custGeom>
              <a:rect b="b" l="l" r="r" t="t"/>
              <a:pathLst>
                <a:path extrusionOk="0" h="1044" w="1070">
                  <a:moveTo>
                    <a:pt x="535" y="0"/>
                  </a:moveTo>
                  <a:lnTo>
                    <a:pt x="331" y="26"/>
                  </a:lnTo>
                  <a:lnTo>
                    <a:pt x="26" y="306"/>
                  </a:lnTo>
                  <a:lnTo>
                    <a:pt x="0" y="509"/>
                  </a:lnTo>
                  <a:lnTo>
                    <a:pt x="26" y="738"/>
                  </a:lnTo>
                  <a:lnTo>
                    <a:pt x="331" y="1018"/>
                  </a:lnTo>
                  <a:lnTo>
                    <a:pt x="535" y="1044"/>
                  </a:lnTo>
                  <a:lnTo>
                    <a:pt x="739" y="1018"/>
                  </a:lnTo>
                  <a:lnTo>
                    <a:pt x="1044" y="738"/>
                  </a:lnTo>
                  <a:lnTo>
                    <a:pt x="1070" y="509"/>
                  </a:lnTo>
                  <a:lnTo>
                    <a:pt x="1044" y="306"/>
                  </a:lnTo>
                  <a:lnTo>
                    <a:pt x="739"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1"/>
            <p:cNvSpPr/>
            <p:nvPr/>
          </p:nvSpPr>
          <p:spPr>
            <a:xfrm>
              <a:off x="6662650" y="949350"/>
              <a:ext cx="26750" cy="26100"/>
            </a:xfrm>
            <a:custGeom>
              <a:rect b="b" l="l" r="r" t="t"/>
              <a:pathLst>
                <a:path extrusionOk="0" h="1044" w="1070">
                  <a:moveTo>
                    <a:pt x="535" y="0"/>
                  </a:moveTo>
                  <a:lnTo>
                    <a:pt x="306" y="26"/>
                  </a:lnTo>
                  <a:lnTo>
                    <a:pt x="26" y="306"/>
                  </a:lnTo>
                  <a:lnTo>
                    <a:pt x="1" y="509"/>
                  </a:lnTo>
                  <a:lnTo>
                    <a:pt x="26" y="738"/>
                  </a:lnTo>
                  <a:lnTo>
                    <a:pt x="306" y="1018"/>
                  </a:lnTo>
                  <a:lnTo>
                    <a:pt x="535" y="1044"/>
                  </a:lnTo>
                  <a:lnTo>
                    <a:pt x="739" y="1018"/>
                  </a:lnTo>
                  <a:lnTo>
                    <a:pt x="1019" y="738"/>
                  </a:lnTo>
                  <a:lnTo>
                    <a:pt x="1070" y="509"/>
                  </a:lnTo>
                  <a:lnTo>
                    <a:pt x="1019" y="306"/>
                  </a:lnTo>
                  <a:lnTo>
                    <a:pt x="739"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1"/>
            <p:cNvSpPr/>
            <p:nvPr/>
          </p:nvSpPr>
          <p:spPr>
            <a:xfrm>
              <a:off x="6255300" y="1037175"/>
              <a:ext cx="146425" cy="68750"/>
            </a:xfrm>
            <a:custGeom>
              <a:rect b="b" l="l" r="r" t="t"/>
              <a:pathLst>
                <a:path extrusionOk="0" h="2750" w="5857">
                  <a:moveTo>
                    <a:pt x="1376" y="0"/>
                  </a:moveTo>
                  <a:lnTo>
                    <a:pt x="1096" y="26"/>
                  </a:lnTo>
                  <a:lnTo>
                    <a:pt x="612" y="229"/>
                  </a:lnTo>
                  <a:lnTo>
                    <a:pt x="230" y="611"/>
                  </a:lnTo>
                  <a:lnTo>
                    <a:pt x="26" y="1095"/>
                  </a:lnTo>
                  <a:lnTo>
                    <a:pt x="1" y="1375"/>
                  </a:lnTo>
                  <a:lnTo>
                    <a:pt x="26" y="1655"/>
                  </a:lnTo>
                  <a:lnTo>
                    <a:pt x="230" y="2164"/>
                  </a:lnTo>
                  <a:lnTo>
                    <a:pt x="612" y="2521"/>
                  </a:lnTo>
                  <a:lnTo>
                    <a:pt x="1096" y="2750"/>
                  </a:lnTo>
                  <a:lnTo>
                    <a:pt x="4762" y="2750"/>
                  </a:lnTo>
                  <a:lnTo>
                    <a:pt x="5245" y="2521"/>
                  </a:lnTo>
                  <a:lnTo>
                    <a:pt x="5627" y="2164"/>
                  </a:lnTo>
                  <a:lnTo>
                    <a:pt x="5831" y="1655"/>
                  </a:lnTo>
                  <a:lnTo>
                    <a:pt x="5856" y="1375"/>
                  </a:lnTo>
                  <a:lnTo>
                    <a:pt x="5831" y="1095"/>
                  </a:lnTo>
                  <a:lnTo>
                    <a:pt x="5627" y="611"/>
                  </a:lnTo>
                  <a:lnTo>
                    <a:pt x="5245" y="229"/>
                  </a:lnTo>
                  <a:lnTo>
                    <a:pt x="4762" y="26"/>
                  </a:lnTo>
                  <a:lnTo>
                    <a:pt x="4482" y="0"/>
                  </a:lnTo>
                  <a:close/>
                </a:path>
              </a:pathLst>
            </a:custGeom>
            <a:solidFill>
              <a:srgbClr val="6E24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1"/>
            <p:cNvSpPr/>
            <p:nvPr/>
          </p:nvSpPr>
          <p:spPr>
            <a:xfrm>
              <a:off x="6616200" y="1037175"/>
              <a:ext cx="145775" cy="68750"/>
            </a:xfrm>
            <a:custGeom>
              <a:rect b="b" l="l" r="r" t="t"/>
              <a:pathLst>
                <a:path extrusionOk="0" h="2750" w="5831">
                  <a:moveTo>
                    <a:pt x="1375" y="0"/>
                  </a:moveTo>
                  <a:lnTo>
                    <a:pt x="1095" y="26"/>
                  </a:lnTo>
                  <a:lnTo>
                    <a:pt x="586" y="229"/>
                  </a:lnTo>
                  <a:lnTo>
                    <a:pt x="229" y="611"/>
                  </a:lnTo>
                  <a:lnTo>
                    <a:pt x="25" y="1095"/>
                  </a:lnTo>
                  <a:lnTo>
                    <a:pt x="0" y="1375"/>
                  </a:lnTo>
                  <a:lnTo>
                    <a:pt x="25" y="1655"/>
                  </a:lnTo>
                  <a:lnTo>
                    <a:pt x="229" y="2164"/>
                  </a:lnTo>
                  <a:lnTo>
                    <a:pt x="586" y="2521"/>
                  </a:lnTo>
                  <a:lnTo>
                    <a:pt x="1095" y="2750"/>
                  </a:lnTo>
                  <a:lnTo>
                    <a:pt x="4735" y="2750"/>
                  </a:lnTo>
                  <a:lnTo>
                    <a:pt x="5245" y="2521"/>
                  </a:lnTo>
                  <a:lnTo>
                    <a:pt x="5601" y="2164"/>
                  </a:lnTo>
                  <a:lnTo>
                    <a:pt x="5805" y="1655"/>
                  </a:lnTo>
                  <a:lnTo>
                    <a:pt x="5830" y="1375"/>
                  </a:lnTo>
                  <a:lnTo>
                    <a:pt x="5805" y="1095"/>
                  </a:lnTo>
                  <a:lnTo>
                    <a:pt x="5601" y="611"/>
                  </a:lnTo>
                  <a:lnTo>
                    <a:pt x="5245" y="229"/>
                  </a:lnTo>
                  <a:lnTo>
                    <a:pt x="4735" y="26"/>
                  </a:lnTo>
                  <a:lnTo>
                    <a:pt x="4455" y="0"/>
                  </a:lnTo>
                  <a:close/>
                </a:path>
              </a:pathLst>
            </a:custGeom>
            <a:solidFill>
              <a:srgbClr val="6E24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1"/>
            <p:cNvSpPr/>
            <p:nvPr/>
          </p:nvSpPr>
          <p:spPr>
            <a:xfrm>
              <a:off x="6273125" y="857050"/>
              <a:ext cx="110775" cy="21675"/>
            </a:xfrm>
            <a:custGeom>
              <a:rect b="b" l="l" r="r" t="t"/>
              <a:pathLst>
                <a:path extrusionOk="0" fill="none" h="867" w="4431">
                  <a:moveTo>
                    <a:pt x="4431" y="866"/>
                  </a:moveTo>
                  <a:lnTo>
                    <a:pt x="4176" y="662"/>
                  </a:lnTo>
                  <a:lnTo>
                    <a:pt x="3667" y="306"/>
                  </a:lnTo>
                  <a:lnTo>
                    <a:pt x="2801" y="1"/>
                  </a:lnTo>
                  <a:lnTo>
                    <a:pt x="1605" y="1"/>
                  </a:lnTo>
                  <a:lnTo>
                    <a:pt x="764" y="306"/>
                  </a:lnTo>
                  <a:lnTo>
                    <a:pt x="230" y="662"/>
                  </a:lnTo>
                  <a:lnTo>
                    <a:pt x="1" y="866"/>
                  </a:lnTo>
                </a:path>
              </a:pathLst>
            </a:custGeom>
            <a:noFill/>
            <a:ln cap="rnd" cmpd="sng" w="38100">
              <a:solidFill>
                <a:srgbClr val="14090B"/>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1"/>
            <p:cNvSpPr/>
            <p:nvPr/>
          </p:nvSpPr>
          <p:spPr>
            <a:xfrm>
              <a:off x="6634000" y="857050"/>
              <a:ext cx="110150" cy="21675"/>
            </a:xfrm>
            <a:custGeom>
              <a:rect b="b" l="l" r="r" t="t"/>
              <a:pathLst>
                <a:path extrusionOk="0" fill="none" h="867" w="4406">
                  <a:moveTo>
                    <a:pt x="4405" y="866"/>
                  </a:moveTo>
                  <a:lnTo>
                    <a:pt x="4176" y="662"/>
                  </a:lnTo>
                  <a:lnTo>
                    <a:pt x="3667" y="306"/>
                  </a:lnTo>
                  <a:lnTo>
                    <a:pt x="2801" y="1"/>
                  </a:lnTo>
                  <a:lnTo>
                    <a:pt x="1605" y="1"/>
                  </a:lnTo>
                  <a:lnTo>
                    <a:pt x="739" y="306"/>
                  </a:lnTo>
                  <a:lnTo>
                    <a:pt x="230" y="662"/>
                  </a:lnTo>
                  <a:lnTo>
                    <a:pt x="1" y="866"/>
                  </a:lnTo>
                </a:path>
              </a:pathLst>
            </a:custGeom>
            <a:noFill/>
            <a:ln cap="rnd" cmpd="sng" w="38100">
              <a:solidFill>
                <a:srgbClr val="14090B"/>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1"/>
            <p:cNvSpPr/>
            <p:nvPr/>
          </p:nvSpPr>
          <p:spPr>
            <a:xfrm>
              <a:off x="6446875" y="1172750"/>
              <a:ext cx="123500" cy="35650"/>
            </a:xfrm>
            <a:custGeom>
              <a:rect b="b" l="l" r="r" t="t"/>
              <a:pathLst>
                <a:path extrusionOk="0" h="1426" w="4940">
                  <a:moveTo>
                    <a:pt x="1" y="0"/>
                  </a:moveTo>
                  <a:lnTo>
                    <a:pt x="154" y="306"/>
                  </a:lnTo>
                  <a:lnTo>
                    <a:pt x="612" y="815"/>
                  </a:lnTo>
                  <a:lnTo>
                    <a:pt x="1274" y="1197"/>
                  </a:lnTo>
                  <a:lnTo>
                    <a:pt x="2038" y="1400"/>
                  </a:lnTo>
                  <a:lnTo>
                    <a:pt x="2470" y="1426"/>
                  </a:lnTo>
                  <a:lnTo>
                    <a:pt x="2903" y="1400"/>
                  </a:lnTo>
                  <a:lnTo>
                    <a:pt x="3667" y="1197"/>
                  </a:lnTo>
                  <a:lnTo>
                    <a:pt x="4329" y="815"/>
                  </a:lnTo>
                  <a:lnTo>
                    <a:pt x="4787" y="306"/>
                  </a:lnTo>
                  <a:lnTo>
                    <a:pt x="4940" y="0"/>
                  </a:lnTo>
                  <a:close/>
                </a:path>
              </a:pathLst>
            </a:custGeom>
            <a:solidFill>
              <a:srgbClr val="5A10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a:off x="6081550" y="405800"/>
              <a:ext cx="852250" cy="528300"/>
            </a:xfrm>
            <a:custGeom>
              <a:rect b="b" l="l" r="r" t="t"/>
              <a:pathLst>
                <a:path extrusionOk="0" h="21132" w="34090">
                  <a:moveTo>
                    <a:pt x="17185" y="0"/>
                  </a:moveTo>
                  <a:lnTo>
                    <a:pt x="16345" y="51"/>
                  </a:lnTo>
                  <a:lnTo>
                    <a:pt x="14741" y="153"/>
                  </a:lnTo>
                  <a:lnTo>
                    <a:pt x="11839" y="739"/>
                  </a:lnTo>
                  <a:lnTo>
                    <a:pt x="9344" y="1681"/>
                  </a:lnTo>
                  <a:lnTo>
                    <a:pt x="7231" y="2928"/>
                  </a:lnTo>
                  <a:lnTo>
                    <a:pt x="5474" y="4430"/>
                  </a:lnTo>
                  <a:lnTo>
                    <a:pt x="4023" y="6110"/>
                  </a:lnTo>
                  <a:lnTo>
                    <a:pt x="2852" y="7943"/>
                  </a:lnTo>
                  <a:lnTo>
                    <a:pt x="1910" y="9827"/>
                  </a:lnTo>
                  <a:lnTo>
                    <a:pt x="1223" y="11762"/>
                  </a:lnTo>
                  <a:lnTo>
                    <a:pt x="713" y="13621"/>
                  </a:lnTo>
                  <a:lnTo>
                    <a:pt x="230" y="16268"/>
                  </a:lnTo>
                  <a:lnTo>
                    <a:pt x="1" y="20291"/>
                  </a:lnTo>
                  <a:lnTo>
                    <a:pt x="26" y="20902"/>
                  </a:lnTo>
                  <a:lnTo>
                    <a:pt x="408" y="20978"/>
                  </a:lnTo>
                  <a:lnTo>
                    <a:pt x="1146" y="20978"/>
                  </a:lnTo>
                  <a:lnTo>
                    <a:pt x="1910" y="20826"/>
                  </a:lnTo>
                  <a:lnTo>
                    <a:pt x="2597" y="20520"/>
                  </a:lnTo>
                  <a:lnTo>
                    <a:pt x="3234" y="20087"/>
                  </a:lnTo>
                  <a:lnTo>
                    <a:pt x="3769" y="19502"/>
                  </a:lnTo>
                  <a:lnTo>
                    <a:pt x="4150" y="18814"/>
                  </a:lnTo>
                  <a:lnTo>
                    <a:pt x="4354" y="18000"/>
                  </a:lnTo>
                  <a:lnTo>
                    <a:pt x="4380" y="17541"/>
                  </a:lnTo>
                  <a:lnTo>
                    <a:pt x="4812" y="17363"/>
                  </a:lnTo>
                  <a:lnTo>
                    <a:pt x="5474" y="16727"/>
                  </a:lnTo>
                  <a:lnTo>
                    <a:pt x="5678" y="16294"/>
                  </a:lnTo>
                  <a:lnTo>
                    <a:pt x="5805" y="15810"/>
                  </a:lnTo>
                  <a:lnTo>
                    <a:pt x="5729" y="14868"/>
                  </a:lnTo>
                  <a:lnTo>
                    <a:pt x="5500" y="14461"/>
                  </a:lnTo>
                  <a:lnTo>
                    <a:pt x="5983" y="14435"/>
                  </a:lnTo>
                  <a:lnTo>
                    <a:pt x="6849" y="14028"/>
                  </a:lnTo>
                  <a:lnTo>
                    <a:pt x="7180" y="13672"/>
                  </a:lnTo>
                  <a:lnTo>
                    <a:pt x="7460" y="13264"/>
                  </a:lnTo>
                  <a:lnTo>
                    <a:pt x="7664" y="12297"/>
                  </a:lnTo>
                  <a:lnTo>
                    <a:pt x="7587" y="11839"/>
                  </a:lnTo>
                  <a:lnTo>
                    <a:pt x="7587" y="11839"/>
                  </a:lnTo>
                  <a:lnTo>
                    <a:pt x="8071" y="11940"/>
                  </a:lnTo>
                  <a:lnTo>
                    <a:pt x="9038" y="11813"/>
                  </a:lnTo>
                  <a:lnTo>
                    <a:pt x="9471" y="11559"/>
                  </a:lnTo>
                  <a:lnTo>
                    <a:pt x="9675" y="11406"/>
                  </a:lnTo>
                  <a:lnTo>
                    <a:pt x="10006" y="11024"/>
                  </a:lnTo>
                  <a:lnTo>
                    <a:pt x="10337" y="10362"/>
                  </a:lnTo>
                  <a:lnTo>
                    <a:pt x="10388" y="9878"/>
                  </a:lnTo>
                  <a:lnTo>
                    <a:pt x="10821" y="10133"/>
                  </a:lnTo>
                  <a:lnTo>
                    <a:pt x="11533" y="10235"/>
                  </a:lnTo>
                  <a:lnTo>
                    <a:pt x="12043" y="10184"/>
                  </a:lnTo>
                  <a:lnTo>
                    <a:pt x="12297" y="10107"/>
                  </a:lnTo>
                  <a:lnTo>
                    <a:pt x="12552" y="10006"/>
                  </a:lnTo>
                  <a:lnTo>
                    <a:pt x="12959" y="9725"/>
                  </a:lnTo>
                  <a:lnTo>
                    <a:pt x="13443" y="9165"/>
                  </a:lnTo>
                  <a:lnTo>
                    <a:pt x="13621" y="8707"/>
                  </a:lnTo>
                  <a:lnTo>
                    <a:pt x="13978" y="9038"/>
                  </a:lnTo>
                  <a:lnTo>
                    <a:pt x="14665" y="9318"/>
                  </a:lnTo>
                  <a:lnTo>
                    <a:pt x="15174" y="9395"/>
                  </a:lnTo>
                  <a:lnTo>
                    <a:pt x="15429" y="9369"/>
                  </a:lnTo>
                  <a:lnTo>
                    <a:pt x="15683" y="9344"/>
                  </a:lnTo>
                  <a:lnTo>
                    <a:pt x="16167" y="9165"/>
                  </a:lnTo>
                  <a:lnTo>
                    <a:pt x="16778" y="8707"/>
                  </a:lnTo>
                  <a:lnTo>
                    <a:pt x="17058" y="8300"/>
                  </a:lnTo>
                  <a:lnTo>
                    <a:pt x="17313" y="8707"/>
                  </a:lnTo>
                  <a:lnTo>
                    <a:pt x="17924" y="9165"/>
                  </a:lnTo>
                  <a:lnTo>
                    <a:pt x="18407" y="9344"/>
                  </a:lnTo>
                  <a:lnTo>
                    <a:pt x="18662" y="9369"/>
                  </a:lnTo>
                  <a:lnTo>
                    <a:pt x="18942" y="9395"/>
                  </a:lnTo>
                  <a:lnTo>
                    <a:pt x="19426" y="9318"/>
                  </a:lnTo>
                  <a:lnTo>
                    <a:pt x="20113" y="9038"/>
                  </a:lnTo>
                  <a:lnTo>
                    <a:pt x="20495" y="8682"/>
                  </a:lnTo>
                  <a:lnTo>
                    <a:pt x="20648" y="9165"/>
                  </a:lnTo>
                  <a:lnTo>
                    <a:pt x="21131" y="9725"/>
                  </a:lnTo>
                  <a:lnTo>
                    <a:pt x="21564" y="10006"/>
                  </a:lnTo>
                  <a:lnTo>
                    <a:pt x="21793" y="10107"/>
                  </a:lnTo>
                  <a:lnTo>
                    <a:pt x="22048" y="10184"/>
                  </a:lnTo>
                  <a:lnTo>
                    <a:pt x="22557" y="10235"/>
                  </a:lnTo>
                  <a:lnTo>
                    <a:pt x="23270" y="10107"/>
                  </a:lnTo>
                  <a:lnTo>
                    <a:pt x="23703" y="9878"/>
                  </a:lnTo>
                  <a:lnTo>
                    <a:pt x="23754" y="10362"/>
                  </a:lnTo>
                  <a:lnTo>
                    <a:pt x="24085" y="11024"/>
                  </a:lnTo>
                  <a:lnTo>
                    <a:pt x="24416" y="11406"/>
                  </a:lnTo>
                  <a:lnTo>
                    <a:pt x="24619" y="11559"/>
                  </a:lnTo>
                  <a:lnTo>
                    <a:pt x="25078" y="11813"/>
                  </a:lnTo>
                  <a:lnTo>
                    <a:pt x="26045" y="11940"/>
                  </a:lnTo>
                  <a:lnTo>
                    <a:pt x="26503" y="11813"/>
                  </a:lnTo>
                  <a:lnTo>
                    <a:pt x="26427" y="12297"/>
                  </a:lnTo>
                  <a:lnTo>
                    <a:pt x="26631" y="13239"/>
                  </a:lnTo>
                  <a:lnTo>
                    <a:pt x="26911" y="13672"/>
                  </a:lnTo>
                  <a:lnTo>
                    <a:pt x="27267" y="14028"/>
                  </a:lnTo>
                  <a:lnTo>
                    <a:pt x="28133" y="14410"/>
                  </a:lnTo>
                  <a:lnTo>
                    <a:pt x="28591" y="14435"/>
                  </a:lnTo>
                  <a:lnTo>
                    <a:pt x="28387" y="14868"/>
                  </a:lnTo>
                  <a:lnTo>
                    <a:pt x="28285" y="15785"/>
                  </a:lnTo>
                  <a:lnTo>
                    <a:pt x="28438" y="16268"/>
                  </a:lnTo>
                  <a:lnTo>
                    <a:pt x="28642" y="16727"/>
                  </a:lnTo>
                  <a:lnTo>
                    <a:pt x="29329" y="17363"/>
                  </a:lnTo>
                  <a:lnTo>
                    <a:pt x="29762" y="17541"/>
                  </a:lnTo>
                  <a:lnTo>
                    <a:pt x="29787" y="18000"/>
                  </a:lnTo>
                  <a:lnTo>
                    <a:pt x="29991" y="18840"/>
                  </a:lnTo>
                  <a:lnTo>
                    <a:pt x="30373" y="19578"/>
                  </a:lnTo>
                  <a:lnTo>
                    <a:pt x="30908" y="20189"/>
                  </a:lnTo>
                  <a:lnTo>
                    <a:pt x="31544" y="20673"/>
                  </a:lnTo>
                  <a:lnTo>
                    <a:pt x="32257" y="20978"/>
                  </a:lnTo>
                  <a:lnTo>
                    <a:pt x="32995" y="21131"/>
                  </a:lnTo>
                  <a:lnTo>
                    <a:pt x="33734" y="21055"/>
                  </a:lnTo>
                  <a:lnTo>
                    <a:pt x="34090" y="20902"/>
                  </a:lnTo>
                  <a:lnTo>
                    <a:pt x="34090" y="20240"/>
                  </a:lnTo>
                  <a:lnTo>
                    <a:pt x="33555" y="15937"/>
                  </a:lnTo>
                  <a:lnTo>
                    <a:pt x="32893" y="13137"/>
                  </a:lnTo>
                  <a:lnTo>
                    <a:pt x="32257" y="11151"/>
                  </a:lnTo>
                  <a:lnTo>
                    <a:pt x="31417" y="9165"/>
                  </a:lnTo>
                  <a:lnTo>
                    <a:pt x="30373" y="7205"/>
                  </a:lnTo>
                  <a:lnTo>
                    <a:pt x="29075" y="5372"/>
                  </a:lnTo>
                  <a:lnTo>
                    <a:pt x="27496" y="3692"/>
                  </a:lnTo>
                  <a:lnTo>
                    <a:pt x="25638" y="2241"/>
                  </a:lnTo>
                  <a:lnTo>
                    <a:pt x="23448" y="1120"/>
                  </a:lnTo>
                  <a:lnTo>
                    <a:pt x="21564" y="509"/>
                  </a:lnTo>
                  <a:lnTo>
                    <a:pt x="20189" y="229"/>
                  </a:lnTo>
                  <a:lnTo>
                    <a:pt x="18738" y="51"/>
                  </a:lnTo>
                  <a:lnTo>
                    <a:pt x="17185" y="0"/>
                  </a:lnTo>
                  <a:close/>
                </a:path>
              </a:pathLst>
            </a:custGeom>
            <a:solidFill>
              <a:srgbClr val="1409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1"/>
            <p:cNvSpPr/>
            <p:nvPr/>
          </p:nvSpPr>
          <p:spPr>
            <a:xfrm>
              <a:off x="7025450" y="970350"/>
              <a:ext cx="357075" cy="585575"/>
            </a:xfrm>
            <a:custGeom>
              <a:rect b="b" l="l" r="r" t="t"/>
              <a:pathLst>
                <a:path extrusionOk="0" h="23423" w="14283">
                  <a:moveTo>
                    <a:pt x="9216" y="0"/>
                  </a:moveTo>
                  <a:lnTo>
                    <a:pt x="8783" y="77"/>
                  </a:lnTo>
                  <a:lnTo>
                    <a:pt x="8427" y="357"/>
                  </a:lnTo>
                  <a:lnTo>
                    <a:pt x="8172" y="738"/>
                  </a:lnTo>
                  <a:lnTo>
                    <a:pt x="8096" y="993"/>
                  </a:lnTo>
                  <a:lnTo>
                    <a:pt x="6365" y="8529"/>
                  </a:lnTo>
                  <a:lnTo>
                    <a:pt x="6059" y="8453"/>
                  </a:lnTo>
                  <a:lnTo>
                    <a:pt x="7587" y="1757"/>
                  </a:lnTo>
                  <a:lnTo>
                    <a:pt x="7638" y="1502"/>
                  </a:lnTo>
                  <a:lnTo>
                    <a:pt x="7587" y="1019"/>
                  </a:lnTo>
                  <a:lnTo>
                    <a:pt x="7383" y="637"/>
                  </a:lnTo>
                  <a:lnTo>
                    <a:pt x="7027" y="357"/>
                  </a:lnTo>
                  <a:lnTo>
                    <a:pt x="6823" y="280"/>
                  </a:lnTo>
                  <a:lnTo>
                    <a:pt x="6619" y="255"/>
                  </a:lnTo>
                  <a:lnTo>
                    <a:pt x="6187" y="357"/>
                  </a:lnTo>
                  <a:lnTo>
                    <a:pt x="5830" y="611"/>
                  </a:lnTo>
                  <a:lnTo>
                    <a:pt x="5576" y="1019"/>
                  </a:lnTo>
                  <a:lnTo>
                    <a:pt x="5499" y="1273"/>
                  </a:lnTo>
                  <a:lnTo>
                    <a:pt x="3386" y="10413"/>
                  </a:lnTo>
                  <a:lnTo>
                    <a:pt x="3157" y="9547"/>
                  </a:lnTo>
                  <a:lnTo>
                    <a:pt x="2648" y="8172"/>
                  </a:lnTo>
                  <a:lnTo>
                    <a:pt x="2139" y="7205"/>
                  </a:lnTo>
                  <a:lnTo>
                    <a:pt x="1629" y="6594"/>
                  </a:lnTo>
                  <a:lnTo>
                    <a:pt x="968" y="6110"/>
                  </a:lnTo>
                  <a:lnTo>
                    <a:pt x="382" y="6034"/>
                  </a:lnTo>
                  <a:lnTo>
                    <a:pt x="331" y="6059"/>
                  </a:lnTo>
                  <a:lnTo>
                    <a:pt x="178" y="6136"/>
                  </a:lnTo>
                  <a:lnTo>
                    <a:pt x="0" y="6441"/>
                  </a:lnTo>
                  <a:lnTo>
                    <a:pt x="0" y="6950"/>
                  </a:lnTo>
                  <a:lnTo>
                    <a:pt x="26" y="7052"/>
                  </a:lnTo>
                  <a:lnTo>
                    <a:pt x="560" y="9980"/>
                  </a:lnTo>
                  <a:lnTo>
                    <a:pt x="1171" y="13493"/>
                  </a:lnTo>
                  <a:lnTo>
                    <a:pt x="1222" y="13875"/>
                  </a:lnTo>
                  <a:lnTo>
                    <a:pt x="1426" y="14537"/>
                  </a:lnTo>
                  <a:lnTo>
                    <a:pt x="1909" y="15301"/>
                  </a:lnTo>
                  <a:lnTo>
                    <a:pt x="2953" y="16116"/>
                  </a:lnTo>
                  <a:lnTo>
                    <a:pt x="3157" y="16192"/>
                  </a:lnTo>
                  <a:lnTo>
                    <a:pt x="1859" y="21844"/>
                  </a:lnTo>
                  <a:lnTo>
                    <a:pt x="8809" y="23422"/>
                  </a:lnTo>
                  <a:lnTo>
                    <a:pt x="10158" y="17669"/>
                  </a:lnTo>
                  <a:lnTo>
                    <a:pt x="10285" y="17694"/>
                  </a:lnTo>
                  <a:lnTo>
                    <a:pt x="10718" y="17592"/>
                  </a:lnTo>
                  <a:lnTo>
                    <a:pt x="11202" y="17312"/>
                  </a:lnTo>
                  <a:lnTo>
                    <a:pt x="11635" y="16778"/>
                  </a:lnTo>
                  <a:lnTo>
                    <a:pt x="11762" y="16396"/>
                  </a:lnTo>
                  <a:lnTo>
                    <a:pt x="12093" y="14944"/>
                  </a:lnTo>
                  <a:lnTo>
                    <a:pt x="12831" y="11737"/>
                  </a:lnTo>
                  <a:lnTo>
                    <a:pt x="13086" y="10617"/>
                  </a:lnTo>
                  <a:lnTo>
                    <a:pt x="13213" y="10107"/>
                  </a:lnTo>
                  <a:lnTo>
                    <a:pt x="14232" y="5627"/>
                  </a:lnTo>
                  <a:lnTo>
                    <a:pt x="14282" y="5397"/>
                  </a:lnTo>
                  <a:lnTo>
                    <a:pt x="14232" y="4965"/>
                  </a:lnTo>
                  <a:lnTo>
                    <a:pt x="14028" y="4608"/>
                  </a:lnTo>
                  <a:lnTo>
                    <a:pt x="13722" y="4354"/>
                  </a:lnTo>
                  <a:lnTo>
                    <a:pt x="13519" y="4277"/>
                  </a:lnTo>
                  <a:lnTo>
                    <a:pt x="13315" y="4252"/>
                  </a:lnTo>
                  <a:lnTo>
                    <a:pt x="12933" y="4354"/>
                  </a:lnTo>
                  <a:lnTo>
                    <a:pt x="12602" y="4583"/>
                  </a:lnTo>
                  <a:lnTo>
                    <a:pt x="12373" y="4965"/>
                  </a:lnTo>
                  <a:lnTo>
                    <a:pt x="12297" y="5194"/>
                  </a:lnTo>
                  <a:lnTo>
                    <a:pt x="11253" y="9649"/>
                  </a:lnTo>
                  <a:lnTo>
                    <a:pt x="10871" y="9573"/>
                  </a:lnTo>
                  <a:lnTo>
                    <a:pt x="12322" y="3284"/>
                  </a:lnTo>
                  <a:lnTo>
                    <a:pt x="12373" y="3030"/>
                  </a:lnTo>
                  <a:lnTo>
                    <a:pt x="12322" y="2546"/>
                  </a:lnTo>
                  <a:lnTo>
                    <a:pt x="12093" y="2164"/>
                  </a:lnTo>
                  <a:lnTo>
                    <a:pt x="11762" y="1884"/>
                  </a:lnTo>
                  <a:lnTo>
                    <a:pt x="11558" y="1808"/>
                  </a:lnTo>
                  <a:lnTo>
                    <a:pt x="11329" y="1782"/>
                  </a:lnTo>
                  <a:lnTo>
                    <a:pt x="10922" y="1884"/>
                  </a:lnTo>
                  <a:lnTo>
                    <a:pt x="10565" y="2139"/>
                  </a:lnTo>
                  <a:lnTo>
                    <a:pt x="10285" y="2546"/>
                  </a:lnTo>
                  <a:lnTo>
                    <a:pt x="10235" y="2801"/>
                  </a:lnTo>
                  <a:lnTo>
                    <a:pt x="8783" y="9089"/>
                  </a:lnTo>
                  <a:lnTo>
                    <a:pt x="8452" y="9013"/>
                  </a:lnTo>
                  <a:lnTo>
                    <a:pt x="10209" y="1477"/>
                  </a:lnTo>
                  <a:lnTo>
                    <a:pt x="10235" y="1222"/>
                  </a:lnTo>
                  <a:lnTo>
                    <a:pt x="10184" y="764"/>
                  </a:lnTo>
                  <a:lnTo>
                    <a:pt x="9980" y="357"/>
                  </a:lnTo>
                  <a:lnTo>
                    <a:pt x="9649" y="77"/>
                  </a:lnTo>
                  <a:lnTo>
                    <a:pt x="9420" y="26"/>
                  </a:lnTo>
                  <a:lnTo>
                    <a:pt x="9216" y="0"/>
                  </a:lnTo>
                  <a:close/>
                </a:path>
              </a:pathLst>
            </a:custGeom>
            <a:solidFill>
              <a:srgbClr val="6B3F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1"/>
            <p:cNvSpPr/>
            <p:nvPr/>
          </p:nvSpPr>
          <p:spPr>
            <a:xfrm>
              <a:off x="7109450" y="1230025"/>
              <a:ext cx="675" cy="25"/>
            </a:xfrm>
            <a:custGeom>
              <a:rect b="b" l="l" r="r" t="t"/>
              <a:pathLst>
                <a:path extrusionOk="0" h="1" w="27">
                  <a:moveTo>
                    <a:pt x="1" y="0"/>
                  </a:moveTo>
                  <a:lnTo>
                    <a:pt x="1" y="0"/>
                  </a:lnTo>
                  <a:lnTo>
                    <a:pt x="26" y="0"/>
                  </a:lnTo>
                  <a:lnTo>
                    <a:pt x="1" y="0"/>
                  </a:lnTo>
                  <a:lnTo>
                    <a:pt x="1"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a:off x="7143175" y="1174650"/>
              <a:ext cx="190975" cy="55400"/>
            </a:xfrm>
            <a:custGeom>
              <a:rect b="b" l="l" r="r" t="t"/>
              <a:pathLst>
                <a:path extrusionOk="0" h="2216" w="7639">
                  <a:moveTo>
                    <a:pt x="103" y="0"/>
                  </a:moveTo>
                  <a:lnTo>
                    <a:pt x="1" y="484"/>
                  </a:lnTo>
                  <a:lnTo>
                    <a:pt x="7537" y="2215"/>
                  </a:lnTo>
                  <a:lnTo>
                    <a:pt x="7639" y="1732"/>
                  </a:lnTo>
                  <a:lnTo>
                    <a:pt x="6544" y="1477"/>
                  </a:lnTo>
                  <a:lnTo>
                    <a:pt x="6162" y="1401"/>
                  </a:lnTo>
                  <a:lnTo>
                    <a:pt x="4074" y="917"/>
                  </a:lnTo>
                  <a:lnTo>
                    <a:pt x="3743" y="841"/>
                  </a:lnTo>
                  <a:lnTo>
                    <a:pt x="3769" y="841"/>
                  </a:lnTo>
                  <a:lnTo>
                    <a:pt x="1656" y="357"/>
                  </a:lnTo>
                  <a:lnTo>
                    <a:pt x="1350" y="281"/>
                  </a:lnTo>
                  <a:lnTo>
                    <a:pt x="103" y="0"/>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1"/>
            <p:cNvSpPr/>
            <p:nvPr/>
          </p:nvSpPr>
          <p:spPr>
            <a:xfrm>
              <a:off x="7110100" y="1223650"/>
              <a:ext cx="105675" cy="159150"/>
            </a:xfrm>
            <a:custGeom>
              <a:rect b="b" l="l" r="r" t="t"/>
              <a:pathLst>
                <a:path extrusionOk="0" h="6366" w="4227">
                  <a:moveTo>
                    <a:pt x="51" y="1"/>
                  </a:moveTo>
                  <a:lnTo>
                    <a:pt x="51" y="26"/>
                  </a:lnTo>
                  <a:lnTo>
                    <a:pt x="0" y="255"/>
                  </a:lnTo>
                  <a:lnTo>
                    <a:pt x="229" y="306"/>
                  </a:lnTo>
                  <a:lnTo>
                    <a:pt x="1120" y="612"/>
                  </a:lnTo>
                  <a:lnTo>
                    <a:pt x="1859" y="1019"/>
                  </a:lnTo>
                  <a:lnTo>
                    <a:pt x="2597" y="1656"/>
                  </a:lnTo>
                  <a:lnTo>
                    <a:pt x="3259" y="2572"/>
                  </a:lnTo>
                  <a:lnTo>
                    <a:pt x="3717" y="3794"/>
                  </a:lnTo>
                  <a:lnTo>
                    <a:pt x="3895" y="5347"/>
                  </a:lnTo>
                  <a:lnTo>
                    <a:pt x="3819" y="6315"/>
                  </a:lnTo>
                  <a:lnTo>
                    <a:pt x="4099" y="6365"/>
                  </a:lnTo>
                  <a:lnTo>
                    <a:pt x="4150" y="6213"/>
                  </a:lnTo>
                  <a:lnTo>
                    <a:pt x="4226" y="5118"/>
                  </a:lnTo>
                  <a:lnTo>
                    <a:pt x="4175" y="4125"/>
                  </a:lnTo>
                  <a:lnTo>
                    <a:pt x="3895" y="3005"/>
                  </a:lnTo>
                  <a:lnTo>
                    <a:pt x="3335" y="1936"/>
                  </a:lnTo>
                  <a:lnTo>
                    <a:pt x="2393" y="968"/>
                  </a:lnTo>
                  <a:lnTo>
                    <a:pt x="1375" y="383"/>
                  </a:lnTo>
                  <a:lnTo>
                    <a:pt x="535" y="103"/>
                  </a:lnTo>
                  <a:lnTo>
                    <a:pt x="51" y="1"/>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1"/>
            <p:cNvSpPr/>
            <p:nvPr/>
          </p:nvSpPr>
          <p:spPr>
            <a:xfrm>
              <a:off x="7087825" y="1403775"/>
              <a:ext cx="183950" cy="84675"/>
            </a:xfrm>
            <a:custGeom>
              <a:rect b="b" l="l" r="r" t="t"/>
              <a:pathLst>
                <a:path extrusionOk="0" h="3387" w="7358">
                  <a:moveTo>
                    <a:pt x="407" y="1"/>
                  </a:moveTo>
                  <a:lnTo>
                    <a:pt x="0" y="1783"/>
                  </a:lnTo>
                  <a:lnTo>
                    <a:pt x="6950" y="3387"/>
                  </a:lnTo>
                  <a:lnTo>
                    <a:pt x="7358" y="1605"/>
                  </a:lnTo>
                  <a:lnTo>
                    <a:pt x="407" y="1"/>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1"/>
            <p:cNvSpPr/>
            <p:nvPr/>
          </p:nvSpPr>
          <p:spPr>
            <a:xfrm>
              <a:off x="7048350" y="1425425"/>
              <a:ext cx="237425" cy="100575"/>
            </a:xfrm>
            <a:custGeom>
              <a:rect b="b" l="l" r="r" t="t"/>
              <a:pathLst>
                <a:path extrusionOk="0" h="4023" w="9497">
                  <a:moveTo>
                    <a:pt x="433" y="0"/>
                  </a:moveTo>
                  <a:lnTo>
                    <a:pt x="1" y="1935"/>
                  </a:lnTo>
                  <a:lnTo>
                    <a:pt x="9064" y="4023"/>
                  </a:lnTo>
                  <a:lnTo>
                    <a:pt x="9497" y="2113"/>
                  </a:lnTo>
                  <a:lnTo>
                    <a:pt x="433" y="0"/>
                  </a:lnTo>
                  <a:close/>
                </a:path>
              </a:pathLst>
            </a:custGeom>
            <a:solidFill>
              <a:srgbClr val="F472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1"/>
            <p:cNvSpPr/>
            <p:nvPr/>
          </p:nvSpPr>
          <p:spPr>
            <a:xfrm>
              <a:off x="7026075" y="1463600"/>
              <a:ext cx="251425" cy="105675"/>
            </a:xfrm>
            <a:custGeom>
              <a:rect b="b" l="l" r="r" t="t"/>
              <a:pathLst>
                <a:path extrusionOk="0" h="4227" w="10057">
                  <a:moveTo>
                    <a:pt x="968" y="1"/>
                  </a:moveTo>
                  <a:lnTo>
                    <a:pt x="1" y="4227"/>
                  </a:lnTo>
                  <a:lnTo>
                    <a:pt x="9548" y="4227"/>
                  </a:lnTo>
                  <a:lnTo>
                    <a:pt x="10057" y="2088"/>
                  </a:lnTo>
                  <a:lnTo>
                    <a:pt x="968" y="1"/>
                  </a:lnTo>
                  <a:close/>
                </a:path>
              </a:pathLst>
            </a:custGeom>
            <a:solidFill>
              <a:srgbClr val="F14C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1" name="Google Shape;81;p11"/>
          <p:cNvSpPr txBox="1"/>
          <p:nvPr/>
        </p:nvSpPr>
        <p:spPr>
          <a:xfrm>
            <a:off x="417475" y="3615425"/>
            <a:ext cx="41682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474F67"/>
                </a:solidFill>
                <a:latin typeface="ABeeZee"/>
                <a:ea typeface="ABeeZee"/>
                <a:cs typeface="ABeeZee"/>
                <a:sym typeface="ABeeZee"/>
              </a:rPr>
              <a:t>Kimberly May, Ed.S. </a:t>
            </a:r>
            <a:endParaRPr sz="1600">
              <a:solidFill>
                <a:srgbClr val="474F67"/>
              </a:solidFill>
              <a:latin typeface="ABeeZee"/>
              <a:ea typeface="ABeeZee"/>
              <a:cs typeface="ABeeZee"/>
              <a:sym typeface="ABeeZee"/>
            </a:endParaRPr>
          </a:p>
          <a:p>
            <a:pPr indent="0" lvl="0" marL="0" rtl="0" algn="l">
              <a:spcBef>
                <a:spcPts val="0"/>
              </a:spcBef>
              <a:spcAft>
                <a:spcPts val="0"/>
              </a:spcAft>
              <a:buNone/>
            </a:pPr>
            <a:r>
              <a:rPr lang="en" sz="1600">
                <a:solidFill>
                  <a:srgbClr val="474F67"/>
                </a:solidFill>
                <a:latin typeface="ABeeZee"/>
                <a:ea typeface="ABeeZee"/>
                <a:cs typeface="ABeeZee"/>
                <a:sym typeface="ABeeZee"/>
              </a:rPr>
              <a:t>Director of State &amp; Federal Programs and </a:t>
            </a:r>
            <a:r>
              <a:rPr lang="en" sz="1600">
                <a:solidFill>
                  <a:srgbClr val="474F67"/>
                </a:solidFill>
                <a:latin typeface="ABeeZee"/>
                <a:ea typeface="ABeeZee"/>
                <a:cs typeface="ABeeZee"/>
                <a:sym typeface="ABeeZee"/>
              </a:rPr>
              <a:t>Continuous</a:t>
            </a:r>
            <a:r>
              <a:rPr lang="en" sz="1600">
                <a:solidFill>
                  <a:srgbClr val="474F67"/>
                </a:solidFill>
                <a:latin typeface="ABeeZee"/>
                <a:ea typeface="ABeeZee"/>
                <a:cs typeface="ABeeZee"/>
                <a:sym typeface="ABeeZee"/>
              </a:rPr>
              <a:t> Improvement ~ Plymouth-Canton Community Schools  </a:t>
            </a:r>
            <a:endParaRPr sz="1600">
              <a:solidFill>
                <a:srgbClr val="474F67"/>
              </a:solidFill>
              <a:latin typeface="ABeeZee"/>
              <a:ea typeface="ABeeZee"/>
              <a:cs typeface="ABeeZee"/>
              <a:sym typeface="ABeeZee"/>
            </a:endParaRPr>
          </a:p>
          <a:p>
            <a:pPr indent="0" lvl="0" marL="0" rtl="0" algn="l">
              <a:spcBef>
                <a:spcPts val="0"/>
              </a:spcBef>
              <a:spcAft>
                <a:spcPts val="0"/>
              </a:spcAft>
              <a:buNone/>
            </a:pPr>
            <a:r>
              <a:rPr lang="en" sz="1600">
                <a:solidFill>
                  <a:srgbClr val="474F67"/>
                </a:solidFill>
                <a:latin typeface="ABeeZee"/>
                <a:ea typeface="ABeeZee"/>
                <a:cs typeface="ABeeZee"/>
                <a:sym typeface="ABeeZee"/>
              </a:rPr>
              <a:t>October 2, 2025 </a:t>
            </a:r>
            <a:endParaRPr sz="1600">
              <a:solidFill>
                <a:srgbClr val="474F67"/>
              </a:solidFill>
              <a:latin typeface="ABeeZee"/>
              <a:ea typeface="ABeeZee"/>
              <a:cs typeface="ABeeZee"/>
              <a:sym typeface="ABeeZe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2"/>
          <p:cNvSpPr txBox="1"/>
          <p:nvPr>
            <p:ph type="title"/>
          </p:nvPr>
        </p:nvSpPr>
        <p:spPr>
          <a:xfrm>
            <a:off x="653625" y="370200"/>
            <a:ext cx="5969100" cy="614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Today’s Goals</a:t>
            </a:r>
            <a:endParaRPr b="0"/>
          </a:p>
        </p:txBody>
      </p:sp>
      <p:sp>
        <p:nvSpPr>
          <p:cNvPr id="87" name="Google Shape;87;p12"/>
          <p:cNvSpPr txBox="1"/>
          <p:nvPr>
            <p:ph idx="1" type="body"/>
          </p:nvPr>
        </p:nvSpPr>
        <p:spPr>
          <a:xfrm>
            <a:off x="653625" y="1023977"/>
            <a:ext cx="5969100" cy="37401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1500"/>
              </a:spcBef>
              <a:spcAft>
                <a:spcPts val="0"/>
              </a:spcAft>
              <a:buClr>
                <a:schemeClr val="dk1"/>
              </a:buClr>
              <a:buSzPts val="2000"/>
              <a:buChar char="●"/>
            </a:pPr>
            <a:r>
              <a:rPr lang="en" sz="2000">
                <a:solidFill>
                  <a:schemeClr val="dk1"/>
                </a:solidFill>
              </a:rPr>
              <a:t>Develop deeper empathy for students and families experiencing poverty</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rPr>
              <a:t>Learn practical ways to utilize state and federal funding streams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rPr>
              <a:t>Gain respect for the resilience and stories of those we serve</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 sz="2000">
                <a:solidFill>
                  <a:schemeClr val="dk1"/>
                </a:solidFill>
              </a:rPr>
              <a:t>Leave with actionable strategies for immediate implementation</a:t>
            </a:r>
            <a:endParaRPr sz="2000">
              <a:solidFill>
                <a:schemeClr val="dk1"/>
              </a:solidFill>
            </a:endParaRPr>
          </a:p>
          <a:p>
            <a:pPr indent="0" lvl="0" marL="0" rtl="0" algn="l">
              <a:spcBef>
                <a:spcPts val="1500"/>
              </a:spcBef>
              <a:spcAft>
                <a:spcPts val="0"/>
              </a:spcAft>
              <a:buNone/>
            </a:pPr>
            <a:r>
              <a:t/>
            </a:r>
            <a:endParaRPr/>
          </a:p>
        </p:txBody>
      </p:sp>
      <p:pic>
        <p:nvPicPr>
          <p:cNvPr descr="Business goal or target icon, dart board (Provided by Getty Images)" id="88" name="Google Shape;88;p12"/>
          <p:cNvPicPr preferRelativeResize="0"/>
          <p:nvPr/>
        </p:nvPicPr>
        <p:blipFill>
          <a:blip r:embed="rId3">
            <a:alphaModFix/>
          </a:blip>
          <a:stretch>
            <a:fillRect/>
          </a:stretch>
        </p:blipFill>
        <p:spPr>
          <a:xfrm>
            <a:off x="7695550" y="3418500"/>
            <a:ext cx="1448448" cy="1725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3"/>
          <p:cNvSpPr txBox="1"/>
          <p:nvPr>
            <p:ph idx="1" type="body"/>
          </p:nvPr>
        </p:nvSpPr>
        <p:spPr>
          <a:xfrm>
            <a:off x="653625" y="1071226"/>
            <a:ext cx="5969100" cy="3692700"/>
          </a:xfrm>
          <a:prstGeom prst="rect">
            <a:avLst/>
          </a:prstGeom>
        </p:spPr>
        <p:txBody>
          <a:bodyPr anchorCtr="0" anchor="t" bIns="91425" lIns="91425" spcFirstLastPara="1" rIns="91425" wrap="square" tIns="91425">
            <a:noAutofit/>
          </a:bodyPr>
          <a:lstStyle/>
          <a:p>
            <a:pPr indent="0" lvl="0" marL="0" rtl="0" algn="l">
              <a:lnSpc>
                <a:spcPct val="115000"/>
              </a:lnSpc>
              <a:spcBef>
                <a:spcPts val="1500"/>
              </a:spcBef>
              <a:spcAft>
                <a:spcPts val="0"/>
              </a:spcAft>
              <a:buClr>
                <a:schemeClr val="dk1"/>
              </a:buClr>
              <a:buSzPts val="1100"/>
              <a:buFont typeface="Arial"/>
              <a:buNone/>
            </a:pPr>
            <a:r>
              <a:rPr b="1" lang="en" sz="1700">
                <a:solidFill>
                  <a:srgbClr val="474F67"/>
                </a:solidFill>
              </a:rPr>
              <a:t>National Statistics:</a:t>
            </a:r>
            <a:endParaRPr b="1" sz="1700">
              <a:solidFill>
                <a:srgbClr val="474F67"/>
              </a:solidFill>
            </a:endParaRPr>
          </a:p>
          <a:p>
            <a:pPr indent="-336550" lvl="0" marL="457200" rtl="0" algn="l">
              <a:lnSpc>
                <a:spcPct val="115000"/>
              </a:lnSpc>
              <a:spcBef>
                <a:spcPts val="1500"/>
              </a:spcBef>
              <a:spcAft>
                <a:spcPts val="0"/>
              </a:spcAft>
              <a:buClr>
                <a:srgbClr val="474F67"/>
              </a:buClr>
              <a:buSzPts val="1700"/>
              <a:buChar char="●"/>
            </a:pPr>
            <a:r>
              <a:rPr lang="en" sz="1700">
                <a:solidFill>
                  <a:srgbClr val="474F67"/>
                </a:solidFill>
              </a:rPr>
              <a:t>1 in 6 children in the U.S. live in poverty</a:t>
            </a:r>
            <a:endParaRPr sz="1700">
              <a:solidFill>
                <a:srgbClr val="474F67"/>
              </a:solidFill>
            </a:endParaRPr>
          </a:p>
          <a:p>
            <a:pPr indent="-336550" lvl="0" marL="457200" rtl="0" algn="l">
              <a:lnSpc>
                <a:spcPct val="115000"/>
              </a:lnSpc>
              <a:spcBef>
                <a:spcPts val="0"/>
              </a:spcBef>
              <a:spcAft>
                <a:spcPts val="0"/>
              </a:spcAft>
              <a:buClr>
                <a:srgbClr val="474F67"/>
              </a:buClr>
              <a:buSzPts val="1700"/>
              <a:buChar char="●"/>
            </a:pPr>
            <a:r>
              <a:rPr lang="en" sz="1700">
                <a:solidFill>
                  <a:srgbClr val="474F67"/>
                </a:solidFill>
              </a:rPr>
              <a:t>13 million children experience food insecurity</a:t>
            </a:r>
            <a:endParaRPr sz="1700">
              <a:solidFill>
                <a:srgbClr val="474F67"/>
              </a:solidFill>
            </a:endParaRPr>
          </a:p>
          <a:p>
            <a:pPr indent="-336550" lvl="0" marL="457200" rtl="0" algn="l">
              <a:lnSpc>
                <a:spcPct val="115000"/>
              </a:lnSpc>
              <a:spcBef>
                <a:spcPts val="0"/>
              </a:spcBef>
              <a:spcAft>
                <a:spcPts val="0"/>
              </a:spcAft>
              <a:buClr>
                <a:srgbClr val="474F67"/>
              </a:buClr>
              <a:buSzPts val="1700"/>
              <a:buFont typeface="Arial"/>
              <a:buChar char="●"/>
            </a:pPr>
            <a:r>
              <a:rPr lang="en" sz="1700">
                <a:solidFill>
                  <a:srgbClr val="474F67"/>
                </a:solidFill>
              </a:rPr>
              <a:t>Students in poverty are 2x more likely to repeat a grade</a:t>
            </a:r>
            <a:endParaRPr sz="1700">
              <a:solidFill>
                <a:srgbClr val="474F67"/>
              </a:solidFill>
            </a:endParaRPr>
          </a:p>
          <a:p>
            <a:pPr indent="-336550" lvl="0" marL="457200" rtl="0" algn="l">
              <a:lnSpc>
                <a:spcPct val="115000"/>
              </a:lnSpc>
              <a:spcBef>
                <a:spcPts val="0"/>
              </a:spcBef>
              <a:spcAft>
                <a:spcPts val="0"/>
              </a:spcAft>
              <a:buClr>
                <a:srgbClr val="474F67"/>
              </a:buClr>
              <a:buSzPts val="1700"/>
              <a:buFont typeface="Arial"/>
              <a:buChar char="●"/>
            </a:pPr>
            <a:r>
              <a:rPr lang="en" sz="1700">
                <a:solidFill>
                  <a:srgbClr val="474F67"/>
                </a:solidFill>
              </a:rPr>
              <a:t>30-point average difference in reading scores between low and high-income students</a:t>
            </a:r>
            <a:endParaRPr sz="1700">
              <a:solidFill>
                <a:srgbClr val="474F67"/>
              </a:solidFill>
            </a:endParaRPr>
          </a:p>
          <a:p>
            <a:pPr indent="0" lvl="0" marL="0" rtl="0" algn="l">
              <a:lnSpc>
                <a:spcPct val="115000"/>
              </a:lnSpc>
              <a:spcBef>
                <a:spcPts val="1500"/>
              </a:spcBef>
              <a:spcAft>
                <a:spcPts val="0"/>
              </a:spcAft>
              <a:buClr>
                <a:schemeClr val="dk1"/>
              </a:buClr>
              <a:buSzPts val="1100"/>
              <a:buFont typeface="Arial"/>
              <a:buNone/>
            </a:pPr>
            <a:r>
              <a:rPr b="1" lang="en" sz="1700">
                <a:solidFill>
                  <a:schemeClr val="accent1"/>
                </a:solidFill>
              </a:rPr>
              <a:t>Remember: Behind every statistic is a child with dreams, potential, and worth.</a:t>
            </a:r>
            <a:endParaRPr b="1" sz="1700">
              <a:solidFill>
                <a:schemeClr val="accent1"/>
              </a:solidFill>
            </a:endParaRPr>
          </a:p>
          <a:p>
            <a:pPr indent="0" lvl="0" marL="0" rtl="0" algn="l">
              <a:spcBef>
                <a:spcPts val="1500"/>
              </a:spcBef>
              <a:spcAft>
                <a:spcPts val="0"/>
              </a:spcAft>
              <a:buNone/>
            </a:pPr>
            <a:r>
              <a:t/>
            </a:r>
            <a:endParaRPr/>
          </a:p>
        </p:txBody>
      </p:sp>
      <p:grpSp>
        <p:nvGrpSpPr>
          <p:cNvPr id="94" name="Google Shape;94;p13"/>
          <p:cNvGrpSpPr/>
          <p:nvPr/>
        </p:nvGrpSpPr>
        <p:grpSpPr>
          <a:xfrm flipH="1">
            <a:off x="7493797" y="3754514"/>
            <a:ext cx="1650213" cy="1388992"/>
            <a:chOff x="5987350" y="1879850"/>
            <a:chExt cx="1395175" cy="1174325"/>
          </a:xfrm>
        </p:grpSpPr>
        <p:sp>
          <p:nvSpPr>
            <p:cNvPr id="95" name="Google Shape;95;p13"/>
            <p:cNvSpPr/>
            <p:nvPr/>
          </p:nvSpPr>
          <p:spPr>
            <a:xfrm>
              <a:off x="6143300" y="2465400"/>
              <a:ext cx="315075" cy="493925"/>
            </a:xfrm>
            <a:custGeom>
              <a:rect b="b" l="l" r="r" t="t"/>
              <a:pathLst>
                <a:path extrusionOk="0" h="19757" w="12603">
                  <a:moveTo>
                    <a:pt x="0" y="1"/>
                  </a:moveTo>
                  <a:lnTo>
                    <a:pt x="0" y="19757"/>
                  </a:lnTo>
                  <a:lnTo>
                    <a:pt x="12602" y="19757"/>
                  </a:lnTo>
                  <a:lnTo>
                    <a:pt x="12602" y="1"/>
                  </a:lnTo>
                  <a:close/>
                </a:path>
              </a:pathLst>
            </a:custGeom>
            <a:solidFill>
              <a:srgbClr val="111D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3"/>
            <p:cNvSpPr/>
            <p:nvPr/>
          </p:nvSpPr>
          <p:spPr>
            <a:xfrm>
              <a:off x="6555725" y="2465400"/>
              <a:ext cx="315075" cy="493925"/>
            </a:xfrm>
            <a:custGeom>
              <a:rect b="b" l="l" r="r" t="t"/>
              <a:pathLst>
                <a:path extrusionOk="0" h="19757" w="12603">
                  <a:moveTo>
                    <a:pt x="0" y="1"/>
                  </a:moveTo>
                  <a:lnTo>
                    <a:pt x="0" y="19757"/>
                  </a:lnTo>
                  <a:lnTo>
                    <a:pt x="12603" y="19757"/>
                  </a:lnTo>
                  <a:lnTo>
                    <a:pt x="12603" y="1"/>
                  </a:lnTo>
                  <a:close/>
                </a:path>
              </a:pathLst>
            </a:custGeom>
            <a:solidFill>
              <a:srgbClr val="111D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3"/>
            <p:cNvSpPr/>
            <p:nvPr/>
          </p:nvSpPr>
          <p:spPr>
            <a:xfrm>
              <a:off x="6112750" y="2352125"/>
              <a:ext cx="68125" cy="190950"/>
            </a:xfrm>
            <a:custGeom>
              <a:rect b="b" l="l" r="r" t="t"/>
              <a:pathLst>
                <a:path extrusionOk="0" h="7638" w="2725">
                  <a:moveTo>
                    <a:pt x="2724" y="0"/>
                  </a:moveTo>
                  <a:lnTo>
                    <a:pt x="2190" y="26"/>
                  </a:lnTo>
                  <a:lnTo>
                    <a:pt x="1197" y="433"/>
                  </a:lnTo>
                  <a:lnTo>
                    <a:pt x="458" y="1197"/>
                  </a:lnTo>
                  <a:lnTo>
                    <a:pt x="51" y="2164"/>
                  </a:lnTo>
                  <a:lnTo>
                    <a:pt x="0" y="2724"/>
                  </a:lnTo>
                  <a:lnTo>
                    <a:pt x="0" y="4914"/>
                  </a:lnTo>
                  <a:lnTo>
                    <a:pt x="51" y="5448"/>
                  </a:lnTo>
                  <a:lnTo>
                    <a:pt x="458" y="6441"/>
                  </a:lnTo>
                  <a:lnTo>
                    <a:pt x="1197" y="7180"/>
                  </a:lnTo>
                  <a:lnTo>
                    <a:pt x="2190" y="7587"/>
                  </a:lnTo>
                  <a:lnTo>
                    <a:pt x="2724" y="7638"/>
                  </a:lnTo>
                  <a:lnTo>
                    <a:pt x="2724"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13"/>
            <p:cNvSpPr/>
            <p:nvPr/>
          </p:nvSpPr>
          <p:spPr>
            <a:xfrm>
              <a:off x="6836400" y="2352125"/>
              <a:ext cx="68125" cy="190950"/>
            </a:xfrm>
            <a:custGeom>
              <a:rect b="b" l="l" r="r" t="t"/>
              <a:pathLst>
                <a:path extrusionOk="0" h="7638" w="2725">
                  <a:moveTo>
                    <a:pt x="1" y="0"/>
                  </a:moveTo>
                  <a:lnTo>
                    <a:pt x="1" y="7638"/>
                  </a:lnTo>
                  <a:lnTo>
                    <a:pt x="561" y="7587"/>
                  </a:lnTo>
                  <a:lnTo>
                    <a:pt x="1528" y="7180"/>
                  </a:lnTo>
                  <a:lnTo>
                    <a:pt x="2267" y="6441"/>
                  </a:lnTo>
                  <a:lnTo>
                    <a:pt x="2699" y="5448"/>
                  </a:lnTo>
                  <a:lnTo>
                    <a:pt x="2725" y="4914"/>
                  </a:lnTo>
                  <a:lnTo>
                    <a:pt x="2725" y="2724"/>
                  </a:lnTo>
                  <a:lnTo>
                    <a:pt x="2699" y="2164"/>
                  </a:lnTo>
                  <a:lnTo>
                    <a:pt x="2267" y="1197"/>
                  </a:lnTo>
                  <a:lnTo>
                    <a:pt x="1528" y="433"/>
                  </a:lnTo>
                  <a:lnTo>
                    <a:pt x="561" y="26"/>
                  </a:lnTo>
                  <a:lnTo>
                    <a:pt x="1"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3"/>
            <p:cNvSpPr/>
            <p:nvPr/>
          </p:nvSpPr>
          <p:spPr>
            <a:xfrm>
              <a:off x="6403600" y="2740375"/>
              <a:ext cx="210700" cy="263525"/>
            </a:xfrm>
            <a:custGeom>
              <a:rect b="b" l="l" r="r" t="t"/>
              <a:pathLst>
                <a:path extrusionOk="0" h="10541" w="8428">
                  <a:moveTo>
                    <a:pt x="1" y="0"/>
                  </a:moveTo>
                  <a:lnTo>
                    <a:pt x="1" y="10540"/>
                  </a:lnTo>
                  <a:lnTo>
                    <a:pt x="8428" y="10540"/>
                  </a:lnTo>
                  <a:lnTo>
                    <a:pt x="8428"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13"/>
            <p:cNvSpPr/>
            <p:nvPr/>
          </p:nvSpPr>
          <p:spPr>
            <a:xfrm>
              <a:off x="6157925" y="1924400"/>
              <a:ext cx="701425" cy="875825"/>
            </a:xfrm>
            <a:custGeom>
              <a:rect b="b" l="l" r="r" t="t"/>
              <a:pathLst>
                <a:path extrusionOk="0" h="35033" w="28057">
                  <a:moveTo>
                    <a:pt x="14028" y="1"/>
                  </a:moveTo>
                  <a:lnTo>
                    <a:pt x="13316" y="26"/>
                  </a:lnTo>
                  <a:lnTo>
                    <a:pt x="11890" y="179"/>
                  </a:lnTo>
                  <a:lnTo>
                    <a:pt x="10515" y="459"/>
                  </a:lnTo>
                  <a:lnTo>
                    <a:pt x="9217" y="867"/>
                  </a:lnTo>
                  <a:lnTo>
                    <a:pt x="7944" y="1401"/>
                  </a:lnTo>
                  <a:lnTo>
                    <a:pt x="6747" y="2038"/>
                  </a:lnTo>
                  <a:lnTo>
                    <a:pt x="5627" y="2801"/>
                  </a:lnTo>
                  <a:lnTo>
                    <a:pt x="4609" y="3642"/>
                  </a:lnTo>
                  <a:lnTo>
                    <a:pt x="3641" y="4609"/>
                  </a:lnTo>
                  <a:lnTo>
                    <a:pt x="2801" y="5653"/>
                  </a:lnTo>
                  <a:lnTo>
                    <a:pt x="2037" y="6773"/>
                  </a:lnTo>
                  <a:lnTo>
                    <a:pt x="1375" y="7944"/>
                  </a:lnTo>
                  <a:lnTo>
                    <a:pt x="866" y="9217"/>
                  </a:lnTo>
                  <a:lnTo>
                    <a:pt x="433" y="10541"/>
                  </a:lnTo>
                  <a:lnTo>
                    <a:pt x="153" y="11890"/>
                  </a:lnTo>
                  <a:lnTo>
                    <a:pt x="26" y="13316"/>
                  </a:lnTo>
                  <a:lnTo>
                    <a:pt x="1" y="14029"/>
                  </a:lnTo>
                  <a:lnTo>
                    <a:pt x="1" y="21004"/>
                  </a:lnTo>
                  <a:lnTo>
                    <a:pt x="26" y="21743"/>
                  </a:lnTo>
                  <a:lnTo>
                    <a:pt x="153" y="23143"/>
                  </a:lnTo>
                  <a:lnTo>
                    <a:pt x="433" y="24518"/>
                  </a:lnTo>
                  <a:lnTo>
                    <a:pt x="866" y="25842"/>
                  </a:lnTo>
                  <a:lnTo>
                    <a:pt x="1375" y="27089"/>
                  </a:lnTo>
                  <a:lnTo>
                    <a:pt x="2037" y="28286"/>
                  </a:lnTo>
                  <a:lnTo>
                    <a:pt x="2801" y="29406"/>
                  </a:lnTo>
                  <a:lnTo>
                    <a:pt x="3641" y="30450"/>
                  </a:lnTo>
                  <a:lnTo>
                    <a:pt x="4609" y="31392"/>
                  </a:lnTo>
                  <a:lnTo>
                    <a:pt x="5627" y="32257"/>
                  </a:lnTo>
                  <a:lnTo>
                    <a:pt x="6747" y="33021"/>
                  </a:lnTo>
                  <a:lnTo>
                    <a:pt x="7944" y="33657"/>
                  </a:lnTo>
                  <a:lnTo>
                    <a:pt x="9217" y="34192"/>
                  </a:lnTo>
                  <a:lnTo>
                    <a:pt x="10515" y="34599"/>
                  </a:lnTo>
                  <a:lnTo>
                    <a:pt x="11890" y="34879"/>
                  </a:lnTo>
                  <a:lnTo>
                    <a:pt x="13316" y="35032"/>
                  </a:lnTo>
                  <a:lnTo>
                    <a:pt x="14767" y="35032"/>
                  </a:lnTo>
                  <a:lnTo>
                    <a:pt x="16167" y="34879"/>
                  </a:lnTo>
                  <a:lnTo>
                    <a:pt x="17542" y="34599"/>
                  </a:lnTo>
                  <a:lnTo>
                    <a:pt x="18866" y="34192"/>
                  </a:lnTo>
                  <a:lnTo>
                    <a:pt x="20113" y="33657"/>
                  </a:lnTo>
                  <a:lnTo>
                    <a:pt x="21310" y="33021"/>
                  </a:lnTo>
                  <a:lnTo>
                    <a:pt x="22430" y="32257"/>
                  </a:lnTo>
                  <a:lnTo>
                    <a:pt x="23474" y="31392"/>
                  </a:lnTo>
                  <a:lnTo>
                    <a:pt x="24416" y="30450"/>
                  </a:lnTo>
                  <a:lnTo>
                    <a:pt x="25281" y="29406"/>
                  </a:lnTo>
                  <a:lnTo>
                    <a:pt x="26045" y="28286"/>
                  </a:lnTo>
                  <a:lnTo>
                    <a:pt x="26682" y="27089"/>
                  </a:lnTo>
                  <a:lnTo>
                    <a:pt x="27216" y="25842"/>
                  </a:lnTo>
                  <a:lnTo>
                    <a:pt x="27624" y="24518"/>
                  </a:lnTo>
                  <a:lnTo>
                    <a:pt x="27904" y="23143"/>
                  </a:lnTo>
                  <a:lnTo>
                    <a:pt x="28056" y="21743"/>
                  </a:lnTo>
                  <a:lnTo>
                    <a:pt x="28056" y="21004"/>
                  </a:lnTo>
                  <a:lnTo>
                    <a:pt x="28056" y="14029"/>
                  </a:lnTo>
                  <a:lnTo>
                    <a:pt x="28056" y="13316"/>
                  </a:lnTo>
                  <a:lnTo>
                    <a:pt x="27904" y="11890"/>
                  </a:lnTo>
                  <a:lnTo>
                    <a:pt x="27624" y="10541"/>
                  </a:lnTo>
                  <a:lnTo>
                    <a:pt x="27216" y="9217"/>
                  </a:lnTo>
                  <a:lnTo>
                    <a:pt x="26682" y="7944"/>
                  </a:lnTo>
                  <a:lnTo>
                    <a:pt x="26045" y="6773"/>
                  </a:lnTo>
                  <a:lnTo>
                    <a:pt x="25281" y="5653"/>
                  </a:lnTo>
                  <a:lnTo>
                    <a:pt x="24416" y="4609"/>
                  </a:lnTo>
                  <a:lnTo>
                    <a:pt x="23474" y="3642"/>
                  </a:lnTo>
                  <a:lnTo>
                    <a:pt x="22430" y="2801"/>
                  </a:lnTo>
                  <a:lnTo>
                    <a:pt x="21310" y="2038"/>
                  </a:lnTo>
                  <a:lnTo>
                    <a:pt x="20113" y="1401"/>
                  </a:lnTo>
                  <a:lnTo>
                    <a:pt x="18866" y="867"/>
                  </a:lnTo>
                  <a:lnTo>
                    <a:pt x="17542" y="459"/>
                  </a:lnTo>
                  <a:lnTo>
                    <a:pt x="16167" y="179"/>
                  </a:lnTo>
                  <a:lnTo>
                    <a:pt x="14767" y="26"/>
                  </a:lnTo>
                  <a:lnTo>
                    <a:pt x="14028" y="1"/>
                  </a:lnTo>
                  <a:close/>
                </a:path>
              </a:pathLst>
            </a:custGeom>
            <a:solidFill>
              <a:srgbClr val="F2D1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3"/>
            <p:cNvSpPr/>
            <p:nvPr/>
          </p:nvSpPr>
          <p:spPr>
            <a:xfrm>
              <a:off x="5987350" y="2844100"/>
              <a:ext cx="1042575" cy="210075"/>
            </a:xfrm>
            <a:custGeom>
              <a:rect b="b" l="l" r="r" t="t"/>
              <a:pathLst>
                <a:path extrusionOk="0" h="8403" w="41703">
                  <a:moveTo>
                    <a:pt x="16651" y="1"/>
                  </a:moveTo>
                  <a:lnTo>
                    <a:pt x="12323" y="154"/>
                  </a:lnTo>
                  <a:lnTo>
                    <a:pt x="11177" y="179"/>
                  </a:lnTo>
                  <a:lnTo>
                    <a:pt x="9140" y="485"/>
                  </a:lnTo>
                  <a:lnTo>
                    <a:pt x="7307" y="1070"/>
                  </a:lnTo>
                  <a:lnTo>
                    <a:pt x="5703" y="1910"/>
                  </a:lnTo>
                  <a:lnTo>
                    <a:pt x="4227" y="3005"/>
                  </a:lnTo>
                  <a:lnTo>
                    <a:pt x="2903" y="4303"/>
                  </a:lnTo>
                  <a:lnTo>
                    <a:pt x="1706" y="5805"/>
                  </a:lnTo>
                  <a:lnTo>
                    <a:pt x="561" y="7486"/>
                  </a:lnTo>
                  <a:lnTo>
                    <a:pt x="1" y="8402"/>
                  </a:lnTo>
                  <a:lnTo>
                    <a:pt x="41702" y="8402"/>
                  </a:lnTo>
                  <a:lnTo>
                    <a:pt x="41168" y="7486"/>
                  </a:lnTo>
                  <a:lnTo>
                    <a:pt x="40022" y="5805"/>
                  </a:lnTo>
                  <a:lnTo>
                    <a:pt x="38800" y="4303"/>
                  </a:lnTo>
                  <a:lnTo>
                    <a:pt x="37476" y="3005"/>
                  </a:lnTo>
                  <a:lnTo>
                    <a:pt x="36025" y="1910"/>
                  </a:lnTo>
                  <a:lnTo>
                    <a:pt x="34396" y="1070"/>
                  </a:lnTo>
                  <a:lnTo>
                    <a:pt x="32588" y="485"/>
                  </a:lnTo>
                  <a:lnTo>
                    <a:pt x="30526" y="179"/>
                  </a:lnTo>
                  <a:lnTo>
                    <a:pt x="29406" y="154"/>
                  </a:lnTo>
                  <a:lnTo>
                    <a:pt x="25078" y="1"/>
                  </a:lnTo>
                  <a:lnTo>
                    <a:pt x="25052" y="434"/>
                  </a:lnTo>
                  <a:lnTo>
                    <a:pt x="24874" y="1248"/>
                  </a:lnTo>
                  <a:lnTo>
                    <a:pt x="24568" y="2012"/>
                  </a:lnTo>
                  <a:lnTo>
                    <a:pt x="24110" y="2674"/>
                  </a:lnTo>
                  <a:lnTo>
                    <a:pt x="23550" y="3260"/>
                  </a:lnTo>
                  <a:lnTo>
                    <a:pt x="22863" y="3718"/>
                  </a:lnTo>
                  <a:lnTo>
                    <a:pt x="22124" y="4023"/>
                  </a:lnTo>
                  <a:lnTo>
                    <a:pt x="21284" y="4202"/>
                  </a:lnTo>
                  <a:lnTo>
                    <a:pt x="20419" y="4202"/>
                  </a:lnTo>
                  <a:lnTo>
                    <a:pt x="19604" y="4023"/>
                  </a:lnTo>
                  <a:lnTo>
                    <a:pt x="18840" y="3718"/>
                  </a:lnTo>
                  <a:lnTo>
                    <a:pt x="18178" y="3260"/>
                  </a:lnTo>
                  <a:lnTo>
                    <a:pt x="17593" y="2674"/>
                  </a:lnTo>
                  <a:lnTo>
                    <a:pt x="17160" y="2012"/>
                  </a:lnTo>
                  <a:lnTo>
                    <a:pt x="16829" y="1248"/>
                  </a:lnTo>
                  <a:lnTo>
                    <a:pt x="16651" y="434"/>
                  </a:lnTo>
                  <a:lnTo>
                    <a:pt x="16651" y="1"/>
                  </a:lnTo>
                  <a:close/>
                </a:path>
              </a:pathLst>
            </a:custGeom>
            <a:solidFill>
              <a:srgbClr val="CD3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3"/>
            <p:cNvSpPr/>
            <p:nvPr/>
          </p:nvSpPr>
          <p:spPr>
            <a:xfrm>
              <a:off x="6364150" y="2844100"/>
              <a:ext cx="288975" cy="149600"/>
            </a:xfrm>
            <a:custGeom>
              <a:rect b="b" l="l" r="r" t="t"/>
              <a:pathLst>
                <a:path extrusionOk="0" h="5984" w="11559">
                  <a:moveTo>
                    <a:pt x="1579" y="1"/>
                  </a:moveTo>
                  <a:lnTo>
                    <a:pt x="26" y="52"/>
                  </a:lnTo>
                  <a:lnTo>
                    <a:pt x="0" y="128"/>
                  </a:lnTo>
                  <a:lnTo>
                    <a:pt x="0" y="205"/>
                  </a:lnTo>
                  <a:lnTo>
                    <a:pt x="26" y="790"/>
                  </a:lnTo>
                  <a:lnTo>
                    <a:pt x="255" y="1910"/>
                  </a:lnTo>
                  <a:lnTo>
                    <a:pt x="688" y="2954"/>
                  </a:lnTo>
                  <a:lnTo>
                    <a:pt x="1324" y="3871"/>
                  </a:lnTo>
                  <a:lnTo>
                    <a:pt x="2113" y="4660"/>
                  </a:lnTo>
                  <a:lnTo>
                    <a:pt x="3030" y="5296"/>
                  </a:lnTo>
                  <a:lnTo>
                    <a:pt x="4074" y="5729"/>
                  </a:lnTo>
                  <a:lnTo>
                    <a:pt x="5194" y="5958"/>
                  </a:lnTo>
                  <a:lnTo>
                    <a:pt x="5779" y="5984"/>
                  </a:lnTo>
                  <a:lnTo>
                    <a:pt x="6390" y="5958"/>
                  </a:lnTo>
                  <a:lnTo>
                    <a:pt x="7511" y="5729"/>
                  </a:lnTo>
                  <a:lnTo>
                    <a:pt x="8555" y="5296"/>
                  </a:lnTo>
                  <a:lnTo>
                    <a:pt x="9471" y="4660"/>
                  </a:lnTo>
                  <a:lnTo>
                    <a:pt x="10260" y="3871"/>
                  </a:lnTo>
                  <a:lnTo>
                    <a:pt x="10871" y="2954"/>
                  </a:lnTo>
                  <a:lnTo>
                    <a:pt x="11304" y="1910"/>
                  </a:lnTo>
                  <a:lnTo>
                    <a:pt x="11533" y="790"/>
                  </a:lnTo>
                  <a:lnTo>
                    <a:pt x="11559" y="205"/>
                  </a:lnTo>
                  <a:lnTo>
                    <a:pt x="11559" y="128"/>
                  </a:lnTo>
                  <a:lnTo>
                    <a:pt x="11559" y="52"/>
                  </a:lnTo>
                  <a:lnTo>
                    <a:pt x="10006" y="1"/>
                  </a:lnTo>
                  <a:lnTo>
                    <a:pt x="9980" y="434"/>
                  </a:lnTo>
                  <a:lnTo>
                    <a:pt x="9802" y="1248"/>
                  </a:lnTo>
                  <a:lnTo>
                    <a:pt x="9496" y="2012"/>
                  </a:lnTo>
                  <a:lnTo>
                    <a:pt x="9038" y="2674"/>
                  </a:lnTo>
                  <a:lnTo>
                    <a:pt x="8478" y="3260"/>
                  </a:lnTo>
                  <a:lnTo>
                    <a:pt x="7791" y="3718"/>
                  </a:lnTo>
                  <a:lnTo>
                    <a:pt x="7052" y="4023"/>
                  </a:lnTo>
                  <a:lnTo>
                    <a:pt x="6212" y="4202"/>
                  </a:lnTo>
                  <a:lnTo>
                    <a:pt x="5347" y="4202"/>
                  </a:lnTo>
                  <a:lnTo>
                    <a:pt x="4532" y="4023"/>
                  </a:lnTo>
                  <a:lnTo>
                    <a:pt x="3768" y="3718"/>
                  </a:lnTo>
                  <a:lnTo>
                    <a:pt x="3106" y="3260"/>
                  </a:lnTo>
                  <a:lnTo>
                    <a:pt x="2521" y="2674"/>
                  </a:lnTo>
                  <a:lnTo>
                    <a:pt x="2088" y="2012"/>
                  </a:lnTo>
                  <a:lnTo>
                    <a:pt x="1757" y="1248"/>
                  </a:lnTo>
                  <a:lnTo>
                    <a:pt x="1579" y="434"/>
                  </a:lnTo>
                  <a:lnTo>
                    <a:pt x="1579" y="1"/>
                  </a:lnTo>
                  <a:close/>
                </a:path>
              </a:pathLst>
            </a:custGeom>
            <a:solidFill>
              <a:srgbClr val="F35E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3"/>
            <p:cNvSpPr/>
            <p:nvPr/>
          </p:nvSpPr>
          <p:spPr>
            <a:xfrm>
              <a:off x="6457075" y="2459675"/>
              <a:ext cx="99950" cy="119700"/>
            </a:xfrm>
            <a:custGeom>
              <a:rect b="b" l="l" r="r" t="t"/>
              <a:pathLst>
                <a:path extrusionOk="0" h="4788" w="3998">
                  <a:moveTo>
                    <a:pt x="1884" y="1"/>
                  </a:moveTo>
                  <a:lnTo>
                    <a:pt x="1655" y="306"/>
                  </a:lnTo>
                  <a:lnTo>
                    <a:pt x="1553" y="586"/>
                  </a:lnTo>
                  <a:lnTo>
                    <a:pt x="0" y="4252"/>
                  </a:lnTo>
                  <a:lnTo>
                    <a:pt x="0" y="4303"/>
                  </a:lnTo>
                  <a:lnTo>
                    <a:pt x="0" y="4354"/>
                  </a:lnTo>
                  <a:lnTo>
                    <a:pt x="484" y="4558"/>
                  </a:lnTo>
                  <a:lnTo>
                    <a:pt x="1477" y="4787"/>
                  </a:lnTo>
                  <a:lnTo>
                    <a:pt x="2495" y="4787"/>
                  </a:lnTo>
                  <a:lnTo>
                    <a:pt x="3514" y="4558"/>
                  </a:lnTo>
                  <a:lnTo>
                    <a:pt x="3997" y="4354"/>
                  </a:lnTo>
                  <a:lnTo>
                    <a:pt x="3997" y="4303"/>
                  </a:lnTo>
                  <a:lnTo>
                    <a:pt x="3972" y="4252"/>
                  </a:lnTo>
                  <a:lnTo>
                    <a:pt x="2419" y="586"/>
                  </a:lnTo>
                  <a:lnTo>
                    <a:pt x="2343" y="306"/>
                  </a:lnTo>
                  <a:lnTo>
                    <a:pt x="2113" y="1"/>
                  </a:lnTo>
                  <a:close/>
                </a:path>
              </a:pathLst>
            </a:custGeom>
            <a:solidFill>
              <a:srgbClr val="FEEB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3"/>
            <p:cNvSpPr/>
            <p:nvPr/>
          </p:nvSpPr>
          <p:spPr>
            <a:xfrm>
              <a:off x="6457075" y="2568525"/>
              <a:ext cx="99950" cy="38200"/>
            </a:xfrm>
            <a:custGeom>
              <a:rect b="b" l="l" r="r" t="t"/>
              <a:pathLst>
                <a:path extrusionOk="0" h="1528" w="3998">
                  <a:moveTo>
                    <a:pt x="0" y="0"/>
                  </a:moveTo>
                  <a:lnTo>
                    <a:pt x="0" y="306"/>
                  </a:lnTo>
                  <a:lnTo>
                    <a:pt x="331" y="840"/>
                  </a:lnTo>
                  <a:lnTo>
                    <a:pt x="917" y="1273"/>
                  </a:lnTo>
                  <a:lnTo>
                    <a:pt x="1553" y="1502"/>
                  </a:lnTo>
                  <a:lnTo>
                    <a:pt x="1833" y="1528"/>
                  </a:lnTo>
                  <a:lnTo>
                    <a:pt x="2139" y="1528"/>
                  </a:lnTo>
                  <a:lnTo>
                    <a:pt x="2419" y="1502"/>
                  </a:lnTo>
                  <a:lnTo>
                    <a:pt x="3081" y="1273"/>
                  </a:lnTo>
                  <a:lnTo>
                    <a:pt x="3641" y="840"/>
                  </a:lnTo>
                  <a:lnTo>
                    <a:pt x="3997" y="306"/>
                  </a:lnTo>
                  <a:lnTo>
                    <a:pt x="3997" y="0"/>
                  </a:lnTo>
                  <a:lnTo>
                    <a:pt x="3514" y="204"/>
                  </a:lnTo>
                  <a:lnTo>
                    <a:pt x="2495" y="433"/>
                  </a:lnTo>
                  <a:lnTo>
                    <a:pt x="1477" y="433"/>
                  </a:lnTo>
                  <a:lnTo>
                    <a:pt x="484" y="204"/>
                  </a:lnTo>
                  <a:lnTo>
                    <a:pt x="0"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3"/>
            <p:cNvSpPr/>
            <p:nvPr/>
          </p:nvSpPr>
          <p:spPr>
            <a:xfrm>
              <a:off x="6255300" y="2522700"/>
              <a:ext cx="146425" cy="68750"/>
            </a:xfrm>
            <a:custGeom>
              <a:rect b="b" l="l" r="r" t="t"/>
              <a:pathLst>
                <a:path extrusionOk="0" h="2750" w="5857">
                  <a:moveTo>
                    <a:pt x="1376" y="0"/>
                  </a:moveTo>
                  <a:lnTo>
                    <a:pt x="1096" y="26"/>
                  </a:lnTo>
                  <a:lnTo>
                    <a:pt x="612" y="229"/>
                  </a:lnTo>
                  <a:lnTo>
                    <a:pt x="230" y="586"/>
                  </a:lnTo>
                  <a:lnTo>
                    <a:pt x="26" y="1095"/>
                  </a:lnTo>
                  <a:lnTo>
                    <a:pt x="1" y="1375"/>
                  </a:lnTo>
                  <a:lnTo>
                    <a:pt x="26" y="1655"/>
                  </a:lnTo>
                  <a:lnTo>
                    <a:pt x="230" y="2139"/>
                  </a:lnTo>
                  <a:lnTo>
                    <a:pt x="612" y="2521"/>
                  </a:lnTo>
                  <a:lnTo>
                    <a:pt x="1096" y="2724"/>
                  </a:lnTo>
                  <a:lnTo>
                    <a:pt x="1376" y="2750"/>
                  </a:lnTo>
                  <a:lnTo>
                    <a:pt x="4482" y="2750"/>
                  </a:lnTo>
                  <a:lnTo>
                    <a:pt x="4762" y="2724"/>
                  </a:lnTo>
                  <a:lnTo>
                    <a:pt x="5245" y="2521"/>
                  </a:lnTo>
                  <a:lnTo>
                    <a:pt x="5627" y="2139"/>
                  </a:lnTo>
                  <a:lnTo>
                    <a:pt x="5831" y="1655"/>
                  </a:lnTo>
                  <a:lnTo>
                    <a:pt x="5856" y="1375"/>
                  </a:lnTo>
                  <a:lnTo>
                    <a:pt x="5831" y="1095"/>
                  </a:lnTo>
                  <a:lnTo>
                    <a:pt x="5627" y="586"/>
                  </a:lnTo>
                  <a:lnTo>
                    <a:pt x="5245" y="229"/>
                  </a:lnTo>
                  <a:lnTo>
                    <a:pt x="4762" y="26"/>
                  </a:lnTo>
                  <a:lnTo>
                    <a:pt x="4482" y="0"/>
                  </a:lnTo>
                  <a:close/>
                </a:path>
              </a:pathLst>
            </a:custGeom>
            <a:solidFill>
              <a:srgbClr val="F1AA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3"/>
            <p:cNvSpPr/>
            <p:nvPr/>
          </p:nvSpPr>
          <p:spPr>
            <a:xfrm>
              <a:off x="6616200" y="2522700"/>
              <a:ext cx="145775" cy="68750"/>
            </a:xfrm>
            <a:custGeom>
              <a:rect b="b" l="l" r="r" t="t"/>
              <a:pathLst>
                <a:path extrusionOk="0" h="2750" w="5831">
                  <a:moveTo>
                    <a:pt x="1375" y="0"/>
                  </a:moveTo>
                  <a:lnTo>
                    <a:pt x="1095" y="26"/>
                  </a:lnTo>
                  <a:lnTo>
                    <a:pt x="586" y="229"/>
                  </a:lnTo>
                  <a:lnTo>
                    <a:pt x="229" y="586"/>
                  </a:lnTo>
                  <a:lnTo>
                    <a:pt x="25" y="1095"/>
                  </a:lnTo>
                  <a:lnTo>
                    <a:pt x="0" y="1375"/>
                  </a:lnTo>
                  <a:lnTo>
                    <a:pt x="25" y="1655"/>
                  </a:lnTo>
                  <a:lnTo>
                    <a:pt x="229" y="2139"/>
                  </a:lnTo>
                  <a:lnTo>
                    <a:pt x="586" y="2521"/>
                  </a:lnTo>
                  <a:lnTo>
                    <a:pt x="1095" y="2724"/>
                  </a:lnTo>
                  <a:lnTo>
                    <a:pt x="1375" y="2750"/>
                  </a:lnTo>
                  <a:lnTo>
                    <a:pt x="4455" y="2750"/>
                  </a:lnTo>
                  <a:lnTo>
                    <a:pt x="4735" y="2724"/>
                  </a:lnTo>
                  <a:lnTo>
                    <a:pt x="5245" y="2521"/>
                  </a:lnTo>
                  <a:lnTo>
                    <a:pt x="5601" y="2139"/>
                  </a:lnTo>
                  <a:lnTo>
                    <a:pt x="5805" y="1655"/>
                  </a:lnTo>
                  <a:lnTo>
                    <a:pt x="5830" y="1375"/>
                  </a:lnTo>
                  <a:lnTo>
                    <a:pt x="5805" y="1095"/>
                  </a:lnTo>
                  <a:lnTo>
                    <a:pt x="5601" y="586"/>
                  </a:lnTo>
                  <a:lnTo>
                    <a:pt x="5245" y="229"/>
                  </a:lnTo>
                  <a:lnTo>
                    <a:pt x="4735" y="26"/>
                  </a:lnTo>
                  <a:lnTo>
                    <a:pt x="4455" y="0"/>
                  </a:lnTo>
                  <a:close/>
                </a:path>
              </a:pathLst>
            </a:custGeom>
            <a:solidFill>
              <a:srgbClr val="F1AA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3"/>
            <p:cNvSpPr/>
            <p:nvPr/>
          </p:nvSpPr>
          <p:spPr>
            <a:xfrm>
              <a:off x="6112750" y="1879850"/>
              <a:ext cx="791775" cy="541675"/>
            </a:xfrm>
            <a:custGeom>
              <a:rect b="b" l="l" r="r" t="t"/>
              <a:pathLst>
                <a:path extrusionOk="0" h="21667" w="31671">
                  <a:moveTo>
                    <a:pt x="15021" y="1"/>
                  </a:moveTo>
                  <a:lnTo>
                    <a:pt x="13442" y="154"/>
                  </a:lnTo>
                  <a:lnTo>
                    <a:pt x="11889" y="485"/>
                  </a:lnTo>
                  <a:lnTo>
                    <a:pt x="10413" y="943"/>
                  </a:lnTo>
                  <a:lnTo>
                    <a:pt x="8987" y="1554"/>
                  </a:lnTo>
                  <a:lnTo>
                    <a:pt x="7638" y="2267"/>
                  </a:lnTo>
                  <a:lnTo>
                    <a:pt x="6365" y="3132"/>
                  </a:lnTo>
                  <a:lnTo>
                    <a:pt x="5194" y="4100"/>
                  </a:lnTo>
                  <a:lnTo>
                    <a:pt x="4124" y="5169"/>
                  </a:lnTo>
                  <a:lnTo>
                    <a:pt x="3157" y="6340"/>
                  </a:lnTo>
                  <a:lnTo>
                    <a:pt x="2291" y="7613"/>
                  </a:lnTo>
                  <a:lnTo>
                    <a:pt x="1579" y="8962"/>
                  </a:lnTo>
                  <a:lnTo>
                    <a:pt x="968" y="10388"/>
                  </a:lnTo>
                  <a:lnTo>
                    <a:pt x="509" y="11865"/>
                  </a:lnTo>
                  <a:lnTo>
                    <a:pt x="178" y="13418"/>
                  </a:lnTo>
                  <a:lnTo>
                    <a:pt x="26" y="14996"/>
                  </a:lnTo>
                  <a:lnTo>
                    <a:pt x="0" y="15811"/>
                  </a:lnTo>
                  <a:lnTo>
                    <a:pt x="0" y="21463"/>
                  </a:lnTo>
                  <a:lnTo>
                    <a:pt x="357" y="21513"/>
                  </a:lnTo>
                  <a:lnTo>
                    <a:pt x="1146" y="21437"/>
                  </a:lnTo>
                  <a:lnTo>
                    <a:pt x="2037" y="21132"/>
                  </a:lnTo>
                  <a:lnTo>
                    <a:pt x="2953" y="20673"/>
                  </a:lnTo>
                  <a:lnTo>
                    <a:pt x="4303" y="19757"/>
                  </a:lnTo>
                  <a:lnTo>
                    <a:pt x="5856" y="18306"/>
                  </a:lnTo>
                  <a:lnTo>
                    <a:pt x="6416" y="17593"/>
                  </a:lnTo>
                  <a:lnTo>
                    <a:pt x="6899" y="10515"/>
                  </a:lnTo>
                  <a:lnTo>
                    <a:pt x="10846" y="16727"/>
                  </a:lnTo>
                  <a:lnTo>
                    <a:pt x="11431" y="17160"/>
                  </a:lnTo>
                  <a:lnTo>
                    <a:pt x="13417" y="18077"/>
                  </a:lnTo>
                  <a:lnTo>
                    <a:pt x="16065" y="19019"/>
                  </a:lnTo>
                  <a:lnTo>
                    <a:pt x="19171" y="19910"/>
                  </a:lnTo>
                  <a:lnTo>
                    <a:pt x="22455" y="20699"/>
                  </a:lnTo>
                  <a:lnTo>
                    <a:pt x="25663" y="21284"/>
                  </a:lnTo>
                  <a:lnTo>
                    <a:pt x="28539" y="21641"/>
                  </a:lnTo>
                  <a:lnTo>
                    <a:pt x="30856" y="21666"/>
                  </a:lnTo>
                  <a:lnTo>
                    <a:pt x="31671" y="21513"/>
                  </a:lnTo>
                  <a:lnTo>
                    <a:pt x="31671" y="15811"/>
                  </a:lnTo>
                  <a:lnTo>
                    <a:pt x="31645" y="14996"/>
                  </a:lnTo>
                  <a:lnTo>
                    <a:pt x="31493" y="13418"/>
                  </a:lnTo>
                  <a:lnTo>
                    <a:pt x="31187" y="11865"/>
                  </a:lnTo>
                  <a:lnTo>
                    <a:pt x="30703" y="10388"/>
                  </a:lnTo>
                  <a:lnTo>
                    <a:pt x="30118" y="8962"/>
                  </a:lnTo>
                  <a:lnTo>
                    <a:pt x="29380" y="7613"/>
                  </a:lnTo>
                  <a:lnTo>
                    <a:pt x="28514" y="6340"/>
                  </a:lnTo>
                  <a:lnTo>
                    <a:pt x="27547" y="5169"/>
                  </a:lnTo>
                  <a:lnTo>
                    <a:pt x="26477" y="4100"/>
                  </a:lnTo>
                  <a:lnTo>
                    <a:pt x="25306" y="3132"/>
                  </a:lnTo>
                  <a:lnTo>
                    <a:pt x="24059" y="2267"/>
                  </a:lnTo>
                  <a:lnTo>
                    <a:pt x="22709" y="1554"/>
                  </a:lnTo>
                  <a:lnTo>
                    <a:pt x="21284" y="943"/>
                  </a:lnTo>
                  <a:lnTo>
                    <a:pt x="19807" y="485"/>
                  </a:lnTo>
                  <a:lnTo>
                    <a:pt x="18254" y="154"/>
                  </a:lnTo>
                  <a:lnTo>
                    <a:pt x="16650" y="1"/>
                  </a:lnTo>
                  <a:close/>
                </a:path>
              </a:pathLst>
            </a:custGeom>
            <a:solidFill>
              <a:srgbClr val="111D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3"/>
            <p:cNvSpPr/>
            <p:nvPr/>
          </p:nvSpPr>
          <p:spPr>
            <a:xfrm>
              <a:off x="6273125" y="2341925"/>
              <a:ext cx="110775" cy="22300"/>
            </a:xfrm>
            <a:custGeom>
              <a:rect b="b" l="l" r="r" t="t"/>
              <a:pathLst>
                <a:path extrusionOk="0" fill="none" h="892" w="4431">
                  <a:moveTo>
                    <a:pt x="4431" y="892"/>
                  </a:moveTo>
                  <a:lnTo>
                    <a:pt x="4176" y="663"/>
                  </a:lnTo>
                  <a:lnTo>
                    <a:pt x="3667" y="332"/>
                  </a:lnTo>
                  <a:lnTo>
                    <a:pt x="2801" y="1"/>
                  </a:lnTo>
                  <a:lnTo>
                    <a:pt x="1605" y="1"/>
                  </a:lnTo>
                  <a:lnTo>
                    <a:pt x="764" y="332"/>
                  </a:lnTo>
                  <a:lnTo>
                    <a:pt x="230" y="663"/>
                  </a:lnTo>
                  <a:lnTo>
                    <a:pt x="1" y="892"/>
                  </a:lnTo>
                </a:path>
              </a:pathLst>
            </a:custGeom>
            <a:noFill/>
            <a:ln cap="rnd" cmpd="sng" w="21000">
              <a:solidFill>
                <a:srgbClr val="1F2F45"/>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3"/>
            <p:cNvSpPr/>
            <p:nvPr/>
          </p:nvSpPr>
          <p:spPr>
            <a:xfrm>
              <a:off x="6446875" y="2657625"/>
              <a:ext cx="123500" cy="35675"/>
            </a:xfrm>
            <a:custGeom>
              <a:rect b="b" l="l" r="r" t="t"/>
              <a:pathLst>
                <a:path extrusionOk="0" h="1427" w="4940">
                  <a:moveTo>
                    <a:pt x="1" y="0"/>
                  </a:moveTo>
                  <a:lnTo>
                    <a:pt x="154" y="306"/>
                  </a:lnTo>
                  <a:lnTo>
                    <a:pt x="612" y="815"/>
                  </a:lnTo>
                  <a:lnTo>
                    <a:pt x="1274" y="1197"/>
                  </a:lnTo>
                  <a:lnTo>
                    <a:pt x="2038" y="1426"/>
                  </a:lnTo>
                  <a:lnTo>
                    <a:pt x="2903" y="1426"/>
                  </a:lnTo>
                  <a:lnTo>
                    <a:pt x="3667" y="1222"/>
                  </a:lnTo>
                  <a:lnTo>
                    <a:pt x="4329" y="841"/>
                  </a:lnTo>
                  <a:lnTo>
                    <a:pt x="4787" y="331"/>
                  </a:lnTo>
                  <a:lnTo>
                    <a:pt x="4940" y="26"/>
                  </a:lnTo>
                  <a:lnTo>
                    <a:pt x="1" y="0"/>
                  </a:lnTo>
                  <a:close/>
                </a:path>
              </a:pathLst>
            </a:custGeom>
            <a:solidFill>
              <a:srgbClr val="E157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3"/>
            <p:cNvSpPr/>
            <p:nvPr/>
          </p:nvSpPr>
          <p:spPr>
            <a:xfrm>
              <a:off x="6621925" y="2429125"/>
              <a:ext cx="130500" cy="66850"/>
            </a:xfrm>
            <a:custGeom>
              <a:rect b="b" l="l" r="r" t="t"/>
              <a:pathLst>
                <a:path extrusionOk="0" h="2674" w="5220">
                  <a:moveTo>
                    <a:pt x="2852" y="1"/>
                  </a:moveTo>
                  <a:lnTo>
                    <a:pt x="2291" y="103"/>
                  </a:lnTo>
                  <a:lnTo>
                    <a:pt x="1782" y="281"/>
                  </a:lnTo>
                  <a:lnTo>
                    <a:pt x="942" y="866"/>
                  </a:lnTo>
                  <a:lnTo>
                    <a:pt x="102" y="1808"/>
                  </a:lnTo>
                  <a:lnTo>
                    <a:pt x="0" y="1987"/>
                  </a:lnTo>
                  <a:lnTo>
                    <a:pt x="204" y="2114"/>
                  </a:lnTo>
                  <a:lnTo>
                    <a:pt x="1375" y="2547"/>
                  </a:lnTo>
                  <a:lnTo>
                    <a:pt x="2393" y="2674"/>
                  </a:lnTo>
                  <a:lnTo>
                    <a:pt x="2928" y="2572"/>
                  </a:lnTo>
                  <a:lnTo>
                    <a:pt x="3437" y="2394"/>
                  </a:lnTo>
                  <a:lnTo>
                    <a:pt x="4303" y="1808"/>
                  </a:lnTo>
                  <a:lnTo>
                    <a:pt x="5117" y="866"/>
                  </a:lnTo>
                  <a:lnTo>
                    <a:pt x="5219" y="663"/>
                  </a:lnTo>
                  <a:lnTo>
                    <a:pt x="5041" y="561"/>
                  </a:lnTo>
                  <a:lnTo>
                    <a:pt x="3870" y="103"/>
                  </a:lnTo>
                  <a:lnTo>
                    <a:pt x="2852"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3"/>
            <p:cNvSpPr/>
            <p:nvPr/>
          </p:nvSpPr>
          <p:spPr>
            <a:xfrm>
              <a:off x="6261675" y="2429125"/>
              <a:ext cx="129875" cy="66850"/>
            </a:xfrm>
            <a:custGeom>
              <a:rect b="b" l="l" r="r" t="t"/>
              <a:pathLst>
                <a:path extrusionOk="0" h="2674" w="5195">
                  <a:moveTo>
                    <a:pt x="2368" y="1"/>
                  </a:moveTo>
                  <a:lnTo>
                    <a:pt x="1350" y="103"/>
                  </a:lnTo>
                  <a:lnTo>
                    <a:pt x="179" y="561"/>
                  </a:lnTo>
                  <a:lnTo>
                    <a:pt x="0" y="663"/>
                  </a:lnTo>
                  <a:lnTo>
                    <a:pt x="102" y="866"/>
                  </a:lnTo>
                  <a:lnTo>
                    <a:pt x="917" y="1808"/>
                  </a:lnTo>
                  <a:lnTo>
                    <a:pt x="1757" y="2394"/>
                  </a:lnTo>
                  <a:lnTo>
                    <a:pt x="2292" y="2572"/>
                  </a:lnTo>
                  <a:lnTo>
                    <a:pt x="2826" y="2674"/>
                  </a:lnTo>
                  <a:lnTo>
                    <a:pt x="3845" y="2547"/>
                  </a:lnTo>
                  <a:lnTo>
                    <a:pt x="5016" y="2114"/>
                  </a:lnTo>
                  <a:lnTo>
                    <a:pt x="5194" y="1987"/>
                  </a:lnTo>
                  <a:lnTo>
                    <a:pt x="5092" y="1808"/>
                  </a:lnTo>
                  <a:lnTo>
                    <a:pt x="4278" y="866"/>
                  </a:lnTo>
                  <a:lnTo>
                    <a:pt x="3437" y="281"/>
                  </a:lnTo>
                  <a:lnTo>
                    <a:pt x="2903" y="103"/>
                  </a:lnTo>
                  <a:lnTo>
                    <a:pt x="2368"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3"/>
            <p:cNvSpPr/>
            <p:nvPr/>
          </p:nvSpPr>
          <p:spPr>
            <a:xfrm>
              <a:off x="6294775" y="2438675"/>
              <a:ext cx="26750" cy="26750"/>
            </a:xfrm>
            <a:custGeom>
              <a:rect b="b" l="l" r="r" t="t"/>
              <a:pathLst>
                <a:path extrusionOk="0" h="1070" w="1070">
                  <a:moveTo>
                    <a:pt x="535" y="1"/>
                  </a:moveTo>
                  <a:lnTo>
                    <a:pt x="306" y="26"/>
                  </a:lnTo>
                  <a:lnTo>
                    <a:pt x="26" y="332"/>
                  </a:lnTo>
                  <a:lnTo>
                    <a:pt x="0" y="535"/>
                  </a:lnTo>
                  <a:lnTo>
                    <a:pt x="26" y="739"/>
                  </a:lnTo>
                  <a:lnTo>
                    <a:pt x="306" y="1044"/>
                  </a:lnTo>
                  <a:lnTo>
                    <a:pt x="535" y="1070"/>
                  </a:lnTo>
                  <a:lnTo>
                    <a:pt x="739" y="1044"/>
                  </a:lnTo>
                  <a:lnTo>
                    <a:pt x="1019" y="739"/>
                  </a:lnTo>
                  <a:lnTo>
                    <a:pt x="1070" y="535"/>
                  </a:lnTo>
                  <a:lnTo>
                    <a:pt x="1019" y="332"/>
                  </a:lnTo>
                  <a:lnTo>
                    <a:pt x="739" y="26"/>
                  </a:lnTo>
                  <a:lnTo>
                    <a:pt x="53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3"/>
            <p:cNvSpPr/>
            <p:nvPr/>
          </p:nvSpPr>
          <p:spPr>
            <a:xfrm>
              <a:off x="6660750" y="2445050"/>
              <a:ext cx="26750" cy="26125"/>
            </a:xfrm>
            <a:custGeom>
              <a:rect b="b" l="l" r="r" t="t"/>
              <a:pathLst>
                <a:path extrusionOk="0" h="1045" w="1070">
                  <a:moveTo>
                    <a:pt x="535" y="0"/>
                  </a:moveTo>
                  <a:lnTo>
                    <a:pt x="306" y="26"/>
                  </a:lnTo>
                  <a:lnTo>
                    <a:pt x="26" y="306"/>
                  </a:lnTo>
                  <a:lnTo>
                    <a:pt x="0" y="509"/>
                  </a:lnTo>
                  <a:lnTo>
                    <a:pt x="26" y="739"/>
                  </a:lnTo>
                  <a:lnTo>
                    <a:pt x="306" y="1019"/>
                  </a:lnTo>
                  <a:lnTo>
                    <a:pt x="535" y="1044"/>
                  </a:lnTo>
                  <a:lnTo>
                    <a:pt x="738" y="1019"/>
                  </a:lnTo>
                  <a:lnTo>
                    <a:pt x="1019" y="739"/>
                  </a:lnTo>
                  <a:lnTo>
                    <a:pt x="1069" y="509"/>
                  </a:lnTo>
                  <a:lnTo>
                    <a:pt x="1019" y="306"/>
                  </a:lnTo>
                  <a:lnTo>
                    <a:pt x="738"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3"/>
            <p:cNvSpPr/>
            <p:nvPr/>
          </p:nvSpPr>
          <p:spPr>
            <a:xfrm>
              <a:off x="7025450" y="2455225"/>
              <a:ext cx="357075" cy="586225"/>
            </a:xfrm>
            <a:custGeom>
              <a:rect b="b" l="l" r="r" t="t"/>
              <a:pathLst>
                <a:path extrusionOk="0" h="23449" w="14283">
                  <a:moveTo>
                    <a:pt x="9216" y="1"/>
                  </a:moveTo>
                  <a:lnTo>
                    <a:pt x="8783" y="102"/>
                  </a:lnTo>
                  <a:lnTo>
                    <a:pt x="8427" y="357"/>
                  </a:lnTo>
                  <a:lnTo>
                    <a:pt x="8172" y="764"/>
                  </a:lnTo>
                  <a:lnTo>
                    <a:pt x="8096" y="993"/>
                  </a:lnTo>
                  <a:lnTo>
                    <a:pt x="6365" y="8529"/>
                  </a:lnTo>
                  <a:lnTo>
                    <a:pt x="6059" y="8453"/>
                  </a:lnTo>
                  <a:lnTo>
                    <a:pt x="7587" y="1757"/>
                  </a:lnTo>
                  <a:lnTo>
                    <a:pt x="7638" y="1503"/>
                  </a:lnTo>
                  <a:lnTo>
                    <a:pt x="7587" y="1044"/>
                  </a:lnTo>
                  <a:lnTo>
                    <a:pt x="7383" y="637"/>
                  </a:lnTo>
                  <a:lnTo>
                    <a:pt x="7027" y="357"/>
                  </a:lnTo>
                  <a:lnTo>
                    <a:pt x="6823" y="306"/>
                  </a:lnTo>
                  <a:lnTo>
                    <a:pt x="6619" y="255"/>
                  </a:lnTo>
                  <a:lnTo>
                    <a:pt x="6187" y="357"/>
                  </a:lnTo>
                  <a:lnTo>
                    <a:pt x="5830" y="637"/>
                  </a:lnTo>
                  <a:lnTo>
                    <a:pt x="5576" y="1019"/>
                  </a:lnTo>
                  <a:lnTo>
                    <a:pt x="5499" y="1273"/>
                  </a:lnTo>
                  <a:lnTo>
                    <a:pt x="3386" y="10439"/>
                  </a:lnTo>
                  <a:lnTo>
                    <a:pt x="3157" y="9548"/>
                  </a:lnTo>
                  <a:lnTo>
                    <a:pt x="2648" y="8173"/>
                  </a:lnTo>
                  <a:lnTo>
                    <a:pt x="2139" y="7231"/>
                  </a:lnTo>
                  <a:lnTo>
                    <a:pt x="1629" y="6594"/>
                  </a:lnTo>
                  <a:lnTo>
                    <a:pt x="968" y="6111"/>
                  </a:lnTo>
                  <a:lnTo>
                    <a:pt x="382" y="6034"/>
                  </a:lnTo>
                  <a:lnTo>
                    <a:pt x="331" y="6060"/>
                  </a:lnTo>
                  <a:lnTo>
                    <a:pt x="178" y="6136"/>
                  </a:lnTo>
                  <a:lnTo>
                    <a:pt x="0" y="6442"/>
                  </a:lnTo>
                  <a:lnTo>
                    <a:pt x="0" y="6951"/>
                  </a:lnTo>
                  <a:lnTo>
                    <a:pt x="26" y="7078"/>
                  </a:lnTo>
                  <a:lnTo>
                    <a:pt x="560" y="10006"/>
                  </a:lnTo>
                  <a:lnTo>
                    <a:pt x="1171" y="13494"/>
                  </a:lnTo>
                  <a:lnTo>
                    <a:pt x="1222" y="13901"/>
                  </a:lnTo>
                  <a:lnTo>
                    <a:pt x="1426" y="14563"/>
                  </a:lnTo>
                  <a:lnTo>
                    <a:pt x="1909" y="15327"/>
                  </a:lnTo>
                  <a:lnTo>
                    <a:pt x="2953" y="16116"/>
                  </a:lnTo>
                  <a:lnTo>
                    <a:pt x="3157" y="16192"/>
                  </a:lnTo>
                  <a:lnTo>
                    <a:pt x="1859" y="21844"/>
                  </a:lnTo>
                  <a:lnTo>
                    <a:pt x="8809" y="23448"/>
                  </a:lnTo>
                  <a:lnTo>
                    <a:pt x="10158" y="17694"/>
                  </a:lnTo>
                  <a:lnTo>
                    <a:pt x="10285" y="17694"/>
                  </a:lnTo>
                  <a:lnTo>
                    <a:pt x="10718" y="17618"/>
                  </a:lnTo>
                  <a:lnTo>
                    <a:pt x="11202" y="17338"/>
                  </a:lnTo>
                  <a:lnTo>
                    <a:pt x="11635" y="16803"/>
                  </a:lnTo>
                  <a:lnTo>
                    <a:pt x="11762" y="16396"/>
                  </a:lnTo>
                  <a:lnTo>
                    <a:pt x="12093" y="14970"/>
                  </a:lnTo>
                  <a:lnTo>
                    <a:pt x="12831" y="11737"/>
                  </a:lnTo>
                  <a:lnTo>
                    <a:pt x="13086" y="10617"/>
                  </a:lnTo>
                  <a:lnTo>
                    <a:pt x="13213" y="10108"/>
                  </a:lnTo>
                  <a:lnTo>
                    <a:pt x="14232" y="5652"/>
                  </a:lnTo>
                  <a:lnTo>
                    <a:pt x="14282" y="5423"/>
                  </a:lnTo>
                  <a:lnTo>
                    <a:pt x="14232" y="4965"/>
                  </a:lnTo>
                  <a:lnTo>
                    <a:pt x="14028" y="4609"/>
                  </a:lnTo>
                  <a:lnTo>
                    <a:pt x="13722" y="4354"/>
                  </a:lnTo>
                  <a:lnTo>
                    <a:pt x="13519" y="4303"/>
                  </a:lnTo>
                  <a:lnTo>
                    <a:pt x="13315" y="4252"/>
                  </a:lnTo>
                  <a:lnTo>
                    <a:pt x="12933" y="4354"/>
                  </a:lnTo>
                  <a:lnTo>
                    <a:pt x="12602" y="4609"/>
                  </a:lnTo>
                  <a:lnTo>
                    <a:pt x="12373" y="4965"/>
                  </a:lnTo>
                  <a:lnTo>
                    <a:pt x="12297" y="5194"/>
                  </a:lnTo>
                  <a:lnTo>
                    <a:pt x="11253" y="9675"/>
                  </a:lnTo>
                  <a:lnTo>
                    <a:pt x="10871" y="9573"/>
                  </a:lnTo>
                  <a:lnTo>
                    <a:pt x="12322" y="3285"/>
                  </a:lnTo>
                  <a:lnTo>
                    <a:pt x="12373" y="3030"/>
                  </a:lnTo>
                  <a:lnTo>
                    <a:pt x="12322" y="2572"/>
                  </a:lnTo>
                  <a:lnTo>
                    <a:pt x="12093" y="2165"/>
                  </a:lnTo>
                  <a:lnTo>
                    <a:pt x="11762" y="1884"/>
                  </a:lnTo>
                  <a:lnTo>
                    <a:pt x="11558" y="1834"/>
                  </a:lnTo>
                  <a:lnTo>
                    <a:pt x="11329" y="1783"/>
                  </a:lnTo>
                  <a:lnTo>
                    <a:pt x="10922" y="1884"/>
                  </a:lnTo>
                  <a:lnTo>
                    <a:pt x="10565" y="2165"/>
                  </a:lnTo>
                  <a:lnTo>
                    <a:pt x="10285" y="2546"/>
                  </a:lnTo>
                  <a:lnTo>
                    <a:pt x="10235" y="2801"/>
                  </a:lnTo>
                  <a:lnTo>
                    <a:pt x="8783" y="9089"/>
                  </a:lnTo>
                  <a:lnTo>
                    <a:pt x="8452" y="9013"/>
                  </a:lnTo>
                  <a:lnTo>
                    <a:pt x="10209" y="1503"/>
                  </a:lnTo>
                  <a:lnTo>
                    <a:pt x="10235" y="1248"/>
                  </a:lnTo>
                  <a:lnTo>
                    <a:pt x="10184" y="764"/>
                  </a:lnTo>
                  <a:lnTo>
                    <a:pt x="9980" y="357"/>
                  </a:lnTo>
                  <a:lnTo>
                    <a:pt x="9649" y="102"/>
                  </a:lnTo>
                  <a:lnTo>
                    <a:pt x="9420" y="26"/>
                  </a:lnTo>
                  <a:lnTo>
                    <a:pt x="9216" y="1"/>
                  </a:lnTo>
                  <a:close/>
                </a:path>
              </a:pathLst>
            </a:custGeom>
            <a:solidFill>
              <a:srgbClr val="F2D1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3"/>
            <p:cNvSpPr/>
            <p:nvPr/>
          </p:nvSpPr>
          <p:spPr>
            <a:xfrm>
              <a:off x="7109450" y="2714900"/>
              <a:ext cx="675" cy="675"/>
            </a:xfrm>
            <a:custGeom>
              <a:rect b="b" l="l" r="r" t="t"/>
              <a:pathLst>
                <a:path extrusionOk="0" h="27" w="27">
                  <a:moveTo>
                    <a:pt x="1" y="1"/>
                  </a:moveTo>
                  <a:lnTo>
                    <a:pt x="1" y="1"/>
                  </a:lnTo>
                  <a:lnTo>
                    <a:pt x="26" y="26"/>
                  </a:lnTo>
                  <a:lnTo>
                    <a:pt x="1" y="1"/>
                  </a:lnTo>
                  <a:lnTo>
                    <a:pt x="1"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3"/>
            <p:cNvSpPr/>
            <p:nvPr/>
          </p:nvSpPr>
          <p:spPr>
            <a:xfrm>
              <a:off x="7143175" y="2659525"/>
              <a:ext cx="190975" cy="55400"/>
            </a:xfrm>
            <a:custGeom>
              <a:rect b="b" l="l" r="r" t="t"/>
              <a:pathLst>
                <a:path extrusionOk="0" h="2216" w="7639">
                  <a:moveTo>
                    <a:pt x="103" y="1"/>
                  </a:moveTo>
                  <a:lnTo>
                    <a:pt x="1" y="485"/>
                  </a:lnTo>
                  <a:lnTo>
                    <a:pt x="7537" y="2216"/>
                  </a:lnTo>
                  <a:lnTo>
                    <a:pt x="7639" y="1732"/>
                  </a:lnTo>
                  <a:lnTo>
                    <a:pt x="6544" y="1503"/>
                  </a:lnTo>
                  <a:lnTo>
                    <a:pt x="6162" y="1401"/>
                  </a:lnTo>
                  <a:lnTo>
                    <a:pt x="4074" y="917"/>
                  </a:lnTo>
                  <a:lnTo>
                    <a:pt x="3743" y="841"/>
                  </a:lnTo>
                  <a:lnTo>
                    <a:pt x="3769" y="841"/>
                  </a:lnTo>
                  <a:lnTo>
                    <a:pt x="1656" y="357"/>
                  </a:lnTo>
                  <a:lnTo>
                    <a:pt x="1350" y="281"/>
                  </a:lnTo>
                  <a:lnTo>
                    <a:pt x="103"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3"/>
            <p:cNvSpPr/>
            <p:nvPr/>
          </p:nvSpPr>
          <p:spPr>
            <a:xfrm>
              <a:off x="7110100" y="2708550"/>
              <a:ext cx="105675" cy="159775"/>
            </a:xfrm>
            <a:custGeom>
              <a:rect b="b" l="l" r="r" t="t"/>
              <a:pathLst>
                <a:path extrusionOk="0" h="6391" w="4227">
                  <a:moveTo>
                    <a:pt x="51" y="0"/>
                  </a:moveTo>
                  <a:lnTo>
                    <a:pt x="51" y="51"/>
                  </a:lnTo>
                  <a:lnTo>
                    <a:pt x="0" y="280"/>
                  </a:lnTo>
                  <a:lnTo>
                    <a:pt x="229" y="306"/>
                  </a:lnTo>
                  <a:lnTo>
                    <a:pt x="1120" y="637"/>
                  </a:lnTo>
                  <a:lnTo>
                    <a:pt x="1859" y="1044"/>
                  </a:lnTo>
                  <a:lnTo>
                    <a:pt x="2597" y="1680"/>
                  </a:lnTo>
                  <a:lnTo>
                    <a:pt x="3259" y="2571"/>
                  </a:lnTo>
                  <a:lnTo>
                    <a:pt x="3717" y="3794"/>
                  </a:lnTo>
                  <a:lnTo>
                    <a:pt x="3895" y="5372"/>
                  </a:lnTo>
                  <a:lnTo>
                    <a:pt x="3819" y="6314"/>
                  </a:lnTo>
                  <a:lnTo>
                    <a:pt x="4099" y="6390"/>
                  </a:lnTo>
                  <a:lnTo>
                    <a:pt x="4150" y="6212"/>
                  </a:lnTo>
                  <a:lnTo>
                    <a:pt x="4226" y="5117"/>
                  </a:lnTo>
                  <a:lnTo>
                    <a:pt x="4175" y="4124"/>
                  </a:lnTo>
                  <a:lnTo>
                    <a:pt x="3895" y="3030"/>
                  </a:lnTo>
                  <a:lnTo>
                    <a:pt x="3335" y="1935"/>
                  </a:lnTo>
                  <a:lnTo>
                    <a:pt x="2393" y="968"/>
                  </a:lnTo>
                  <a:lnTo>
                    <a:pt x="1375" y="407"/>
                  </a:lnTo>
                  <a:lnTo>
                    <a:pt x="535" y="102"/>
                  </a:lnTo>
                  <a:lnTo>
                    <a:pt x="51"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3"/>
            <p:cNvSpPr/>
            <p:nvPr/>
          </p:nvSpPr>
          <p:spPr>
            <a:xfrm>
              <a:off x="7087825" y="2888650"/>
              <a:ext cx="183950" cy="84675"/>
            </a:xfrm>
            <a:custGeom>
              <a:rect b="b" l="l" r="r" t="t"/>
              <a:pathLst>
                <a:path extrusionOk="0" h="3387" w="7358">
                  <a:moveTo>
                    <a:pt x="407" y="1"/>
                  </a:moveTo>
                  <a:lnTo>
                    <a:pt x="0" y="1783"/>
                  </a:lnTo>
                  <a:lnTo>
                    <a:pt x="6950" y="3387"/>
                  </a:lnTo>
                  <a:lnTo>
                    <a:pt x="7358" y="1605"/>
                  </a:lnTo>
                  <a:lnTo>
                    <a:pt x="407"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3"/>
            <p:cNvSpPr/>
            <p:nvPr/>
          </p:nvSpPr>
          <p:spPr>
            <a:xfrm>
              <a:off x="7048350" y="2910950"/>
              <a:ext cx="237425" cy="100575"/>
            </a:xfrm>
            <a:custGeom>
              <a:rect b="b" l="l" r="r" t="t"/>
              <a:pathLst>
                <a:path extrusionOk="0" h="4023" w="9497">
                  <a:moveTo>
                    <a:pt x="433" y="0"/>
                  </a:moveTo>
                  <a:lnTo>
                    <a:pt x="1" y="1909"/>
                  </a:lnTo>
                  <a:lnTo>
                    <a:pt x="9064" y="4023"/>
                  </a:lnTo>
                  <a:lnTo>
                    <a:pt x="9497" y="2088"/>
                  </a:lnTo>
                  <a:lnTo>
                    <a:pt x="433" y="0"/>
                  </a:lnTo>
                  <a:close/>
                </a:path>
              </a:pathLst>
            </a:custGeom>
            <a:solidFill>
              <a:srgbClr val="F35E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3"/>
            <p:cNvSpPr/>
            <p:nvPr/>
          </p:nvSpPr>
          <p:spPr>
            <a:xfrm>
              <a:off x="7026075" y="2948500"/>
              <a:ext cx="251425" cy="105675"/>
            </a:xfrm>
            <a:custGeom>
              <a:rect b="b" l="l" r="r" t="t"/>
              <a:pathLst>
                <a:path extrusionOk="0" h="4227" w="10057">
                  <a:moveTo>
                    <a:pt x="968" y="0"/>
                  </a:moveTo>
                  <a:lnTo>
                    <a:pt x="1" y="4226"/>
                  </a:lnTo>
                  <a:lnTo>
                    <a:pt x="9548" y="4226"/>
                  </a:lnTo>
                  <a:lnTo>
                    <a:pt x="10057" y="2088"/>
                  </a:lnTo>
                  <a:lnTo>
                    <a:pt x="968" y="0"/>
                  </a:lnTo>
                  <a:close/>
                </a:path>
              </a:pathLst>
            </a:custGeom>
            <a:solidFill>
              <a:srgbClr val="CD3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1" name="Google Shape;121;p13"/>
          <p:cNvSpPr txBox="1"/>
          <p:nvPr>
            <p:ph type="title"/>
          </p:nvPr>
        </p:nvSpPr>
        <p:spPr>
          <a:xfrm>
            <a:off x="653625" y="244175"/>
            <a:ext cx="5969100" cy="740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The Reality </a:t>
            </a:r>
            <a:endParaRPr b="0">
              <a:solidFill>
                <a:srgbClr val="F58617"/>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4"/>
          <p:cNvSpPr txBox="1"/>
          <p:nvPr>
            <p:ph type="title"/>
          </p:nvPr>
        </p:nvSpPr>
        <p:spPr>
          <a:xfrm>
            <a:off x="653625" y="241650"/>
            <a:ext cx="5969100" cy="932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sz="2600" u="sng">
                <a:solidFill>
                  <a:srgbClr val="F58617"/>
                </a:solidFill>
                <a:hlinkClick r:id="rId3">
                  <a:extLst>
                    <a:ext uri="{A12FA001-AC4F-418D-AE19-62706E023703}">
                      <ahyp:hlinkClr val="tx"/>
                    </a:ext>
                  </a:extLst>
                </a:hlinkClick>
              </a:rPr>
              <a:t>Poverty isn’t a lack of character; it’s lack of cash | Rutger Bregman</a:t>
            </a:r>
            <a:endParaRPr b="0" sz="2600">
              <a:solidFill>
                <a:srgbClr val="F58617"/>
              </a:solidFill>
            </a:endParaRPr>
          </a:p>
        </p:txBody>
      </p:sp>
      <p:sp>
        <p:nvSpPr>
          <p:cNvPr id="127" name="Google Shape;127;p14"/>
          <p:cNvSpPr txBox="1"/>
          <p:nvPr>
            <p:ph idx="1" type="body"/>
          </p:nvPr>
        </p:nvSpPr>
        <p:spPr>
          <a:xfrm>
            <a:off x="322200" y="1265750"/>
            <a:ext cx="7479300" cy="3498300"/>
          </a:xfrm>
          <a:prstGeom prst="rect">
            <a:avLst/>
          </a:prstGeom>
        </p:spPr>
        <p:txBody>
          <a:bodyPr anchorCtr="0" anchor="t" bIns="91425" lIns="91425" spcFirstLastPara="1" rIns="91425" wrap="square" tIns="91425">
            <a:noAutofit/>
          </a:bodyPr>
          <a:lstStyle/>
          <a:p>
            <a:pPr indent="-368300" lvl="0" marL="457200" rtl="0" algn="l">
              <a:spcBef>
                <a:spcPts val="600"/>
              </a:spcBef>
              <a:spcAft>
                <a:spcPts val="0"/>
              </a:spcAft>
              <a:buClr>
                <a:srgbClr val="474F67"/>
              </a:buClr>
              <a:buSzPts val="2200"/>
              <a:buChar char="●"/>
            </a:pPr>
            <a:r>
              <a:rPr lang="en" sz="2200">
                <a:solidFill>
                  <a:srgbClr val="474F67"/>
                </a:solidFill>
              </a:rPr>
              <a:t>What was your reaction to the research about poverty reducing cognitive function by 13-14 IQ points?</a:t>
            </a:r>
            <a:endParaRPr sz="2200">
              <a:solidFill>
                <a:srgbClr val="474F67"/>
              </a:solidFill>
            </a:endParaRPr>
          </a:p>
          <a:p>
            <a:pPr indent="-368300" lvl="1" marL="914400" rtl="0" algn="l">
              <a:spcBef>
                <a:spcPts val="0"/>
              </a:spcBef>
              <a:spcAft>
                <a:spcPts val="0"/>
              </a:spcAft>
              <a:buClr>
                <a:srgbClr val="474F67"/>
              </a:buClr>
              <a:buSzPts val="2200"/>
              <a:buChar char="○"/>
            </a:pPr>
            <a:r>
              <a:rPr lang="en" sz="2200">
                <a:solidFill>
                  <a:srgbClr val="474F67"/>
                </a:solidFill>
              </a:rPr>
              <a:t>How does this compare to what you've observed in your schools?</a:t>
            </a:r>
            <a:endParaRPr sz="2200">
              <a:solidFill>
                <a:srgbClr val="474F67"/>
              </a:solidFill>
            </a:endParaRPr>
          </a:p>
          <a:p>
            <a:pPr indent="-368300" lvl="1" marL="914400" rtl="0" algn="l">
              <a:spcBef>
                <a:spcPts val="0"/>
              </a:spcBef>
              <a:spcAft>
                <a:spcPts val="0"/>
              </a:spcAft>
              <a:buClr>
                <a:srgbClr val="474F67"/>
              </a:buClr>
              <a:buSzPts val="2200"/>
              <a:buChar char="○"/>
            </a:pPr>
            <a:r>
              <a:rPr lang="en" sz="2200">
                <a:solidFill>
                  <a:srgbClr val="474F67"/>
                </a:solidFill>
              </a:rPr>
              <a:t>What does this mean for how we assess and support students from low-income families?</a:t>
            </a:r>
            <a:endParaRPr sz="2200">
              <a:solidFill>
                <a:srgbClr val="474F67"/>
              </a:solidFill>
            </a:endParaRPr>
          </a:p>
          <a:p>
            <a:pPr indent="0" lvl="0" marL="457200" rtl="0" algn="l">
              <a:spcBef>
                <a:spcPts val="600"/>
              </a:spcBef>
              <a:spcAft>
                <a:spcPts val="0"/>
              </a:spcAft>
              <a:buNone/>
            </a:pPr>
            <a:r>
              <a:t/>
            </a:r>
            <a:endParaRPr>
              <a:solidFill>
                <a:srgbClr val="474F67"/>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5"/>
          <p:cNvSpPr txBox="1"/>
          <p:nvPr>
            <p:ph type="title"/>
          </p:nvPr>
        </p:nvSpPr>
        <p:spPr>
          <a:xfrm>
            <a:off x="653625" y="739375"/>
            <a:ext cx="5969100" cy="74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Personal Reflection</a:t>
            </a:r>
            <a:endParaRPr b="0">
              <a:solidFill>
                <a:srgbClr val="F58617"/>
              </a:solidFill>
            </a:endParaRPr>
          </a:p>
        </p:txBody>
      </p:sp>
      <p:sp>
        <p:nvSpPr>
          <p:cNvPr id="133" name="Google Shape;133;p15"/>
          <p:cNvSpPr txBox="1"/>
          <p:nvPr>
            <p:ph idx="1" type="body"/>
          </p:nvPr>
        </p:nvSpPr>
        <p:spPr>
          <a:xfrm>
            <a:off x="653625" y="1526915"/>
            <a:ext cx="5969100" cy="3237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b="1" lang="en">
                <a:solidFill>
                  <a:srgbClr val="474F67"/>
                </a:solidFill>
              </a:rPr>
              <a:t>Bregman says the poor make poor decisions "not because they are dumb, but because they are living in a context in which anyone would make poor decisions." How does this challenge or confirm your understanding of poverty?</a:t>
            </a:r>
            <a:endParaRPr b="1">
              <a:solidFill>
                <a:srgbClr val="474F67"/>
              </a:solidFill>
            </a:endParaRPr>
          </a:p>
          <a:p>
            <a:pPr indent="0" lvl="0" marL="0" rtl="0" algn="l">
              <a:spcBef>
                <a:spcPts val="600"/>
              </a:spcBef>
              <a:spcAft>
                <a:spcPts val="0"/>
              </a:spcAft>
              <a:buClr>
                <a:schemeClr val="dk1"/>
              </a:buClr>
              <a:buSzPts val="1100"/>
              <a:buFont typeface="Arial"/>
              <a:buNone/>
            </a:pPr>
            <a:r>
              <a:t/>
            </a:r>
            <a:endParaRPr>
              <a:solidFill>
                <a:srgbClr val="474F67"/>
              </a:solidFill>
            </a:endParaRPr>
          </a:p>
          <a:p>
            <a:pPr indent="0" lvl="0" marL="0" rtl="0" algn="l">
              <a:spcBef>
                <a:spcPts val="6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6"/>
          <p:cNvSpPr txBox="1"/>
          <p:nvPr>
            <p:ph type="title"/>
          </p:nvPr>
        </p:nvSpPr>
        <p:spPr>
          <a:xfrm>
            <a:off x="653625" y="230125"/>
            <a:ext cx="5969100" cy="828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Turn &amp; Talk</a:t>
            </a:r>
            <a:endParaRPr b="0">
              <a:solidFill>
                <a:srgbClr val="F58617"/>
              </a:solidFill>
            </a:endParaRPr>
          </a:p>
        </p:txBody>
      </p:sp>
      <p:sp>
        <p:nvSpPr>
          <p:cNvPr id="139" name="Google Shape;139;p16"/>
          <p:cNvSpPr txBox="1"/>
          <p:nvPr>
            <p:ph idx="1" type="body"/>
          </p:nvPr>
        </p:nvSpPr>
        <p:spPr>
          <a:xfrm>
            <a:off x="425750" y="1012600"/>
            <a:ext cx="7318200" cy="3751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b="1" lang="en" sz="1500">
                <a:solidFill>
                  <a:srgbClr val="474F67"/>
                </a:solidFill>
              </a:rPr>
              <a:t>Think about the students and families in our district: What specific "bandwidth" issues might they be dealing with that affect their engagement with school?</a:t>
            </a:r>
            <a:endParaRPr b="1" sz="1500">
              <a:solidFill>
                <a:srgbClr val="474F67"/>
              </a:solidFill>
            </a:endParaRPr>
          </a:p>
          <a:p>
            <a:pPr indent="-323850" lvl="0" marL="457200" rtl="0" algn="l">
              <a:lnSpc>
                <a:spcPct val="115000"/>
              </a:lnSpc>
              <a:spcBef>
                <a:spcPts val="1500"/>
              </a:spcBef>
              <a:spcAft>
                <a:spcPts val="0"/>
              </a:spcAft>
              <a:buClr>
                <a:srgbClr val="474F67"/>
              </a:buClr>
              <a:buSzPts val="1500"/>
              <a:buFont typeface="ABeeZee"/>
              <a:buChar char="●"/>
            </a:pPr>
            <a:r>
              <a:rPr lang="en" sz="1500">
                <a:solidFill>
                  <a:srgbClr val="474F67"/>
                </a:solidFill>
              </a:rPr>
              <a:t>Examples: Worrying about eviction, food insecurity, transportation, utility shutoffs</a:t>
            </a:r>
            <a:endParaRPr sz="1500">
              <a:solidFill>
                <a:srgbClr val="474F67"/>
              </a:solidFill>
            </a:endParaRPr>
          </a:p>
          <a:p>
            <a:pPr indent="-323850" lvl="0" marL="457200" rtl="0" algn="l">
              <a:lnSpc>
                <a:spcPct val="115000"/>
              </a:lnSpc>
              <a:spcBef>
                <a:spcPts val="0"/>
              </a:spcBef>
              <a:spcAft>
                <a:spcPts val="0"/>
              </a:spcAft>
              <a:buClr>
                <a:srgbClr val="474F67"/>
              </a:buClr>
              <a:buSzPts val="1500"/>
              <a:buFont typeface="ABeeZee"/>
              <a:buChar char="●"/>
            </a:pPr>
            <a:r>
              <a:rPr lang="en" sz="1500">
                <a:solidFill>
                  <a:srgbClr val="474F67"/>
                </a:solidFill>
              </a:rPr>
              <a:t>How might these worries impact a student's ability to focus on homework? A parent's ability to attend conferences?</a:t>
            </a:r>
            <a:endParaRPr sz="1500">
              <a:solidFill>
                <a:srgbClr val="474F67"/>
              </a:solidFill>
            </a:endParaRPr>
          </a:p>
          <a:p>
            <a:pPr indent="0" lvl="0" marL="0" rtl="0" algn="l">
              <a:lnSpc>
                <a:spcPct val="115000"/>
              </a:lnSpc>
              <a:spcBef>
                <a:spcPts val="1500"/>
              </a:spcBef>
              <a:spcAft>
                <a:spcPts val="0"/>
              </a:spcAft>
              <a:buClr>
                <a:schemeClr val="dk1"/>
              </a:buClr>
              <a:buSzPts val="1100"/>
              <a:buFont typeface="Arial"/>
              <a:buNone/>
            </a:pPr>
            <a:r>
              <a:rPr b="1" lang="en" sz="1500">
                <a:solidFill>
                  <a:srgbClr val="474F67"/>
                </a:solidFill>
              </a:rPr>
              <a:t>What are the implications for our schools if poverty itself is creating cognitive challenges?</a:t>
            </a:r>
            <a:endParaRPr b="1" sz="1500">
              <a:solidFill>
                <a:srgbClr val="474F67"/>
              </a:solidFill>
            </a:endParaRPr>
          </a:p>
          <a:p>
            <a:pPr indent="-323850" lvl="0" marL="457200" rtl="0" algn="l">
              <a:lnSpc>
                <a:spcPct val="115000"/>
              </a:lnSpc>
              <a:spcBef>
                <a:spcPts val="1500"/>
              </a:spcBef>
              <a:spcAft>
                <a:spcPts val="0"/>
              </a:spcAft>
              <a:buClr>
                <a:srgbClr val="474F67"/>
              </a:buClr>
              <a:buSzPts val="1500"/>
              <a:buFont typeface="ABeeZee"/>
              <a:buChar char="●"/>
            </a:pPr>
            <a:r>
              <a:rPr lang="en" sz="1500">
                <a:solidFill>
                  <a:srgbClr val="474F67"/>
                </a:solidFill>
              </a:rPr>
              <a:t>How should this inform our discipline policies?</a:t>
            </a:r>
            <a:endParaRPr sz="1500">
              <a:solidFill>
                <a:srgbClr val="474F67"/>
              </a:solidFill>
            </a:endParaRPr>
          </a:p>
          <a:p>
            <a:pPr indent="-323850" lvl="0" marL="457200" rtl="0" algn="l">
              <a:lnSpc>
                <a:spcPct val="115000"/>
              </a:lnSpc>
              <a:spcBef>
                <a:spcPts val="0"/>
              </a:spcBef>
              <a:spcAft>
                <a:spcPts val="0"/>
              </a:spcAft>
              <a:buClr>
                <a:srgbClr val="474F67"/>
              </a:buClr>
              <a:buSzPts val="1500"/>
              <a:buFont typeface="ABeeZee"/>
              <a:buChar char="●"/>
            </a:pPr>
            <a:r>
              <a:rPr lang="en" sz="1500">
                <a:solidFill>
                  <a:srgbClr val="474F67"/>
                </a:solidFill>
              </a:rPr>
              <a:t>How should this inform our homework expectations?</a:t>
            </a:r>
            <a:endParaRPr sz="1500">
              <a:solidFill>
                <a:srgbClr val="474F67"/>
              </a:solidFill>
            </a:endParaRPr>
          </a:p>
          <a:p>
            <a:pPr indent="-323850" lvl="0" marL="457200" rtl="0" algn="l">
              <a:lnSpc>
                <a:spcPct val="115000"/>
              </a:lnSpc>
              <a:spcBef>
                <a:spcPts val="0"/>
              </a:spcBef>
              <a:spcAft>
                <a:spcPts val="0"/>
              </a:spcAft>
              <a:buClr>
                <a:srgbClr val="474F67"/>
              </a:buClr>
              <a:buSzPts val="1500"/>
              <a:buFont typeface="ABeeZee"/>
              <a:buChar char="●"/>
            </a:pPr>
            <a:r>
              <a:rPr lang="en" sz="1500">
                <a:solidFill>
                  <a:srgbClr val="474F67"/>
                </a:solidFill>
              </a:rPr>
              <a:t>How should this inform our parent engagement strategies?</a:t>
            </a:r>
            <a:endParaRPr sz="1500">
              <a:solidFill>
                <a:srgbClr val="474F67"/>
              </a:solidFill>
            </a:endParaRPr>
          </a:p>
          <a:p>
            <a:pPr indent="0" lvl="0" marL="0" rtl="0" algn="l">
              <a:spcBef>
                <a:spcPts val="15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7"/>
          <p:cNvSpPr txBox="1"/>
          <p:nvPr>
            <p:ph type="title"/>
          </p:nvPr>
        </p:nvSpPr>
        <p:spPr>
          <a:xfrm>
            <a:off x="653625" y="338700"/>
            <a:ext cx="5969100" cy="55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Understanding Poverty</a:t>
            </a:r>
            <a:endParaRPr b="0">
              <a:solidFill>
                <a:srgbClr val="F58617"/>
              </a:solidFill>
            </a:endParaRPr>
          </a:p>
        </p:txBody>
      </p:sp>
      <p:sp>
        <p:nvSpPr>
          <p:cNvPr id="145" name="Google Shape;145;p17"/>
          <p:cNvSpPr txBox="1"/>
          <p:nvPr>
            <p:ph idx="1" type="body"/>
          </p:nvPr>
        </p:nvSpPr>
        <p:spPr>
          <a:xfrm>
            <a:off x="653625" y="1888000"/>
            <a:ext cx="2897100" cy="2454000"/>
          </a:xfrm>
          <a:prstGeom prst="rect">
            <a:avLst/>
          </a:prstGeom>
          <a:solidFill>
            <a:srgbClr val="FEEBD8"/>
          </a:solidFill>
          <a:ln cap="flat" cmpd="sng" w="2857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317500" lvl="0" marL="457200" rtl="0" algn="l">
              <a:spcBef>
                <a:spcPts val="600"/>
              </a:spcBef>
              <a:spcAft>
                <a:spcPts val="0"/>
              </a:spcAft>
              <a:buClr>
                <a:srgbClr val="474F67"/>
              </a:buClr>
              <a:buSzPts val="1400"/>
              <a:buChar char="●"/>
            </a:pPr>
            <a:r>
              <a:rPr lang="en" sz="1400">
                <a:solidFill>
                  <a:srgbClr val="474F67"/>
                </a:solidFill>
              </a:rPr>
              <a:t>Families in poverty don’t value education. </a:t>
            </a:r>
            <a:endParaRPr sz="1400">
              <a:solidFill>
                <a:srgbClr val="474F67"/>
              </a:solidFill>
            </a:endParaRPr>
          </a:p>
          <a:p>
            <a:pPr indent="-317500" lvl="0" marL="457200" rtl="0" algn="l">
              <a:spcBef>
                <a:spcPts val="0"/>
              </a:spcBef>
              <a:spcAft>
                <a:spcPts val="0"/>
              </a:spcAft>
              <a:buClr>
                <a:srgbClr val="474F67"/>
              </a:buClr>
              <a:buSzPts val="1400"/>
              <a:buChar char="●"/>
            </a:pPr>
            <a:r>
              <a:rPr lang="en" sz="1400">
                <a:solidFill>
                  <a:srgbClr val="474F67"/>
                </a:solidFill>
              </a:rPr>
              <a:t>Parents don’t care about their children’s success.</a:t>
            </a:r>
            <a:endParaRPr sz="1400">
              <a:solidFill>
                <a:srgbClr val="474F67"/>
              </a:solidFill>
            </a:endParaRPr>
          </a:p>
          <a:p>
            <a:pPr indent="-317500" lvl="0" marL="457200" rtl="0" algn="l">
              <a:spcBef>
                <a:spcPts val="0"/>
              </a:spcBef>
              <a:spcAft>
                <a:spcPts val="0"/>
              </a:spcAft>
              <a:buClr>
                <a:srgbClr val="474F67"/>
              </a:buClr>
              <a:buSzPts val="1400"/>
              <a:buChar char="●"/>
            </a:pPr>
            <a:r>
              <a:rPr lang="en" sz="1400">
                <a:solidFill>
                  <a:srgbClr val="474F67"/>
                </a:solidFill>
              </a:rPr>
              <a:t>Poverty is temporary or rare.		</a:t>
            </a:r>
            <a:endParaRPr sz="1400">
              <a:solidFill>
                <a:srgbClr val="474F67"/>
              </a:solidFill>
            </a:endParaRPr>
          </a:p>
        </p:txBody>
      </p:sp>
      <p:sp>
        <p:nvSpPr>
          <p:cNvPr id="146" name="Google Shape;146;p17"/>
          <p:cNvSpPr txBox="1"/>
          <p:nvPr/>
        </p:nvSpPr>
        <p:spPr>
          <a:xfrm>
            <a:off x="653625" y="1333900"/>
            <a:ext cx="2897100" cy="461700"/>
          </a:xfrm>
          <a:prstGeom prst="rect">
            <a:avLst/>
          </a:prstGeom>
          <a:solidFill>
            <a:srgbClr val="F58617"/>
          </a:solidFill>
          <a:ln cap="flat" cmpd="sng" w="2857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474F67"/>
                </a:solidFill>
                <a:latin typeface="ABeeZee"/>
                <a:ea typeface="ABeeZee"/>
                <a:cs typeface="ABeeZee"/>
                <a:sym typeface="ABeeZee"/>
              </a:rPr>
              <a:t>Misconceptions</a:t>
            </a:r>
            <a:endParaRPr sz="1800">
              <a:solidFill>
                <a:srgbClr val="474F67"/>
              </a:solidFill>
              <a:latin typeface="ABeeZee"/>
              <a:ea typeface="ABeeZee"/>
              <a:cs typeface="ABeeZee"/>
              <a:sym typeface="ABeeZee"/>
            </a:endParaRPr>
          </a:p>
        </p:txBody>
      </p:sp>
      <p:sp>
        <p:nvSpPr>
          <p:cNvPr id="147" name="Google Shape;147;p17"/>
          <p:cNvSpPr txBox="1"/>
          <p:nvPr/>
        </p:nvSpPr>
        <p:spPr>
          <a:xfrm>
            <a:off x="3780625" y="1333900"/>
            <a:ext cx="3031500" cy="461700"/>
          </a:xfrm>
          <a:prstGeom prst="rect">
            <a:avLst/>
          </a:prstGeom>
          <a:solidFill>
            <a:srgbClr val="F58617"/>
          </a:solidFill>
          <a:ln cap="flat" cmpd="sng" w="2857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474F67"/>
                </a:solidFill>
                <a:latin typeface="ABeeZee"/>
                <a:ea typeface="ABeeZee"/>
                <a:cs typeface="ABeeZee"/>
                <a:sym typeface="ABeeZee"/>
              </a:rPr>
              <a:t>Reality</a:t>
            </a:r>
            <a:endParaRPr sz="1800">
              <a:solidFill>
                <a:srgbClr val="474F67"/>
              </a:solidFill>
              <a:latin typeface="ABeeZee"/>
              <a:ea typeface="ABeeZee"/>
              <a:cs typeface="ABeeZee"/>
              <a:sym typeface="ABeeZee"/>
            </a:endParaRPr>
          </a:p>
        </p:txBody>
      </p:sp>
      <p:pic>
        <p:nvPicPr>
          <p:cNvPr descr="a red pin on a white background with a gray needle (Provided by Tenor)" id="148" name="Google Shape;148;p17"/>
          <p:cNvPicPr preferRelativeResize="0"/>
          <p:nvPr/>
        </p:nvPicPr>
        <p:blipFill>
          <a:blip r:embed="rId3">
            <a:alphaModFix/>
          </a:blip>
          <a:stretch>
            <a:fillRect/>
          </a:stretch>
        </p:blipFill>
        <p:spPr>
          <a:xfrm>
            <a:off x="7518125" y="3520902"/>
            <a:ext cx="1625876" cy="1622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8"/>
          <p:cNvSpPr txBox="1"/>
          <p:nvPr>
            <p:ph type="title"/>
          </p:nvPr>
        </p:nvSpPr>
        <p:spPr>
          <a:xfrm>
            <a:off x="653625" y="739375"/>
            <a:ext cx="5969100" cy="74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Reality</a:t>
            </a:r>
            <a:endParaRPr b="0">
              <a:solidFill>
                <a:srgbClr val="F58617"/>
              </a:solidFill>
            </a:endParaRPr>
          </a:p>
        </p:txBody>
      </p:sp>
      <p:sp>
        <p:nvSpPr>
          <p:cNvPr id="154" name="Google Shape;154;p18"/>
          <p:cNvSpPr txBox="1"/>
          <p:nvPr>
            <p:ph idx="1" type="body"/>
          </p:nvPr>
        </p:nvSpPr>
        <p:spPr>
          <a:xfrm>
            <a:off x="653625" y="1526925"/>
            <a:ext cx="6653100" cy="3237000"/>
          </a:xfrm>
          <a:prstGeom prst="rect">
            <a:avLst/>
          </a:prstGeom>
        </p:spPr>
        <p:txBody>
          <a:bodyPr anchorCtr="0" anchor="t" bIns="91425" lIns="91425" spcFirstLastPara="1" rIns="91425" wrap="square" tIns="91425">
            <a:noAutofit/>
          </a:bodyPr>
          <a:lstStyle/>
          <a:p>
            <a:pPr indent="-381000" lvl="0" marL="457200" rtl="0" algn="l">
              <a:spcBef>
                <a:spcPts val="0"/>
              </a:spcBef>
              <a:spcAft>
                <a:spcPts val="0"/>
              </a:spcAft>
              <a:buClr>
                <a:srgbClr val="474F67"/>
              </a:buClr>
              <a:buSzPts val="2400"/>
              <a:buFont typeface="ABeeZee"/>
              <a:buChar char="●"/>
            </a:pPr>
            <a:r>
              <a:rPr lang="en"/>
              <a:t>They value </a:t>
            </a:r>
            <a:r>
              <a:rPr lang="en">
                <a:solidFill>
                  <a:srgbClr val="000000"/>
                </a:solidFill>
              </a:rPr>
              <a:t>ieducation,</a:t>
            </a:r>
            <a:r>
              <a:rPr lang="en"/>
              <a:t> but face systemic barriers. </a:t>
            </a:r>
            <a:endParaRPr/>
          </a:p>
          <a:p>
            <a:pPr indent="-381000" lvl="0" marL="457200" rtl="0" algn="l">
              <a:spcBef>
                <a:spcPts val="0"/>
              </a:spcBef>
              <a:spcAft>
                <a:spcPts val="0"/>
              </a:spcAft>
              <a:buClr>
                <a:srgbClr val="474F67"/>
              </a:buClr>
              <a:buSzPts val="2400"/>
              <a:buFont typeface="ABeeZee"/>
              <a:buChar char="●"/>
            </a:pPr>
            <a:r>
              <a:rPr lang="en"/>
              <a:t>They may work multiple jobs, lack transportation, or feel intimidated by the school systems. </a:t>
            </a:r>
            <a:endParaRPr/>
          </a:p>
          <a:p>
            <a:pPr indent="-381000" lvl="0" marL="457200" rtl="0" algn="l">
              <a:spcBef>
                <a:spcPts val="0"/>
              </a:spcBef>
              <a:spcAft>
                <a:spcPts val="0"/>
              </a:spcAft>
              <a:buClr>
                <a:srgbClr val="474F67"/>
              </a:buClr>
              <a:buSzPts val="2400"/>
              <a:buFont typeface="ABeeZee"/>
              <a:buChar char="●"/>
            </a:pPr>
            <a:r>
              <a:rPr lang="en"/>
              <a:t>Many families cycle in and out of poverty; working families can still struggle.</a:t>
            </a:r>
            <a:endParaRPr/>
          </a:p>
          <a:p>
            <a:pPr indent="0" lvl="0" marL="0" rtl="0" algn="l">
              <a:spcBef>
                <a:spcPts val="6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9"/>
          <p:cNvSpPr txBox="1"/>
          <p:nvPr>
            <p:ph type="title"/>
          </p:nvPr>
        </p:nvSpPr>
        <p:spPr>
          <a:xfrm>
            <a:off x="653625" y="276150"/>
            <a:ext cx="5025600" cy="690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The Hidden Struggles</a:t>
            </a:r>
            <a:endParaRPr b="0">
              <a:solidFill>
                <a:srgbClr val="F58617"/>
              </a:solidFill>
            </a:endParaRPr>
          </a:p>
        </p:txBody>
      </p:sp>
      <p:sp>
        <p:nvSpPr>
          <p:cNvPr id="160" name="Google Shape;160;p19"/>
          <p:cNvSpPr txBox="1"/>
          <p:nvPr>
            <p:ph idx="1" type="body"/>
          </p:nvPr>
        </p:nvSpPr>
        <p:spPr>
          <a:xfrm>
            <a:off x="653625" y="1656175"/>
            <a:ext cx="2897100" cy="17466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l">
              <a:lnSpc>
                <a:spcPct val="115000"/>
              </a:lnSpc>
              <a:spcBef>
                <a:spcPts val="1500"/>
              </a:spcBef>
              <a:spcAft>
                <a:spcPts val="0"/>
              </a:spcAft>
              <a:buClr>
                <a:srgbClr val="474F67"/>
              </a:buClr>
              <a:buSzPts val="1600"/>
              <a:buChar char="●"/>
            </a:pPr>
            <a:r>
              <a:rPr lang="en" sz="1600">
                <a:solidFill>
                  <a:srgbClr val="474F67"/>
                </a:solidFill>
              </a:rPr>
              <a:t>Chronic </a:t>
            </a:r>
            <a:r>
              <a:rPr lang="en" sz="1600">
                <a:solidFill>
                  <a:srgbClr val="474F67"/>
                </a:solidFill>
              </a:rPr>
              <a:t>Absenteeism</a:t>
            </a:r>
            <a:r>
              <a:rPr lang="en" sz="1600">
                <a:solidFill>
                  <a:srgbClr val="474F67"/>
                </a:solidFill>
              </a:rPr>
              <a:t> </a:t>
            </a:r>
            <a:endParaRPr sz="1600">
              <a:solidFill>
                <a:srgbClr val="474F67"/>
              </a:solidFill>
            </a:endParaRPr>
          </a:p>
          <a:p>
            <a:pPr indent="-330200" lvl="0" marL="457200" rtl="0" algn="l">
              <a:lnSpc>
                <a:spcPct val="115000"/>
              </a:lnSpc>
              <a:spcBef>
                <a:spcPts val="0"/>
              </a:spcBef>
              <a:spcAft>
                <a:spcPts val="0"/>
              </a:spcAft>
              <a:buClr>
                <a:srgbClr val="474F67"/>
              </a:buClr>
              <a:buSzPts val="1600"/>
              <a:buChar char="●"/>
            </a:pPr>
            <a:r>
              <a:rPr lang="en" sz="1600">
                <a:solidFill>
                  <a:srgbClr val="474F67"/>
                </a:solidFill>
              </a:rPr>
              <a:t>Homework Completion </a:t>
            </a:r>
            <a:endParaRPr sz="1600">
              <a:solidFill>
                <a:srgbClr val="474F67"/>
              </a:solidFill>
            </a:endParaRPr>
          </a:p>
          <a:p>
            <a:pPr indent="-330200" lvl="0" marL="457200" rtl="0" algn="l">
              <a:lnSpc>
                <a:spcPct val="115000"/>
              </a:lnSpc>
              <a:spcBef>
                <a:spcPts val="0"/>
              </a:spcBef>
              <a:spcAft>
                <a:spcPts val="0"/>
              </a:spcAft>
              <a:buClr>
                <a:srgbClr val="474F67"/>
              </a:buClr>
              <a:buSzPts val="1600"/>
              <a:buChar char="●"/>
            </a:pPr>
            <a:r>
              <a:rPr lang="en" sz="1600">
                <a:solidFill>
                  <a:srgbClr val="474F67"/>
                </a:solidFill>
              </a:rPr>
              <a:t>Cognitive Overload </a:t>
            </a:r>
            <a:endParaRPr sz="1600">
              <a:solidFill>
                <a:srgbClr val="474F67"/>
              </a:solidFill>
            </a:endParaRPr>
          </a:p>
          <a:p>
            <a:pPr indent="-330200" lvl="0" marL="457200" rtl="0" algn="l">
              <a:lnSpc>
                <a:spcPct val="115000"/>
              </a:lnSpc>
              <a:spcBef>
                <a:spcPts val="0"/>
              </a:spcBef>
              <a:spcAft>
                <a:spcPts val="0"/>
              </a:spcAft>
              <a:buClr>
                <a:srgbClr val="474F67"/>
              </a:buClr>
              <a:buSzPts val="1600"/>
              <a:buChar char="●"/>
            </a:pPr>
            <a:r>
              <a:rPr lang="en" sz="1600">
                <a:solidFill>
                  <a:srgbClr val="474F67"/>
                </a:solidFill>
              </a:rPr>
              <a:t>Summer Learning Loss</a:t>
            </a:r>
            <a:endParaRPr sz="1600">
              <a:solidFill>
                <a:srgbClr val="474F67"/>
              </a:solidFill>
            </a:endParaRPr>
          </a:p>
          <a:p>
            <a:pPr indent="0" lvl="0" marL="0" rtl="0" algn="l">
              <a:spcBef>
                <a:spcPts val="1500"/>
              </a:spcBef>
              <a:spcAft>
                <a:spcPts val="0"/>
              </a:spcAft>
              <a:buNone/>
            </a:pPr>
            <a:r>
              <a:t/>
            </a:r>
            <a:endParaRPr/>
          </a:p>
        </p:txBody>
      </p:sp>
      <p:sp>
        <p:nvSpPr>
          <p:cNvPr id="161" name="Google Shape;161;p19"/>
          <p:cNvSpPr txBox="1"/>
          <p:nvPr>
            <p:ph idx="2" type="body"/>
          </p:nvPr>
        </p:nvSpPr>
        <p:spPr>
          <a:xfrm>
            <a:off x="3764900" y="1656175"/>
            <a:ext cx="2857800" cy="17466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330200" lvl="0" marL="457200" rtl="0" algn="l">
              <a:spcBef>
                <a:spcPts val="600"/>
              </a:spcBef>
              <a:spcAft>
                <a:spcPts val="0"/>
              </a:spcAft>
              <a:buClr>
                <a:srgbClr val="474F67"/>
              </a:buClr>
              <a:buSzPts val="1600"/>
              <a:buChar char="●"/>
            </a:pPr>
            <a:r>
              <a:rPr lang="en" sz="1600">
                <a:solidFill>
                  <a:srgbClr val="474F67"/>
                </a:solidFill>
              </a:rPr>
              <a:t>Trauma &amp; Stress </a:t>
            </a:r>
            <a:endParaRPr sz="1600">
              <a:solidFill>
                <a:srgbClr val="474F67"/>
              </a:solidFill>
            </a:endParaRPr>
          </a:p>
          <a:p>
            <a:pPr indent="-330200" lvl="0" marL="457200" rtl="0" algn="l">
              <a:spcBef>
                <a:spcPts val="0"/>
              </a:spcBef>
              <a:spcAft>
                <a:spcPts val="0"/>
              </a:spcAft>
              <a:buClr>
                <a:srgbClr val="474F67"/>
              </a:buClr>
              <a:buSzPts val="1600"/>
              <a:buChar char="●"/>
            </a:pPr>
            <a:r>
              <a:rPr lang="en" sz="1600">
                <a:solidFill>
                  <a:srgbClr val="474F67"/>
                </a:solidFill>
              </a:rPr>
              <a:t>Sense of Belonging</a:t>
            </a:r>
            <a:endParaRPr sz="1600">
              <a:solidFill>
                <a:srgbClr val="474F67"/>
              </a:solidFill>
            </a:endParaRPr>
          </a:p>
          <a:p>
            <a:pPr indent="-330200" lvl="0" marL="457200" rtl="0" algn="l">
              <a:spcBef>
                <a:spcPts val="0"/>
              </a:spcBef>
              <a:spcAft>
                <a:spcPts val="0"/>
              </a:spcAft>
              <a:buClr>
                <a:srgbClr val="474F67"/>
              </a:buClr>
              <a:buSzPts val="1600"/>
              <a:buChar char="●"/>
            </a:pPr>
            <a:r>
              <a:rPr lang="en" sz="1600">
                <a:solidFill>
                  <a:srgbClr val="474F67"/>
                </a:solidFill>
              </a:rPr>
              <a:t>Self-Efficacy</a:t>
            </a:r>
            <a:endParaRPr sz="1600">
              <a:solidFill>
                <a:srgbClr val="474F67"/>
              </a:solidFill>
            </a:endParaRPr>
          </a:p>
        </p:txBody>
      </p:sp>
      <p:sp>
        <p:nvSpPr>
          <p:cNvPr id="162" name="Google Shape;162;p19"/>
          <p:cNvSpPr txBox="1"/>
          <p:nvPr/>
        </p:nvSpPr>
        <p:spPr>
          <a:xfrm>
            <a:off x="653625" y="1225075"/>
            <a:ext cx="2897100" cy="4311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rgbClr val="474F67"/>
                </a:solidFill>
                <a:latin typeface="ABeeZee"/>
                <a:ea typeface="ABeeZee"/>
                <a:cs typeface="ABeeZee"/>
                <a:sym typeface="ABeeZee"/>
              </a:rPr>
              <a:t>Academic Impact</a:t>
            </a:r>
            <a:endParaRPr sz="1600">
              <a:solidFill>
                <a:srgbClr val="474F67"/>
              </a:solidFill>
              <a:latin typeface="ABeeZee"/>
              <a:ea typeface="ABeeZee"/>
              <a:cs typeface="ABeeZee"/>
              <a:sym typeface="ABeeZee"/>
            </a:endParaRPr>
          </a:p>
        </p:txBody>
      </p:sp>
      <p:sp>
        <p:nvSpPr>
          <p:cNvPr id="163" name="Google Shape;163;p19"/>
          <p:cNvSpPr txBox="1"/>
          <p:nvPr/>
        </p:nvSpPr>
        <p:spPr>
          <a:xfrm>
            <a:off x="3764900" y="1225075"/>
            <a:ext cx="2857800" cy="4311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600">
                <a:solidFill>
                  <a:srgbClr val="474F67"/>
                </a:solidFill>
                <a:latin typeface="ABeeZee"/>
                <a:ea typeface="ABeeZee"/>
                <a:cs typeface="ABeeZee"/>
                <a:sym typeface="ABeeZee"/>
              </a:rPr>
              <a:t>Social-Emotional </a:t>
            </a:r>
            <a:r>
              <a:rPr lang="en" sz="1600">
                <a:solidFill>
                  <a:srgbClr val="474F67"/>
                </a:solidFill>
                <a:latin typeface="ABeeZee"/>
                <a:ea typeface="ABeeZee"/>
                <a:cs typeface="ABeeZee"/>
                <a:sym typeface="ABeeZee"/>
              </a:rPr>
              <a:t>Impact</a:t>
            </a:r>
            <a:endParaRPr sz="1600">
              <a:solidFill>
                <a:srgbClr val="474F67"/>
              </a:solidFill>
              <a:latin typeface="ABeeZee"/>
              <a:ea typeface="ABeeZee"/>
              <a:cs typeface="ABeeZee"/>
              <a:sym typeface="ABeeZee"/>
            </a:endParaRPr>
          </a:p>
        </p:txBody>
      </p:sp>
      <p:grpSp>
        <p:nvGrpSpPr>
          <p:cNvPr id="164" name="Google Shape;164;p19"/>
          <p:cNvGrpSpPr/>
          <p:nvPr/>
        </p:nvGrpSpPr>
        <p:grpSpPr>
          <a:xfrm flipH="1">
            <a:off x="7488547" y="3754514"/>
            <a:ext cx="1655447" cy="1388992"/>
            <a:chOff x="238125" y="1879850"/>
            <a:chExt cx="1399600" cy="1174325"/>
          </a:xfrm>
        </p:grpSpPr>
        <p:sp>
          <p:nvSpPr>
            <p:cNvPr id="165" name="Google Shape;165;p19"/>
            <p:cNvSpPr/>
            <p:nvPr/>
          </p:nvSpPr>
          <p:spPr>
            <a:xfrm>
              <a:off x="352675" y="2352125"/>
              <a:ext cx="68125" cy="190950"/>
            </a:xfrm>
            <a:custGeom>
              <a:rect b="b" l="l" r="r" t="t"/>
              <a:pathLst>
                <a:path extrusionOk="0" h="7638" w="2725">
                  <a:moveTo>
                    <a:pt x="2725" y="0"/>
                  </a:moveTo>
                  <a:lnTo>
                    <a:pt x="2190" y="26"/>
                  </a:lnTo>
                  <a:lnTo>
                    <a:pt x="1197" y="433"/>
                  </a:lnTo>
                  <a:lnTo>
                    <a:pt x="459" y="1197"/>
                  </a:lnTo>
                  <a:lnTo>
                    <a:pt x="52" y="2164"/>
                  </a:lnTo>
                  <a:lnTo>
                    <a:pt x="1" y="2724"/>
                  </a:lnTo>
                  <a:lnTo>
                    <a:pt x="1" y="4914"/>
                  </a:lnTo>
                  <a:lnTo>
                    <a:pt x="52" y="5448"/>
                  </a:lnTo>
                  <a:lnTo>
                    <a:pt x="459" y="6441"/>
                  </a:lnTo>
                  <a:lnTo>
                    <a:pt x="1197" y="7180"/>
                  </a:lnTo>
                  <a:lnTo>
                    <a:pt x="2190" y="7587"/>
                  </a:lnTo>
                  <a:lnTo>
                    <a:pt x="2725" y="7638"/>
                  </a:lnTo>
                  <a:lnTo>
                    <a:pt x="2725" y="0"/>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9"/>
            <p:cNvSpPr/>
            <p:nvPr/>
          </p:nvSpPr>
          <p:spPr>
            <a:xfrm>
              <a:off x="1097350" y="2352125"/>
              <a:ext cx="68125" cy="190950"/>
            </a:xfrm>
            <a:custGeom>
              <a:rect b="b" l="l" r="r" t="t"/>
              <a:pathLst>
                <a:path extrusionOk="0" h="7638" w="2725">
                  <a:moveTo>
                    <a:pt x="0" y="0"/>
                  </a:moveTo>
                  <a:lnTo>
                    <a:pt x="0" y="7638"/>
                  </a:lnTo>
                  <a:lnTo>
                    <a:pt x="561" y="7587"/>
                  </a:lnTo>
                  <a:lnTo>
                    <a:pt x="1553" y="7180"/>
                  </a:lnTo>
                  <a:lnTo>
                    <a:pt x="2292" y="6441"/>
                  </a:lnTo>
                  <a:lnTo>
                    <a:pt x="2699" y="5448"/>
                  </a:lnTo>
                  <a:lnTo>
                    <a:pt x="2725" y="4914"/>
                  </a:lnTo>
                  <a:lnTo>
                    <a:pt x="2725" y="2724"/>
                  </a:lnTo>
                  <a:lnTo>
                    <a:pt x="2699" y="2164"/>
                  </a:lnTo>
                  <a:lnTo>
                    <a:pt x="2292" y="1197"/>
                  </a:lnTo>
                  <a:lnTo>
                    <a:pt x="1553" y="433"/>
                  </a:lnTo>
                  <a:lnTo>
                    <a:pt x="561" y="26"/>
                  </a:lnTo>
                  <a:lnTo>
                    <a:pt x="0" y="0"/>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9"/>
            <p:cNvSpPr/>
            <p:nvPr/>
          </p:nvSpPr>
          <p:spPr>
            <a:xfrm>
              <a:off x="654375" y="2740375"/>
              <a:ext cx="210675" cy="263525"/>
            </a:xfrm>
            <a:custGeom>
              <a:rect b="b" l="l" r="r" t="t"/>
              <a:pathLst>
                <a:path extrusionOk="0" h="10541" w="8427">
                  <a:moveTo>
                    <a:pt x="0" y="0"/>
                  </a:moveTo>
                  <a:lnTo>
                    <a:pt x="0" y="10540"/>
                  </a:lnTo>
                  <a:lnTo>
                    <a:pt x="8427" y="10540"/>
                  </a:lnTo>
                  <a:lnTo>
                    <a:pt x="8427" y="0"/>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9"/>
            <p:cNvSpPr/>
            <p:nvPr/>
          </p:nvSpPr>
          <p:spPr>
            <a:xfrm>
              <a:off x="408675" y="1924400"/>
              <a:ext cx="701425" cy="875825"/>
            </a:xfrm>
            <a:custGeom>
              <a:rect b="b" l="l" r="r" t="t"/>
              <a:pathLst>
                <a:path extrusionOk="0" h="35033" w="28057">
                  <a:moveTo>
                    <a:pt x="14029" y="1"/>
                  </a:moveTo>
                  <a:lnTo>
                    <a:pt x="13290" y="26"/>
                  </a:lnTo>
                  <a:lnTo>
                    <a:pt x="11890" y="179"/>
                  </a:lnTo>
                  <a:lnTo>
                    <a:pt x="10515" y="459"/>
                  </a:lnTo>
                  <a:lnTo>
                    <a:pt x="9192" y="867"/>
                  </a:lnTo>
                  <a:lnTo>
                    <a:pt x="7944" y="1401"/>
                  </a:lnTo>
                  <a:lnTo>
                    <a:pt x="6748" y="2038"/>
                  </a:lnTo>
                  <a:lnTo>
                    <a:pt x="5627" y="2801"/>
                  </a:lnTo>
                  <a:lnTo>
                    <a:pt x="4584" y="3642"/>
                  </a:lnTo>
                  <a:lnTo>
                    <a:pt x="3642" y="4609"/>
                  </a:lnTo>
                  <a:lnTo>
                    <a:pt x="2776" y="5653"/>
                  </a:lnTo>
                  <a:lnTo>
                    <a:pt x="2038" y="6773"/>
                  </a:lnTo>
                  <a:lnTo>
                    <a:pt x="1376" y="7944"/>
                  </a:lnTo>
                  <a:lnTo>
                    <a:pt x="841" y="9217"/>
                  </a:lnTo>
                  <a:lnTo>
                    <a:pt x="434" y="10541"/>
                  </a:lnTo>
                  <a:lnTo>
                    <a:pt x="154" y="11890"/>
                  </a:lnTo>
                  <a:lnTo>
                    <a:pt x="1" y="13316"/>
                  </a:lnTo>
                  <a:lnTo>
                    <a:pt x="1" y="14029"/>
                  </a:lnTo>
                  <a:lnTo>
                    <a:pt x="1" y="21004"/>
                  </a:lnTo>
                  <a:lnTo>
                    <a:pt x="1" y="21743"/>
                  </a:lnTo>
                  <a:lnTo>
                    <a:pt x="154" y="23143"/>
                  </a:lnTo>
                  <a:lnTo>
                    <a:pt x="434" y="24518"/>
                  </a:lnTo>
                  <a:lnTo>
                    <a:pt x="841" y="25842"/>
                  </a:lnTo>
                  <a:lnTo>
                    <a:pt x="1376" y="27089"/>
                  </a:lnTo>
                  <a:lnTo>
                    <a:pt x="2038" y="28286"/>
                  </a:lnTo>
                  <a:lnTo>
                    <a:pt x="2776" y="29406"/>
                  </a:lnTo>
                  <a:lnTo>
                    <a:pt x="3642" y="30450"/>
                  </a:lnTo>
                  <a:lnTo>
                    <a:pt x="4584" y="31392"/>
                  </a:lnTo>
                  <a:lnTo>
                    <a:pt x="5627" y="32257"/>
                  </a:lnTo>
                  <a:lnTo>
                    <a:pt x="6748" y="33021"/>
                  </a:lnTo>
                  <a:lnTo>
                    <a:pt x="7944" y="33657"/>
                  </a:lnTo>
                  <a:lnTo>
                    <a:pt x="9192" y="34192"/>
                  </a:lnTo>
                  <a:lnTo>
                    <a:pt x="10515" y="34599"/>
                  </a:lnTo>
                  <a:lnTo>
                    <a:pt x="11890" y="34879"/>
                  </a:lnTo>
                  <a:lnTo>
                    <a:pt x="13290" y="35032"/>
                  </a:lnTo>
                  <a:lnTo>
                    <a:pt x="14742" y="35032"/>
                  </a:lnTo>
                  <a:lnTo>
                    <a:pt x="16167" y="34879"/>
                  </a:lnTo>
                  <a:lnTo>
                    <a:pt x="17542" y="34599"/>
                  </a:lnTo>
                  <a:lnTo>
                    <a:pt x="18841" y="34192"/>
                  </a:lnTo>
                  <a:lnTo>
                    <a:pt x="20113" y="33657"/>
                  </a:lnTo>
                  <a:lnTo>
                    <a:pt x="21310" y="33021"/>
                  </a:lnTo>
                  <a:lnTo>
                    <a:pt x="22430" y="32257"/>
                  </a:lnTo>
                  <a:lnTo>
                    <a:pt x="23449" y="31392"/>
                  </a:lnTo>
                  <a:lnTo>
                    <a:pt x="24416" y="30450"/>
                  </a:lnTo>
                  <a:lnTo>
                    <a:pt x="25282" y="29406"/>
                  </a:lnTo>
                  <a:lnTo>
                    <a:pt x="26020" y="28286"/>
                  </a:lnTo>
                  <a:lnTo>
                    <a:pt x="26682" y="27089"/>
                  </a:lnTo>
                  <a:lnTo>
                    <a:pt x="27216" y="25842"/>
                  </a:lnTo>
                  <a:lnTo>
                    <a:pt x="27624" y="24518"/>
                  </a:lnTo>
                  <a:lnTo>
                    <a:pt x="27904" y="23143"/>
                  </a:lnTo>
                  <a:lnTo>
                    <a:pt x="28031" y="21743"/>
                  </a:lnTo>
                  <a:lnTo>
                    <a:pt x="28057" y="21004"/>
                  </a:lnTo>
                  <a:lnTo>
                    <a:pt x="28057" y="14029"/>
                  </a:lnTo>
                  <a:lnTo>
                    <a:pt x="28031" y="13316"/>
                  </a:lnTo>
                  <a:lnTo>
                    <a:pt x="27904" y="11890"/>
                  </a:lnTo>
                  <a:lnTo>
                    <a:pt x="27624" y="10541"/>
                  </a:lnTo>
                  <a:lnTo>
                    <a:pt x="27216" y="9217"/>
                  </a:lnTo>
                  <a:lnTo>
                    <a:pt x="26682" y="7944"/>
                  </a:lnTo>
                  <a:lnTo>
                    <a:pt x="26020" y="6773"/>
                  </a:lnTo>
                  <a:lnTo>
                    <a:pt x="25282" y="5653"/>
                  </a:lnTo>
                  <a:lnTo>
                    <a:pt x="24416" y="4609"/>
                  </a:lnTo>
                  <a:lnTo>
                    <a:pt x="23449" y="3642"/>
                  </a:lnTo>
                  <a:lnTo>
                    <a:pt x="22430" y="2801"/>
                  </a:lnTo>
                  <a:lnTo>
                    <a:pt x="21310" y="2038"/>
                  </a:lnTo>
                  <a:lnTo>
                    <a:pt x="20113" y="1401"/>
                  </a:lnTo>
                  <a:lnTo>
                    <a:pt x="18841" y="867"/>
                  </a:lnTo>
                  <a:lnTo>
                    <a:pt x="17542" y="459"/>
                  </a:lnTo>
                  <a:lnTo>
                    <a:pt x="16167" y="179"/>
                  </a:lnTo>
                  <a:lnTo>
                    <a:pt x="14742" y="26"/>
                  </a:lnTo>
                  <a:lnTo>
                    <a:pt x="14029" y="1"/>
                  </a:lnTo>
                  <a:close/>
                </a:path>
              </a:pathLst>
            </a:custGeom>
            <a:solidFill>
              <a:srgbClr val="F0C1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9"/>
            <p:cNvSpPr/>
            <p:nvPr/>
          </p:nvSpPr>
          <p:spPr>
            <a:xfrm>
              <a:off x="533425" y="2418300"/>
              <a:ext cx="91050" cy="91050"/>
            </a:xfrm>
            <a:custGeom>
              <a:rect b="b" l="l" r="r" t="t"/>
              <a:pathLst>
                <a:path extrusionOk="0" h="3642" w="3642">
                  <a:moveTo>
                    <a:pt x="1834" y="1"/>
                  </a:moveTo>
                  <a:lnTo>
                    <a:pt x="1452" y="26"/>
                  </a:lnTo>
                  <a:lnTo>
                    <a:pt x="790" y="306"/>
                  </a:lnTo>
                  <a:lnTo>
                    <a:pt x="306" y="790"/>
                  </a:lnTo>
                  <a:lnTo>
                    <a:pt x="26" y="1452"/>
                  </a:lnTo>
                  <a:lnTo>
                    <a:pt x="1" y="1809"/>
                  </a:lnTo>
                  <a:lnTo>
                    <a:pt x="26" y="2190"/>
                  </a:lnTo>
                  <a:lnTo>
                    <a:pt x="306" y="2827"/>
                  </a:lnTo>
                  <a:lnTo>
                    <a:pt x="790" y="3336"/>
                  </a:lnTo>
                  <a:lnTo>
                    <a:pt x="1452" y="3616"/>
                  </a:lnTo>
                  <a:lnTo>
                    <a:pt x="1834" y="3642"/>
                  </a:lnTo>
                  <a:lnTo>
                    <a:pt x="2190" y="3616"/>
                  </a:lnTo>
                  <a:lnTo>
                    <a:pt x="2852" y="3336"/>
                  </a:lnTo>
                  <a:lnTo>
                    <a:pt x="3336" y="2827"/>
                  </a:lnTo>
                  <a:lnTo>
                    <a:pt x="3616" y="2190"/>
                  </a:lnTo>
                  <a:lnTo>
                    <a:pt x="3642" y="1809"/>
                  </a:lnTo>
                  <a:lnTo>
                    <a:pt x="3616" y="1452"/>
                  </a:lnTo>
                  <a:lnTo>
                    <a:pt x="3336" y="790"/>
                  </a:lnTo>
                  <a:lnTo>
                    <a:pt x="2852" y="306"/>
                  </a:lnTo>
                  <a:lnTo>
                    <a:pt x="2190" y="26"/>
                  </a:lnTo>
                  <a:lnTo>
                    <a:pt x="1834" y="1"/>
                  </a:lnTo>
                  <a:close/>
                </a:path>
              </a:pathLst>
            </a:custGeom>
            <a:solidFill>
              <a:srgbClr val="419C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9"/>
            <p:cNvSpPr/>
            <p:nvPr/>
          </p:nvSpPr>
          <p:spPr>
            <a:xfrm>
              <a:off x="894325" y="2418300"/>
              <a:ext cx="91025" cy="91050"/>
            </a:xfrm>
            <a:custGeom>
              <a:rect b="b" l="l" r="r" t="t"/>
              <a:pathLst>
                <a:path extrusionOk="0" h="3642" w="3641">
                  <a:moveTo>
                    <a:pt x="1808" y="1"/>
                  </a:moveTo>
                  <a:lnTo>
                    <a:pt x="1451" y="26"/>
                  </a:lnTo>
                  <a:lnTo>
                    <a:pt x="789" y="306"/>
                  </a:lnTo>
                  <a:lnTo>
                    <a:pt x="306" y="790"/>
                  </a:lnTo>
                  <a:lnTo>
                    <a:pt x="26" y="1452"/>
                  </a:lnTo>
                  <a:lnTo>
                    <a:pt x="0" y="1809"/>
                  </a:lnTo>
                  <a:lnTo>
                    <a:pt x="26" y="2190"/>
                  </a:lnTo>
                  <a:lnTo>
                    <a:pt x="306" y="2827"/>
                  </a:lnTo>
                  <a:lnTo>
                    <a:pt x="789" y="3336"/>
                  </a:lnTo>
                  <a:lnTo>
                    <a:pt x="1451" y="3616"/>
                  </a:lnTo>
                  <a:lnTo>
                    <a:pt x="1808" y="3642"/>
                  </a:lnTo>
                  <a:lnTo>
                    <a:pt x="2190" y="3616"/>
                  </a:lnTo>
                  <a:lnTo>
                    <a:pt x="2826" y="3336"/>
                  </a:lnTo>
                  <a:lnTo>
                    <a:pt x="3335" y="2827"/>
                  </a:lnTo>
                  <a:lnTo>
                    <a:pt x="3615" y="2190"/>
                  </a:lnTo>
                  <a:lnTo>
                    <a:pt x="3641" y="1809"/>
                  </a:lnTo>
                  <a:lnTo>
                    <a:pt x="3615" y="1452"/>
                  </a:lnTo>
                  <a:lnTo>
                    <a:pt x="3335" y="790"/>
                  </a:lnTo>
                  <a:lnTo>
                    <a:pt x="2826" y="306"/>
                  </a:lnTo>
                  <a:lnTo>
                    <a:pt x="2190" y="26"/>
                  </a:lnTo>
                  <a:lnTo>
                    <a:pt x="1808" y="1"/>
                  </a:lnTo>
                  <a:close/>
                </a:path>
              </a:pathLst>
            </a:custGeom>
            <a:solidFill>
              <a:srgbClr val="419C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9"/>
            <p:cNvSpPr/>
            <p:nvPr/>
          </p:nvSpPr>
          <p:spPr>
            <a:xfrm>
              <a:off x="238125" y="2844100"/>
              <a:ext cx="1042550" cy="210075"/>
            </a:xfrm>
            <a:custGeom>
              <a:rect b="b" l="l" r="r" t="t"/>
              <a:pathLst>
                <a:path extrusionOk="0" h="8403" w="41702">
                  <a:moveTo>
                    <a:pt x="16625" y="1"/>
                  </a:moveTo>
                  <a:lnTo>
                    <a:pt x="12297" y="154"/>
                  </a:lnTo>
                  <a:lnTo>
                    <a:pt x="11176" y="179"/>
                  </a:lnTo>
                  <a:lnTo>
                    <a:pt x="9140" y="485"/>
                  </a:lnTo>
                  <a:lnTo>
                    <a:pt x="7307" y="1070"/>
                  </a:lnTo>
                  <a:lnTo>
                    <a:pt x="5677" y="1910"/>
                  </a:lnTo>
                  <a:lnTo>
                    <a:pt x="4226" y="3005"/>
                  </a:lnTo>
                  <a:lnTo>
                    <a:pt x="2902" y="4303"/>
                  </a:lnTo>
                  <a:lnTo>
                    <a:pt x="1680" y="5805"/>
                  </a:lnTo>
                  <a:lnTo>
                    <a:pt x="560" y="7486"/>
                  </a:lnTo>
                  <a:lnTo>
                    <a:pt x="0" y="8402"/>
                  </a:lnTo>
                  <a:lnTo>
                    <a:pt x="41702" y="8402"/>
                  </a:lnTo>
                  <a:lnTo>
                    <a:pt x="41141" y="7486"/>
                  </a:lnTo>
                  <a:lnTo>
                    <a:pt x="39996" y="5805"/>
                  </a:lnTo>
                  <a:lnTo>
                    <a:pt x="38799" y="4303"/>
                  </a:lnTo>
                  <a:lnTo>
                    <a:pt x="37475" y="3005"/>
                  </a:lnTo>
                  <a:lnTo>
                    <a:pt x="36024" y="1910"/>
                  </a:lnTo>
                  <a:lnTo>
                    <a:pt x="34395" y="1070"/>
                  </a:lnTo>
                  <a:lnTo>
                    <a:pt x="32562" y="485"/>
                  </a:lnTo>
                  <a:lnTo>
                    <a:pt x="30525" y="179"/>
                  </a:lnTo>
                  <a:lnTo>
                    <a:pt x="29380" y="154"/>
                  </a:lnTo>
                  <a:lnTo>
                    <a:pt x="25051" y="1"/>
                  </a:lnTo>
                  <a:lnTo>
                    <a:pt x="25051" y="434"/>
                  </a:lnTo>
                  <a:lnTo>
                    <a:pt x="24873" y="1248"/>
                  </a:lnTo>
                  <a:lnTo>
                    <a:pt x="24568" y="2012"/>
                  </a:lnTo>
                  <a:lnTo>
                    <a:pt x="24110" y="2674"/>
                  </a:lnTo>
                  <a:lnTo>
                    <a:pt x="23524" y="3260"/>
                  </a:lnTo>
                  <a:lnTo>
                    <a:pt x="22862" y="3718"/>
                  </a:lnTo>
                  <a:lnTo>
                    <a:pt x="22098" y="4023"/>
                  </a:lnTo>
                  <a:lnTo>
                    <a:pt x="21284" y="4202"/>
                  </a:lnTo>
                  <a:lnTo>
                    <a:pt x="20418" y="4202"/>
                  </a:lnTo>
                  <a:lnTo>
                    <a:pt x="19603" y="4023"/>
                  </a:lnTo>
                  <a:lnTo>
                    <a:pt x="18840" y="3718"/>
                  </a:lnTo>
                  <a:lnTo>
                    <a:pt x="18178" y="3260"/>
                  </a:lnTo>
                  <a:lnTo>
                    <a:pt x="17592" y="2674"/>
                  </a:lnTo>
                  <a:lnTo>
                    <a:pt x="17134" y="2012"/>
                  </a:lnTo>
                  <a:lnTo>
                    <a:pt x="16828" y="1248"/>
                  </a:lnTo>
                  <a:lnTo>
                    <a:pt x="16650" y="434"/>
                  </a:lnTo>
                  <a:lnTo>
                    <a:pt x="16625" y="1"/>
                  </a:lnTo>
                  <a:close/>
                </a:path>
              </a:pathLst>
            </a:custGeom>
            <a:solidFill>
              <a:srgbClr val="F046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9"/>
            <p:cNvSpPr/>
            <p:nvPr/>
          </p:nvSpPr>
          <p:spPr>
            <a:xfrm>
              <a:off x="614900" y="2844100"/>
              <a:ext cx="288975" cy="149600"/>
            </a:xfrm>
            <a:custGeom>
              <a:rect b="b" l="l" r="r" t="t"/>
              <a:pathLst>
                <a:path extrusionOk="0" h="5984" w="11559">
                  <a:moveTo>
                    <a:pt x="1554" y="1"/>
                  </a:moveTo>
                  <a:lnTo>
                    <a:pt x="1" y="52"/>
                  </a:lnTo>
                  <a:lnTo>
                    <a:pt x="1" y="128"/>
                  </a:lnTo>
                  <a:lnTo>
                    <a:pt x="1" y="205"/>
                  </a:lnTo>
                  <a:lnTo>
                    <a:pt x="26" y="790"/>
                  </a:lnTo>
                  <a:lnTo>
                    <a:pt x="255" y="1910"/>
                  </a:lnTo>
                  <a:lnTo>
                    <a:pt x="688" y="2954"/>
                  </a:lnTo>
                  <a:lnTo>
                    <a:pt x="1324" y="3871"/>
                  </a:lnTo>
                  <a:lnTo>
                    <a:pt x="2088" y="4660"/>
                  </a:lnTo>
                  <a:lnTo>
                    <a:pt x="3030" y="5296"/>
                  </a:lnTo>
                  <a:lnTo>
                    <a:pt x="4049" y="5729"/>
                  </a:lnTo>
                  <a:lnTo>
                    <a:pt x="5194" y="5958"/>
                  </a:lnTo>
                  <a:lnTo>
                    <a:pt x="5780" y="5984"/>
                  </a:lnTo>
                  <a:lnTo>
                    <a:pt x="6365" y="5958"/>
                  </a:lnTo>
                  <a:lnTo>
                    <a:pt x="7486" y="5729"/>
                  </a:lnTo>
                  <a:lnTo>
                    <a:pt x="8529" y="5296"/>
                  </a:lnTo>
                  <a:lnTo>
                    <a:pt x="9446" y="4660"/>
                  </a:lnTo>
                  <a:lnTo>
                    <a:pt x="10235" y="3871"/>
                  </a:lnTo>
                  <a:lnTo>
                    <a:pt x="10872" y="2954"/>
                  </a:lnTo>
                  <a:lnTo>
                    <a:pt x="11304" y="1910"/>
                  </a:lnTo>
                  <a:lnTo>
                    <a:pt x="11533" y="790"/>
                  </a:lnTo>
                  <a:lnTo>
                    <a:pt x="11559" y="205"/>
                  </a:lnTo>
                  <a:lnTo>
                    <a:pt x="11559" y="128"/>
                  </a:lnTo>
                  <a:lnTo>
                    <a:pt x="11533" y="52"/>
                  </a:lnTo>
                  <a:lnTo>
                    <a:pt x="9980" y="1"/>
                  </a:lnTo>
                  <a:lnTo>
                    <a:pt x="9980" y="434"/>
                  </a:lnTo>
                  <a:lnTo>
                    <a:pt x="9802" y="1248"/>
                  </a:lnTo>
                  <a:lnTo>
                    <a:pt x="9497" y="2012"/>
                  </a:lnTo>
                  <a:lnTo>
                    <a:pt x="9039" y="2674"/>
                  </a:lnTo>
                  <a:lnTo>
                    <a:pt x="8453" y="3260"/>
                  </a:lnTo>
                  <a:lnTo>
                    <a:pt x="7791" y="3718"/>
                  </a:lnTo>
                  <a:lnTo>
                    <a:pt x="7027" y="4023"/>
                  </a:lnTo>
                  <a:lnTo>
                    <a:pt x="6213" y="4202"/>
                  </a:lnTo>
                  <a:lnTo>
                    <a:pt x="5347" y="4202"/>
                  </a:lnTo>
                  <a:lnTo>
                    <a:pt x="4532" y="4023"/>
                  </a:lnTo>
                  <a:lnTo>
                    <a:pt x="3769" y="3718"/>
                  </a:lnTo>
                  <a:lnTo>
                    <a:pt x="3107" y="3260"/>
                  </a:lnTo>
                  <a:lnTo>
                    <a:pt x="2521" y="2674"/>
                  </a:lnTo>
                  <a:lnTo>
                    <a:pt x="2063" y="2012"/>
                  </a:lnTo>
                  <a:lnTo>
                    <a:pt x="1757" y="1248"/>
                  </a:lnTo>
                  <a:lnTo>
                    <a:pt x="1579" y="434"/>
                  </a:lnTo>
                  <a:lnTo>
                    <a:pt x="1554" y="1"/>
                  </a:lnTo>
                  <a:close/>
                </a:path>
              </a:pathLst>
            </a:custGeom>
            <a:solidFill>
              <a:srgbClr val="F586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9"/>
            <p:cNvSpPr/>
            <p:nvPr/>
          </p:nvSpPr>
          <p:spPr>
            <a:xfrm>
              <a:off x="716100" y="2459675"/>
              <a:ext cx="82775" cy="119700"/>
            </a:xfrm>
            <a:custGeom>
              <a:rect b="b" l="l" r="r" t="t"/>
              <a:pathLst>
                <a:path extrusionOk="0" h="4788" w="3311">
                  <a:moveTo>
                    <a:pt x="1554" y="1"/>
                  </a:moveTo>
                  <a:lnTo>
                    <a:pt x="1375" y="306"/>
                  </a:lnTo>
                  <a:lnTo>
                    <a:pt x="1299" y="586"/>
                  </a:lnTo>
                  <a:lnTo>
                    <a:pt x="26" y="4252"/>
                  </a:lnTo>
                  <a:lnTo>
                    <a:pt x="1" y="4303"/>
                  </a:lnTo>
                  <a:lnTo>
                    <a:pt x="1" y="4354"/>
                  </a:lnTo>
                  <a:lnTo>
                    <a:pt x="408" y="4558"/>
                  </a:lnTo>
                  <a:lnTo>
                    <a:pt x="1223" y="4787"/>
                  </a:lnTo>
                  <a:lnTo>
                    <a:pt x="2063" y="4787"/>
                  </a:lnTo>
                  <a:lnTo>
                    <a:pt x="2903" y="4558"/>
                  </a:lnTo>
                  <a:lnTo>
                    <a:pt x="3310" y="4354"/>
                  </a:lnTo>
                  <a:lnTo>
                    <a:pt x="3310" y="4303"/>
                  </a:lnTo>
                  <a:lnTo>
                    <a:pt x="3285" y="4252"/>
                  </a:lnTo>
                  <a:lnTo>
                    <a:pt x="2012" y="586"/>
                  </a:lnTo>
                  <a:lnTo>
                    <a:pt x="1935" y="306"/>
                  </a:lnTo>
                  <a:lnTo>
                    <a:pt x="1757" y="1"/>
                  </a:lnTo>
                  <a:close/>
                </a:path>
              </a:pathLst>
            </a:custGeom>
            <a:solidFill>
              <a:srgbClr val="FDE3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9"/>
            <p:cNvSpPr/>
            <p:nvPr/>
          </p:nvSpPr>
          <p:spPr>
            <a:xfrm>
              <a:off x="716100" y="2568525"/>
              <a:ext cx="82775" cy="38200"/>
            </a:xfrm>
            <a:custGeom>
              <a:rect b="b" l="l" r="r" t="t"/>
              <a:pathLst>
                <a:path extrusionOk="0" h="1528" w="3311">
                  <a:moveTo>
                    <a:pt x="1" y="0"/>
                  </a:moveTo>
                  <a:lnTo>
                    <a:pt x="1" y="306"/>
                  </a:lnTo>
                  <a:lnTo>
                    <a:pt x="281" y="840"/>
                  </a:lnTo>
                  <a:lnTo>
                    <a:pt x="764" y="1273"/>
                  </a:lnTo>
                  <a:lnTo>
                    <a:pt x="1299" y="1502"/>
                  </a:lnTo>
                  <a:lnTo>
                    <a:pt x="1528" y="1528"/>
                  </a:lnTo>
                  <a:lnTo>
                    <a:pt x="1783" y="1528"/>
                  </a:lnTo>
                  <a:lnTo>
                    <a:pt x="2012" y="1502"/>
                  </a:lnTo>
                  <a:lnTo>
                    <a:pt x="2546" y="1273"/>
                  </a:lnTo>
                  <a:lnTo>
                    <a:pt x="3030" y="840"/>
                  </a:lnTo>
                  <a:lnTo>
                    <a:pt x="3310" y="306"/>
                  </a:lnTo>
                  <a:lnTo>
                    <a:pt x="3310" y="0"/>
                  </a:lnTo>
                  <a:lnTo>
                    <a:pt x="2903" y="204"/>
                  </a:lnTo>
                  <a:lnTo>
                    <a:pt x="2063" y="433"/>
                  </a:lnTo>
                  <a:lnTo>
                    <a:pt x="1223" y="433"/>
                  </a:lnTo>
                  <a:lnTo>
                    <a:pt x="408" y="204"/>
                  </a:lnTo>
                  <a:lnTo>
                    <a:pt x="1" y="0"/>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9"/>
            <p:cNvSpPr/>
            <p:nvPr/>
          </p:nvSpPr>
          <p:spPr>
            <a:xfrm>
              <a:off x="552525" y="2434225"/>
              <a:ext cx="26750" cy="26750"/>
            </a:xfrm>
            <a:custGeom>
              <a:rect b="b" l="l" r="r" t="t"/>
              <a:pathLst>
                <a:path extrusionOk="0" h="1070" w="1070">
                  <a:moveTo>
                    <a:pt x="535" y="0"/>
                  </a:moveTo>
                  <a:lnTo>
                    <a:pt x="306" y="26"/>
                  </a:lnTo>
                  <a:lnTo>
                    <a:pt x="26" y="306"/>
                  </a:lnTo>
                  <a:lnTo>
                    <a:pt x="1" y="535"/>
                  </a:lnTo>
                  <a:lnTo>
                    <a:pt x="26" y="739"/>
                  </a:lnTo>
                  <a:lnTo>
                    <a:pt x="306" y="1019"/>
                  </a:lnTo>
                  <a:lnTo>
                    <a:pt x="535" y="1070"/>
                  </a:lnTo>
                  <a:lnTo>
                    <a:pt x="739" y="1019"/>
                  </a:lnTo>
                  <a:lnTo>
                    <a:pt x="1019" y="739"/>
                  </a:lnTo>
                  <a:lnTo>
                    <a:pt x="1070" y="535"/>
                  </a:lnTo>
                  <a:lnTo>
                    <a:pt x="1019" y="306"/>
                  </a:lnTo>
                  <a:lnTo>
                    <a:pt x="739"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9"/>
            <p:cNvSpPr/>
            <p:nvPr/>
          </p:nvSpPr>
          <p:spPr>
            <a:xfrm>
              <a:off x="913400" y="2434225"/>
              <a:ext cx="26125" cy="26750"/>
            </a:xfrm>
            <a:custGeom>
              <a:rect b="b" l="l" r="r" t="t"/>
              <a:pathLst>
                <a:path extrusionOk="0" h="1070" w="1045">
                  <a:moveTo>
                    <a:pt x="510" y="0"/>
                  </a:moveTo>
                  <a:lnTo>
                    <a:pt x="306" y="26"/>
                  </a:lnTo>
                  <a:lnTo>
                    <a:pt x="26" y="306"/>
                  </a:lnTo>
                  <a:lnTo>
                    <a:pt x="1" y="535"/>
                  </a:lnTo>
                  <a:lnTo>
                    <a:pt x="26" y="739"/>
                  </a:lnTo>
                  <a:lnTo>
                    <a:pt x="306" y="1019"/>
                  </a:lnTo>
                  <a:lnTo>
                    <a:pt x="510" y="1070"/>
                  </a:lnTo>
                  <a:lnTo>
                    <a:pt x="739" y="1019"/>
                  </a:lnTo>
                  <a:lnTo>
                    <a:pt x="1019" y="739"/>
                  </a:lnTo>
                  <a:lnTo>
                    <a:pt x="1045" y="535"/>
                  </a:lnTo>
                  <a:lnTo>
                    <a:pt x="1019" y="306"/>
                  </a:lnTo>
                  <a:lnTo>
                    <a:pt x="739" y="26"/>
                  </a:lnTo>
                  <a:lnTo>
                    <a:pt x="51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9"/>
            <p:cNvSpPr/>
            <p:nvPr/>
          </p:nvSpPr>
          <p:spPr>
            <a:xfrm>
              <a:off x="506075" y="2522700"/>
              <a:ext cx="145775" cy="68750"/>
            </a:xfrm>
            <a:custGeom>
              <a:rect b="b" l="l" r="r" t="t"/>
              <a:pathLst>
                <a:path extrusionOk="0" h="2750" w="5831">
                  <a:moveTo>
                    <a:pt x="1375" y="0"/>
                  </a:moveTo>
                  <a:lnTo>
                    <a:pt x="1095" y="26"/>
                  </a:lnTo>
                  <a:lnTo>
                    <a:pt x="586" y="229"/>
                  </a:lnTo>
                  <a:lnTo>
                    <a:pt x="229" y="586"/>
                  </a:lnTo>
                  <a:lnTo>
                    <a:pt x="26" y="1095"/>
                  </a:lnTo>
                  <a:lnTo>
                    <a:pt x="0" y="1375"/>
                  </a:lnTo>
                  <a:lnTo>
                    <a:pt x="26" y="1655"/>
                  </a:lnTo>
                  <a:lnTo>
                    <a:pt x="229" y="2139"/>
                  </a:lnTo>
                  <a:lnTo>
                    <a:pt x="586" y="2521"/>
                  </a:lnTo>
                  <a:lnTo>
                    <a:pt x="1095" y="2724"/>
                  </a:lnTo>
                  <a:lnTo>
                    <a:pt x="1375" y="2750"/>
                  </a:lnTo>
                  <a:lnTo>
                    <a:pt x="4455" y="2750"/>
                  </a:lnTo>
                  <a:lnTo>
                    <a:pt x="4736" y="2724"/>
                  </a:lnTo>
                  <a:lnTo>
                    <a:pt x="5245" y="2521"/>
                  </a:lnTo>
                  <a:lnTo>
                    <a:pt x="5601" y="2139"/>
                  </a:lnTo>
                  <a:lnTo>
                    <a:pt x="5805" y="1655"/>
                  </a:lnTo>
                  <a:lnTo>
                    <a:pt x="5830" y="1375"/>
                  </a:lnTo>
                  <a:lnTo>
                    <a:pt x="5805" y="1095"/>
                  </a:lnTo>
                  <a:lnTo>
                    <a:pt x="5601" y="586"/>
                  </a:lnTo>
                  <a:lnTo>
                    <a:pt x="5245" y="229"/>
                  </a:lnTo>
                  <a:lnTo>
                    <a:pt x="4736" y="26"/>
                  </a:lnTo>
                  <a:lnTo>
                    <a:pt x="4455" y="0"/>
                  </a:lnTo>
                  <a:close/>
                </a:path>
              </a:pathLst>
            </a:custGeom>
            <a:solidFill>
              <a:srgbClr val="F59A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9"/>
            <p:cNvSpPr/>
            <p:nvPr/>
          </p:nvSpPr>
          <p:spPr>
            <a:xfrm>
              <a:off x="866950" y="2522700"/>
              <a:ext cx="145775" cy="68750"/>
            </a:xfrm>
            <a:custGeom>
              <a:rect b="b" l="l" r="r" t="t"/>
              <a:pathLst>
                <a:path extrusionOk="0" h="2750" w="5831">
                  <a:moveTo>
                    <a:pt x="1375" y="0"/>
                  </a:moveTo>
                  <a:lnTo>
                    <a:pt x="1095" y="26"/>
                  </a:lnTo>
                  <a:lnTo>
                    <a:pt x="586" y="229"/>
                  </a:lnTo>
                  <a:lnTo>
                    <a:pt x="229" y="586"/>
                  </a:lnTo>
                  <a:lnTo>
                    <a:pt x="0" y="1095"/>
                  </a:lnTo>
                  <a:lnTo>
                    <a:pt x="0" y="1375"/>
                  </a:lnTo>
                  <a:lnTo>
                    <a:pt x="0" y="1655"/>
                  </a:lnTo>
                  <a:lnTo>
                    <a:pt x="229" y="2139"/>
                  </a:lnTo>
                  <a:lnTo>
                    <a:pt x="586" y="2521"/>
                  </a:lnTo>
                  <a:lnTo>
                    <a:pt x="1095" y="2724"/>
                  </a:lnTo>
                  <a:lnTo>
                    <a:pt x="1375" y="2750"/>
                  </a:lnTo>
                  <a:lnTo>
                    <a:pt x="4456" y="2750"/>
                  </a:lnTo>
                  <a:lnTo>
                    <a:pt x="4736" y="2724"/>
                  </a:lnTo>
                  <a:lnTo>
                    <a:pt x="5219" y="2521"/>
                  </a:lnTo>
                  <a:lnTo>
                    <a:pt x="5601" y="2139"/>
                  </a:lnTo>
                  <a:lnTo>
                    <a:pt x="5805" y="1655"/>
                  </a:lnTo>
                  <a:lnTo>
                    <a:pt x="5830" y="1375"/>
                  </a:lnTo>
                  <a:lnTo>
                    <a:pt x="5805" y="1095"/>
                  </a:lnTo>
                  <a:lnTo>
                    <a:pt x="5601" y="586"/>
                  </a:lnTo>
                  <a:lnTo>
                    <a:pt x="5219" y="229"/>
                  </a:lnTo>
                  <a:lnTo>
                    <a:pt x="4736" y="26"/>
                  </a:lnTo>
                  <a:lnTo>
                    <a:pt x="4456" y="0"/>
                  </a:lnTo>
                  <a:close/>
                </a:path>
              </a:pathLst>
            </a:custGeom>
            <a:solidFill>
              <a:srgbClr val="F59A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9"/>
            <p:cNvSpPr/>
            <p:nvPr/>
          </p:nvSpPr>
          <p:spPr>
            <a:xfrm>
              <a:off x="523900" y="2341925"/>
              <a:ext cx="110125" cy="22300"/>
            </a:xfrm>
            <a:custGeom>
              <a:rect b="b" l="l" r="r" t="t"/>
              <a:pathLst>
                <a:path extrusionOk="0" fill="none" h="892" w="4405">
                  <a:moveTo>
                    <a:pt x="4404" y="892"/>
                  </a:moveTo>
                  <a:lnTo>
                    <a:pt x="4175" y="663"/>
                  </a:lnTo>
                  <a:lnTo>
                    <a:pt x="3666" y="332"/>
                  </a:lnTo>
                  <a:lnTo>
                    <a:pt x="2800" y="1"/>
                  </a:lnTo>
                  <a:lnTo>
                    <a:pt x="1604" y="1"/>
                  </a:lnTo>
                  <a:lnTo>
                    <a:pt x="738" y="332"/>
                  </a:lnTo>
                  <a:lnTo>
                    <a:pt x="229" y="663"/>
                  </a:lnTo>
                  <a:lnTo>
                    <a:pt x="0" y="892"/>
                  </a:lnTo>
                </a:path>
              </a:pathLst>
            </a:custGeom>
            <a:noFill/>
            <a:ln cap="rnd" cmpd="sng" w="21000">
              <a:solidFill>
                <a:srgbClr val="95653C"/>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9"/>
            <p:cNvSpPr/>
            <p:nvPr/>
          </p:nvSpPr>
          <p:spPr>
            <a:xfrm>
              <a:off x="884775" y="2341925"/>
              <a:ext cx="110125" cy="22300"/>
            </a:xfrm>
            <a:custGeom>
              <a:rect b="b" l="l" r="r" t="t"/>
              <a:pathLst>
                <a:path extrusionOk="0" fill="none" h="892" w="4405">
                  <a:moveTo>
                    <a:pt x="4405" y="892"/>
                  </a:moveTo>
                  <a:lnTo>
                    <a:pt x="4175" y="663"/>
                  </a:lnTo>
                  <a:lnTo>
                    <a:pt x="3641" y="332"/>
                  </a:lnTo>
                  <a:lnTo>
                    <a:pt x="2801" y="1"/>
                  </a:lnTo>
                  <a:lnTo>
                    <a:pt x="1604" y="1"/>
                  </a:lnTo>
                  <a:lnTo>
                    <a:pt x="738" y="332"/>
                  </a:lnTo>
                  <a:lnTo>
                    <a:pt x="229" y="663"/>
                  </a:lnTo>
                  <a:lnTo>
                    <a:pt x="0" y="892"/>
                  </a:lnTo>
                </a:path>
              </a:pathLst>
            </a:custGeom>
            <a:noFill/>
            <a:ln cap="rnd" cmpd="sng" w="21000">
              <a:solidFill>
                <a:srgbClr val="95653C"/>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9"/>
            <p:cNvSpPr/>
            <p:nvPr/>
          </p:nvSpPr>
          <p:spPr>
            <a:xfrm>
              <a:off x="697650" y="2646800"/>
              <a:ext cx="123500" cy="36300"/>
            </a:xfrm>
            <a:custGeom>
              <a:rect b="b" l="l" r="r" t="t"/>
              <a:pathLst>
                <a:path extrusionOk="0" fill="none" h="1452" w="4940">
                  <a:moveTo>
                    <a:pt x="0" y="1"/>
                  </a:moveTo>
                  <a:lnTo>
                    <a:pt x="128" y="306"/>
                  </a:lnTo>
                  <a:lnTo>
                    <a:pt x="611" y="841"/>
                  </a:lnTo>
                  <a:lnTo>
                    <a:pt x="1248" y="1223"/>
                  </a:lnTo>
                  <a:lnTo>
                    <a:pt x="2037" y="1426"/>
                  </a:lnTo>
                  <a:lnTo>
                    <a:pt x="2470" y="1452"/>
                  </a:lnTo>
                  <a:lnTo>
                    <a:pt x="2903" y="1426"/>
                  </a:lnTo>
                  <a:lnTo>
                    <a:pt x="3666" y="1223"/>
                  </a:lnTo>
                  <a:lnTo>
                    <a:pt x="4303" y="841"/>
                  </a:lnTo>
                  <a:lnTo>
                    <a:pt x="4787" y="332"/>
                  </a:lnTo>
                  <a:lnTo>
                    <a:pt x="4939" y="26"/>
                  </a:lnTo>
                </a:path>
              </a:pathLst>
            </a:custGeom>
            <a:noFill/>
            <a:ln cap="rnd" cmpd="sng" w="21000">
              <a:solidFill>
                <a:srgbClr val="D56453"/>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9"/>
            <p:cNvSpPr/>
            <p:nvPr/>
          </p:nvSpPr>
          <p:spPr>
            <a:xfrm>
              <a:off x="364125" y="1879850"/>
              <a:ext cx="791175" cy="525750"/>
            </a:xfrm>
            <a:custGeom>
              <a:rect b="b" l="l" r="r" t="t"/>
              <a:pathLst>
                <a:path extrusionOk="0" h="21030" w="31647">
                  <a:moveTo>
                    <a:pt x="14996" y="1"/>
                  </a:moveTo>
                  <a:lnTo>
                    <a:pt x="13418" y="154"/>
                  </a:lnTo>
                  <a:lnTo>
                    <a:pt x="11865" y="485"/>
                  </a:lnTo>
                  <a:lnTo>
                    <a:pt x="10388" y="943"/>
                  </a:lnTo>
                  <a:lnTo>
                    <a:pt x="8962" y="1554"/>
                  </a:lnTo>
                  <a:lnTo>
                    <a:pt x="7613" y="2267"/>
                  </a:lnTo>
                  <a:lnTo>
                    <a:pt x="6340" y="3132"/>
                  </a:lnTo>
                  <a:lnTo>
                    <a:pt x="5169" y="4100"/>
                  </a:lnTo>
                  <a:lnTo>
                    <a:pt x="4100" y="5169"/>
                  </a:lnTo>
                  <a:lnTo>
                    <a:pt x="3132" y="6340"/>
                  </a:lnTo>
                  <a:lnTo>
                    <a:pt x="2292" y="7613"/>
                  </a:lnTo>
                  <a:lnTo>
                    <a:pt x="1554" y="8962"/>
                  </a:lnTo>
                  <a:lnTo>
                    <a:pt x="943" y="10388"/>
                  </a:lnTo>
                  <a:lnTo>
                    <a:pt x="485" y="11865"/>
                  </a:lnTo>
                  <a:lnTo>
                    <a:pt x="154" y="13418"/>
                  </a:lnTo>
                  <a:lnTo>
                    <a:pt x="1" y="14996"/>
                  </a:lnTo>
                  <a:lnTo>
                    <a:pt x="1" y="15811"/>
                  </a:lnTo>
                  <a:lnTo>
                    <a:pt x="1" y="21030"/>
                  </a:lnTo>
                  <a:lnTo>
                    <a:pt x="1325" y="20622"/>
                  </a:lnTo>
                  <a:lnTo>
                    <a:pt x="3336" y="19630"/>
                  </a:lnTo>
                  <a:lnTo>
                    <a:pt x="4736" y="18484"/>
                  </a:lnTo>
                  <a:lnTo>
                    <a:pt x="5729" y="17262"/>
                  </a:lnTo>
                  <a:lnTo>
                    <a:pt x="6798" y="15327"/>
                  </a:lnTo>
                  <a:lnTo>
                    <a:pt x="7995" y="13418"/>
                  </a:lnTo>
                  <a:lnTo>
                    <a:pt x="9166" y="12221"/>
                  </a:lnTo>
                  <a:lnTo>
                    <a:pt x="9955" y="11661"/>
                  </a:lnTo>
                  <a:lnTo>
                    <a:pt x="9981" y="11814"/>
                  </a:lnTo>
                  <a:lnTo>
                    <a:pt x="10388" y="13061"/>
                  </a:lnTo>
                  <a:lnTo>
                    <a:pt x="11126" y="14436"/>
                  </a:lnTo>
                  <a:lnTo>
                    <a:pt x="11865" y="15378"/>
                  </a:lnTo>
                  <a:lnTo>
                    <a:pt x="12858" y="16269"/>
                  </a:lnTo>
                  <a:lnTo>
                    <a:pt x="14105" y="17007"/>
                  </a:lnTo>
                  <a:lnTo>
                    <a:pt x="14843" y="17287"/>
                  </a:lnTo>
                  <a:lnTo>
                    <a:pt x="15633" y="17542"/>
                  </a:lnTo>
                  <a:lnTo>
                    <a:pt x="16982" y="17746"/>
                  </a:lnTo>
                  <a:lnTo>
                    <a:pt x="18153" y="17669"/>
                  </a:lnTo>
                  <a:lnTo>
                    <a:pt x="19146" y="17466"/>
                  </a:lnTo>
                  <a:lnTo>
                    <a:pt x="20470" y="17033"/>
                  </a:lnTo>
                  <a:lnTo>
                    <a:pt x="21717" y="16753"/>
                  </a:lnTo>
                  <a:lnTo>
                    <a:pt x="22557" y="16804"/>
                  </a:lnTo>
                  <a:lnTo>
                    <a:pt x="23041" y="16956"/>
                  </a:lnTo>
                  <a:lnTo>
                    <a:pt x="23754" y="17236"/>
                  </a:lnTo>
                  <a:lnTo>
                    <a:pt x="24823" y="17822"/>
                  </a:lnTo>
                  <a:lnTo>
                    <a:pt x="25892" y="18688"/>
                  </a:lnTo>
                  <a:lnTo>
                    <a:pt x="26809" y="19477"/>
                  </a:lnTo>
                  <a:lnTo>
                    <a:pt x="27624" y="19935"/>
                  </a:lnTo>
                  <a:lnTo>
                    <a:pt x="28795" y="20317"/>
                  </a:lnTo>
                  <a:lnTo>
                    <a:pt x="30501" y="20572"/>
                  </a:lnTo>
                  <a:lnTo>
                    <a:pt x="31646" y="20648"/>
                  </a:lnTo>
                  <a:lnTo>
                    <a:pt x="31646" y="15811"/>
                  </a:lnTo>
                  <a:lnTo>
                    <a:pt x="31646" y="14996"/>
                  </a:lnTo>
                  <a:lnTo>
                    <a:pt x="31468" y="13418"/>
                  </a:lnTo>
                  <a:lnTo>
                    <a:pt x="31162" y="11865"/>
                  </a:lnTo>
                  <a:lnTo>
                    <a:pt x="30704" y="10388"/>
                  </a:lnTo>
                  <a:lnTo>
                    <a:pt x="30093" y="8962"/>
                  </a:lnTo>
                  <a:lnTo>
                    <a:pt x="29355" y="7613"/>
                  </a:lnTo>
                  <a:lnTo>
                    <a:pt x="28515" y="6340"/>
                  </a:lnTo>
                  <a:lnTo>
                    <a:pt x="27547" y="5169"/>
                  </a:lnTo>
                  <a:lnTo>
                    <a:pt x="26453" y="4100"/>
                  </a:lnTo>
                  <a:lnTo>
                    <a:pt x="25281" y="3132"/>
                  </a:lnTo>
                  <a:lnTo>
                    <a:pt x="24034" y="2267"/>
                  </a:lnTo>
                  <a:lnTo>
                    <a:pt x="22685" y="1554"/>
                  </a:lnTo>
                  <a:lnTo>
                    <a:pt x="21259" y="943"/>
                  </a:lnTo>
                  <a:lnTo>
                    <a:pt x="19782" y="485"/>
                  </a:lnTo>
                  <a:lnTo>
                    <a:pt x="18229" y="154"/>
                  </a:lnTo>
                  <a:lnTo>
                    <a:pt x="16625" y="1"/>
                  </a:lnTo>
                  <a:close/>
                </a:path>
              </a:pathLst>
            </a:custGeom>
            <a:solidFill>
              <a:srgbClr val="9E79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9"/>
            <p:cNvSpPr/>
            <p:nvPr/>
          </p:nvSpPr>
          <p:spPr>
            <a:xfrm>
              <a:off x="1280650" y="2455225"/>
              <a:ext cx="357075" cy="586225"/>
            </a:xfrm>
            <a:custGeom>
              <a:rect b="b" l="l" r="r" t="t"/>
              <a:pathLst>
                <a:path extrusionOk="0" h="23449" w="14283">
                  <a:moveTo>
                    <a:pt x="9217" y="1"/>
                  </a:moveTo>
                  <a:lnTo>
                    <a:pt x="8784" y="102"/>
                  </a:lnTo>
                  <a:lnTo>
                    <a:pt x="8427" y="357"/>
                  </a:lnTo>
                  <a:lnTo>
                    <a:pt x="8173" y="764"/>
                  </a:lnTo>
                  <a:lnTo>
                    <a:pt x="8096" y="993"/>
                  </a:lnTo>
                  <a:lnTo>
                    <a:pt x="6365" y="8529"/>
                  </a:lnTo>
                  <a:lnTo>
                    <a:pt x="6060" y="8453"/>
                  </a:lnTo>
                  <a:lnTo>
                    <a:pt x="7587" y="1757"/>
                  </a:lnTo>
                  <a:lnTo>
                    <a:pt x="7638" y="1503"/>
                  </a:lnTo>
                  <a:lnTo>
                    <a:pt x="7587" y="1044"/>
                  </a:lnTo>
                  <a:lnTo>
                    <a:pt x="7384" y="637"/>
                  </a:lnTo>
                  <a:lnTo>
                    <a:pt x="7027" y="357"/>
                  </a:lnTo>
                  <a:lnTo>
                    <a:pt x="6824" y="306"/>
                  </a:lnTo>
                  <a:lnTo>
                    <a:pt x="6620" y="255"/>
                  </a:lnTo>
                  <a:lnTo>
                    <a:pt x="6187" y="357"/>
                  </a:lnTo>
                  <a:lnTo>
                    <a:pt x="5831" y="637"/>
                  </a:lnTo>
                  <a:lnTo>
                    <a:pt x="5576" y="1019"/>
                  </a:lnTo>
                  <a:lnTo>
                    <a:pt x="5500" y="1273"/>
                  </a:lnTo>
                  <a:lnTo>
                    <a:pt x="3387" y="10439"/>
                  </a:lnTo>
                  <a:lnTo>
                    <a:pt x="3157" y="9548"/>
                  </a:lnTo>
                  <a:lnTo>
                    <a:pt x="2648" y="8173"/>
                  </a:lnTo>
                  <a:lnTo>
                    <a:pt x="2139" y="7231"/>
                  </a:lnTo>
                  <a:lnTo>
                    <a:pt x="1630" y="6594"/>
                  </a:lnTo>
                  <a:lnTo>
                    <a:pt x="968" y="6111"/>
                  </a:lnTo>
                  <a:lnTo>
                    <a:pt x="408" y="6034"/>
                  </a:lnTo>
                  <a:lnTo>
                    <a:pt x="332" y="6060"/>
                  </a:lnTo>
                  <a:lnTo>
                    <a:pt x="179" y="6136"/>
                  </a:lnTo>
                  <a:lnTo>
                    <a:pt x="1" y="6442"/>
                  </a:lnTo>
                  <a:lnTo>
                    <a:pt x="1" y="6951"/>
                  </a:lnTo>
                  <a:lnTo>
                    <a:pt x="51" y="7078"/>
                  </a:lnTo>
                  <a:lnTo>
                    <a:pt x="561" y="10006"/>
                  </a:lnTo>
                  <a:lnTo>
                    <a:pt x="1172" y="13494"/>
                  </a:lnTo>
                  <a:lnTo>
                    <a:pt x="1223" y="13901"/>
                  </a:lnTo>
                  <a:lnTo>
                    <a:pt x="1426" y="14563"/>
                  </a:lnTo>
                  <a:lnTo>
                    <a:pt x="1910" y="15327"/>
                  </a:lnTo>
                  <a:lnTo>
                    <a:pt x="2954" y="16116"/>
                  </a:lnTo>
                  <a:lnTo>
                    <a:pt x="3183" y="16192"/>
                  </a:lnTo>
                  <a:lnTo>
                    <a:pt x="1859" y="21844"/>
                  </a:lnTo>
                  <a:lnTo>
                    <a:pt x="8809" y="23448"/>
                  </a:lnTo>
                  <a:lnTo>
                    <a:pt x="10159" y="17694"/>
                  </a:lnTo>
                  <a:lnTo>
                    <a:pt x="10286" y="17694"/>
                  </a:lnTo>
                  <a:lnTo>
                    <a:pt x="10719" y="17618"/>
                  </a:lnTo>
                  <a:lnTo>
                    <a:pt x="11228" y="17338"/>
                  </a:lnTo>
                  <a:lnTo>
                    <a:pt x="11635" y="16803"/>
                  </a:lnTo>
                  <a:lnTo>
                    <a:pt x="11763" y="16396"/>
                  </a:lnTo>
                  <a:lnTo>
                    <a:pt x="12094" y="14970"/>
                  </a:lnTo>
                  <a:lnTo>
                    <a:pt x="12832" y="11737"/>
                  </a:lnTo>
                  <a:lnTo>
                    <a:pt x="13086" y="10617"/>
                  </a:lnTo>
                  <a:lnTo>
                    <a:pt x="13214" y="10108"/>
                  </a:lnTo>
                  <a:lnTo>
                    <a:pt x="14232" y="5652"/>
                  </a:lnTo>
                  <a:lnTo>
                    <a:pt x="14283" y="5423"/>
                  </a:lnTo>
                  <a:lnTo>
                    <a:pt x="14232" y="4965"/>
                  </a:lnTo>
                  <a:lnTo>
                    <a:pt x="14028" y="4609"/>
                  </a:lnTo>
                  <a:lnTo>
                    <a:pt x="13723" y="4354"/>
                  </a:lnTo>
                  <a:lnTo>
                    <a:pt x="13519" y="4303"/>
                  </a:lnTo>
                  <a:lnTo>
                    <a:pt x="13341" y="4252"/>
                  </a:lnTo>
                  <a:lnTo>
                    <a:pt x="12934" y="4354"/>
                  </a:lnTo>
                  <a:lnTo>
                    <a:pt x="12603" y="4609"/>
                  </a:lnTo>
                  <a:lnTo>
                    <a:pt x="12374" y="4965"/>
                  </a:lnTo>
                  <a:lnTo>
                    <a:pt x="12297" y="5194"/>
                  </a:lnTo>
                  <a:lnTo>
                    <a:pt x="11253" y="9675"/>
                  </a:lnTo>
                  <a:lnTo>
                    <a:pt x="10872" y="9573"/>
                  </a:lnTo>
                  <a:lnTo>
                    <a:pt x="12323" y="3285"/>
                  </a:lnTo>
                  <a:lnTo>
                    <a:pt x="12374" y="3030"/>
                  </a:lnTo>
                  <a:lnTo>
                    <a:pt x="12323" y="2572"/>
                  </a:lnTo>
                  <a:lnTo>
                    <a:pt x="12094" y="2165"/>
                  </a:lnTo>
                  <a:lnTo>
                    <a:pt x="11763" y="1884"/>
                  </a:lnTo>
                  <a:lnTo>
                    <a:pt x="11559" y="1834"/>
                  </a:lnTo>
                  <a:lnTo>
                    <a:pt x="11330" y="1783"/>
                  </a:lnTo>
                  <a:lnTo>
                    <a:pt x="10922" y="1884"/>
                  </a:lnTo>
                  <a:lnTo>
                    <a:pt x="10566" y="2165"/>
                  </a:lnTo>
                  <a:lnTo>
                    <a:pt x="10286" y="2546"/>
                  </a:lnTo>
                  <a:lnTo>
                    <a:pt x="10235" y="2801"/>
                  </a:lnTo>
                  <a:lnTo>
                    <a:pt x="8784" y="9089"/>
                  </a:lnTo>
                  <a:lnTo>
                    <a:pt x="8478" y="9013"/>
                  </a:lnTo>
                  <a:lnTo>
                    <a:pt x="10210" y="1503"/>
                  </a:lnTo>
                  <a:lnTo>
                    <a:pt x="10235" y="1248"/>
                  </a:lnTo>
                  <a:lnTo>
                    <a:pt x="10184" y="764"/>
                  </a:lnTo>
                  <a:lnTo>
                    <a:pt x="9980" y="357"/>
                  </a:lnTo>
                  <a:lnTo>
                    <a:pt x="9649" y="102"/>
                  </a:lnTo>
                  <a:lnTo>
                    <a:pt x="9420" y="26"/>
                  </a:lnTo>
                  <a:lnTo>
                    <a:pt x="9217" y="1"/>
                  </a:lnTo>
                  <a:close/>
                </a:path>
              </a:pathLst>
            </a:custGeom>
            <a:solidFill>
              <a:srgbClr val="F0C1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9"/>
            <p:cNvSpPr/>
            <p:nvPr/>
          </p:nvSpPr>
          <p:spPr>
            <a:xfrm>
              <a:off x="1365300" y="2714900"/>
              <a:ext cx="25" cy="675"/>
            </a:xfrm>
            <a:custGeom>
              <a:rect b="b" l="l" r="r" t="t"/>
              <a:pathLst>
                <a:path extrusionOk="0" h="27" w="1">
                  <a:moveTo>
                    <a:pt x="1" y="1"/>
                  </a:moveTo>
                  <a:lnTo>
                    <a:pt x="1" y="1"/>
                  </a:lnTo>
                  <a:lnTo>
                    <a:pt x="1" y="26"/>
                  </a:lnTo>
                  <a:lnTo>
                    <a:pt x="1" y="1"/>
                  </a:lnTo>
                  <a:lnTo>
                    <a:pt x="1"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9"/>
            <p:cNvSpPr/>
            <p:nvPr/>
          </p:nvSpPr>
          <p:spPr>
            <a:xfrm>
              <a:off x="1398400" y="2659525"/>
              <a:ext cx="190975" cy="55400"/>
            </a:xfrm>
            <a:custGeom>
              <a:rect b="b" l="l" r="r" t="t"/>
              <a:pathLst>
                <a:path extrusionOk="0" h="2216" w="7639">
                  <a:moveTo>
                    <a:pt x="102" y="1"/>
                  </a:moveTo>
                  <a:lnTo>
                    <a:pt x="0" y="485"/>
                  </a:lnTo>
                  <a:lnTo>
                    <a:pt x="7536" y="2216"/>
                  </a:lnTo>
                  <a:lnTo>
                    <a:pt x="7638" y="1732"/>
                  </a:lnTo>
                  <a:lnTo>
                    <a:pt x="6569" y="1503"/>
                  </a:lnTo>
                  <a:lnTo>
                    <a:pt x="6543" y="1503"/>
                  </a:lnTo>
                  <a:lnTo>
                    <a:pt x="6162" y="1401"/>
                  </a:lnTo>
                  <a:lnTo>
                    <a:pt x="4074" y="917"/>
                  </a:lnTo>
                  <a:lnTo>
                    <a:pt x="3768" y="841"/>
                  </a:lnTo>
                  <a:lnTo>
                    <a:pt x="1655" y="357"/>
                  </a:lnTo>
                  <a:lnTo>
                    <a:pt x="1350" y="281"/>
                  </a:lnTo>
                  <a:lnTo>
                    <a:pt x="102" y="1"/>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9"/>
            <p:cNvSpPr/>
            <p:nvPr/>
          </p:nvSpPr>
          <p:spPr>
            <a:xfrm>
              <a:off x="1365300" y="2708550"/>
              <a:ext cx="105675" cy="159775"/>
            </a:xfrm>
            <a:custGeom>
              <a:rect b="b" l="l" r="r" t="t"/>
              <a:pathLst>
                <a:path extrusionOk="0" h="6391" w="4227">
                  <a:moveTo>
                    <a:pt x="77" y="0"/>
                  </a:moveTo>
                  <a:lnTo>
                    <a:pt x="52" y="51"/>
                  </a:lnTo>
                  <a:lnTo>
                    <a:pt x="1" y="280"/>
                  </a:lnTo>
                  <a:lnTo>
                    <a:pt x="230" y="306"/>
                  </a:lnTo>
                  <a:lnTo>
                    <a:pt x="1121" y="637"/>
                  </a:lnTo>
                  <a:lnTo>
                    <a:pt x="1859" y="1044"/>
                  </a:lnTo>
                  <a:lnTo>
                    <a:pt x="2597" y="1680"/>
                  </a:lnTo>
                  <a:lnTo>
                    <a:pt x="3259" y="2571"/>
                  </a:lnTo>
                  <a:lnTo>
                    <a:pt x="3718" y="3794"/>
                  </a:lnTo>
                  <a:lnTo>
                    <a:pt x="3896" y="5372"/>
                  </a:lnTo>
                  <a:lnTo>
                    <a:pt x="3819" y="6314"/>
                  </a:lnTo>
                  <a:lnTo>
                    <a:pt x="4099" y="6390"/>
                  </a:lnTo>
                  <a:lnTo>
                    <a:pt x="4150" y="6212"/>
                  </a:lnTo>
                  <a:lnTo>
                    <a:pt x="4227" y="5117"/>
                  </a:lnTo>
                  <a:lnTo>
                    <a:pt x="4176" y="4124"/>
                  </a:lnTo>
                  <a:lnTo>
                    <a:pt x="3896" y="3030"/>
                  </a:lnTo>
                  <a:lnTo>
                    <a:pt x="3336" y="1935"/>
                  </a:lnTo>
                  <a:lnTo>
                    <a:pt x="2394" y="968"/>
                  </a:lnTo>
                  <a:lnTo>
                    <a:pt x="1375" y="407"/>
                  </a:lnTo>
                  <a:lnTo>
                    <a:pt x="535" y="102"/>
                  </a:lnTo>
                  <a:lnTo>
                    <a:pt x="77" y="0"/>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9"/>
            <p:cNvSpPr/>
            <p:nvPr/>
          </p:nvSpPr>
          <p:spPr>
            <a:xfrm>
              <a:off x="1343025" y="2888650"/>
              <a:ext cx="183975" cy="84675"/>
            </a:xfrm>
            <a:custGeom>
              <a:rect b="b" l="l" r="r" t="t"/>
              <a:pathLst>
                <a:path extrusionOk="0" h="3387" w="7359">
                  <a:moveTo>
                    <a:pt x="408" y="1"/>
                  </a:moveTo>
                  <a:lnTo>
                    <a:pt x="1" y="1783"/>
                  </a:lnTo>
                  <a:lnTo>
                    <a:pt x="6951" y="3387"/>
                  </a:lnTo>
                  <a:lnTo>
                    <a:pt x="7358" y="1605"/>
                  </a:lnTo>
                  <a:lnTo>
                    <a:pt x="408" y="1"/>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9"/>
            <p:cNvSpPr/>
            <p:nvPr/>
          </p:nvSpPr>
          <p:spPr>
            <a:xfrm>
              <a:off x="1303575" y="2910950"/>
              <a:ext cx="237425" cy="100575"/>
            </a:xfrm>
            <a:custGeom>
              <a:rect b="b" l="l" r="r" t="t"/>
              <a:pathLst>
                <a:path extrusionOk="0" h="4023" w="9497">
                  <a:moveTo>
                    <a:pt x="433" y="0"/>
                  </a:moveTo>
                  <a:lnTo>
                    <a:pt x="0" y="1909"/>
                  </a:lnTo>
                  <a:lnTo>
                    <a:pt x="9063" y="4023"/>
                  </a:lnTo>
                  <a:lnTo>
                    <a:pt x="9496" y="2088"/>
                  </a:lnTo>
                  <a:lnTo>
                    <a:pt x="433" y="0"/>
                  </a:lnTo>
                  <a:close/>
                </a:path>
              </a:pathLst>
            </a:custGeom>
            <a:solidFill>
              <a:srgbClr val="F586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9"/>
            <p:cNvSpPr/>
            <p:nvPr/>
          </p:nvSpPr>
          <p:spPr>
            <a:xfrm>
              <a:off x="1281300" y="2948500"/>
              <a:ext cx="251425" cy="105675"/>
            </a:xfrm>
            <a:custGeom>
              <a:rect b="b" l="l" r="r" t="t"/>
              <a:pathLst>
                <a:path extrusionOk="0" h="4227" w="10057">
                  <a:moveTo>
                    <a:pt x="967" y="0"/>
                  </a:moveTo>
                  <a:lnTo>
                    <a:pt x="0" y="4226"/>
                  </a:lnTo>
                  <a:lnTo>
                    <a:pt x="9547" y="4226"/>
                  </a:lnTo>
                  <a:lnTo>
                    <a:pt x="10056" y="2088"/>
                  </a:lnTo>
                  <a:lnTo>
                    <a:pt x="967" y="0"/>
                  </a:lnTo>
                  <a:close/>
                </a:path>
              </a:pathLst>
            </a:custGeom>
            <a:solidFill>
              <a:srgbClr val="F046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0"/>
          <p:cNvSpPr txBox="1"/>
          <p:nvPr>
            <p:ph type="title"/>
          </p:nvPr>
        </p:nvSpPr>
        <p:spPr>
          <a:xfrm>
            <a:off x="653625" y="333700"/>
            <a:ext cx="5969100" cy="75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Trauma-Informed Environment</a:t>
            </a:r>
            <a:endParaRPr b="0">
              <a:solidFill>
                <a:srgbClr val="F58617"/>
              </a:solidFill>
            </a:endParaRPr>
          </a:p>
        </p:txBody>
      </p:sp>
      <p:sp>
        <p:nvSpPr>
          <p:cNvPr id="195" name="Google Shape;195;p20"/>
          <p:cNvSpPr txBox="1"/>
          <p:nvPr>
            <p:ph idx="1" type="body"/>
          </p:nvPr>
        </p:nvSpPr>
        <p:spPr>
          <a:xfrm>
            <a:off x="653625" y="1841075"/>
            <a:ext cx="2897100" cy="26949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a:t>Safety </a:t>
            </a:r>
            <a:endParaRPr/>
          </a:p>
          <a:p>
            <a:pPr indent="0" lvl="0" marL="0" rtl="0" algn="l">
              <a:spcBef>
                <a:spcPts val="600"/>
              </a:spcBef>
              <a:spcAft>
                <a:spcPts val="0"/>
              </a:spcAft>
              <a:buNone/>
            </a:pPr>
            <a:r>
              <a:rPr lang="en"/>
              <a:t>Trustworthiness &amp; transparency</a:t>
            </a:r>
            <a:endParaRPr/>
          </a:p>
          <a:p>
            <a:pPr indent="0" lvl="0" marL="0" rtl="0" algn="l">
              <a:spcBef>
                <a:spcPts val="600"/>
              </a:spcBef>
              <a:spcAft>
                <a:spcPts val="0"/>
              </a:spcAft>
              <a:buNone/>
            </a:pPr>
            <a:r>
              <a:rPr lang="en"/>
              <a:t>Peer support &amp; collaboration </a:t>
            </a:r>
            <a:endParaRPr/>
          </a:p>
          <a:p>
            <a:pPr indent="0" lvl="0" marL="0" rtl="0" algn="l">
              <a:spcBef>
                <a:spcPts val="600"/>
              </a:spcBef>
              <a:spcAft>
                <a:spcPts val="0"/>
              </a:spcAft>
              <a:buNone/>
            </a:pPr>
            <a:r>
              <a:rPr lang="en"/>
              <a:t>Cultural responsiveness</a:t>
            </a:r>
            <a:endParaRPr/>
          </a:p>
          <a:p>
            <a:pPr indent="0" lvl="0" marL="0" rtl="0" algn="l">
              <a:spcBef>
                <a:spcPts val="600"/>
              </a:spcBef>
              <a:spcAft>
                <a:spcPts val="0"/>
              </a:spcAft>
              <a:buNone/>
            </a:pPr>
            <a:r>
              <a:rPr lang="en"/>
              <a:t>Empowerment &amp; choice</a:t>
            </a:r>
            <a:endParaRPr/>
          </a:p>
        </p:txBody>
      </p:sp>
      <p:sp>
        <p:nvSpPr>
          <p:cNvPr id="196" name="Google Shape;196;p20"/>
          <p:cNvSpPr txBox="1"/>
          <p:nvPr>
            <p:ph idx="2" type="body"/>
          </p:nvPr>
        </p:nvSpPr>
        <p:spPr>
          <a:xfrm>
            <a:off x="3725500" y="1840975"/>
            <a:ext cx="3930600" cy="26949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a:t>Consistent, caring adult relationships</a:t>
            </a:r>
            <a:endParaRPr/>
          </a:p>
          <a:p>
            <a:pPr indent="0" lvl="0" marL="0" rtl="0" algn="l">
              <a:spcBef>
                <a:spcPts val="600"/>
              </a:spcBef>
              <a:spcAft>
                <a:spcPts val="0"/>
              </a:spcAft>
              <a:buNone/>
            </a:pPr>
            <a:r>
              <a:rPr lang="en"/>
              <a:t>Predictable routines &amp; expectations</a:t>
            </a:r>
            <a:endParaRPr/>
          </a:p>
          <a:p>
            <a:pPr indent="0" lvl="0" marL="0" rtl="0" algn="l">
              <a:spcBef>
                <a:spcPts val="600"/>
              </a:spcBef>
              <a:spcAft>
                <a:spcPts val="0"/>
              </a:spcAft>
              <a:buNone/>
            </a:pPr>
            <a:r>
              <a:rPr lang="en"/>
              <a:t>Strengths-based approach</a:t>
            </a:r>
            <a:endParaRPr/>
          </a:p>
          <a:p>
            <a:pPr indent="0" lvl="0" marL="0" rtl="0" algn="l">
              <a:spcBef>
                <a:spcPts val="600"/>
              </a:spcBef>
              <a:spcAft>
                <a:spcPts val="0"/>
              </a:spcAft>
              <a:buNone/>
            </a:pPr>
            <a:r>
              <a:rPr lang="en"/>
              <a:t>Restorative rather than </a:t>
            </a:r>
            <a:r>
              <a:rPr lang="en"/>
              <a:t>punitive</a:t>
            </a:r>
            <a:r>
              <a:rPr lang="en"/>
              <a:t> practices</a:t>
            </a:r>
            <a:endParaRPr/>
          </a:p>
        </p:txBody>
      </p:sp>
      <p:sp>
        <p:nvSpPr>
          <p:cNvPr id="197" name="Google Shape;197;p20"/>
          <p:cNvSpPr txBox="1"/>
          <p:nvPr/>
        </p:nvSpPr>
        <p:spPr>
          <a:xfrm>
            <a:off x="653625" y="1162175"/>
            <a:ext cx="2897100" cy="4617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474F67"/>
                </a:solidFill>
                <a:latin typeface="ABeeZee"/>
                <a:ea typeface="ABeeZee"/>
                <a:cs typeface="ABeeZee"/>
                <a:sym typeface="ABeeZee"/>
              </a:rPr>
              <a:t>Key Principles</a:t>
            </a:r>
            <a:endParaRPr sz="1800">
              <a:solidFill>
                <a:srgbClr val="474F67"/>
              </a:solidFill>
              <a:latin typeface="ABeeZee"/>
              <a:ea typeface="ABeeZee"/>
              <a:cs typeface="ABeeZee"/>
              <a:sym typeface="ABeeZee"/>
            </a:endParaRPr>
          </a:p>
        </p:txBody>
      </p:sp>
      <p:sp>
        <p:nvSpPr>
          <p:cNvPr id="198" name="Google Shape;198;p20"/>
          <p:cNvSpPr txBox="1"/>
          <p:nvPr/>
        </p:nvSpPr>
        <p:spPr>
          <a:xfrm>
            <a:off x="3725500" y="1162175"/>
            <a:ext cx="3930600" cy="4617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474F67"/>
                </a:solidFill>
                <a:latin typeface="ABeeZee"/>
                <a:ea typeface="ABeeZee"/>
                <a:cs typeface="ABeeZee"/>
                <a:sym typeface="ABeeZee"/>
              </a:rPr>
              <a:t>Practical Strategies</a:t>
            </a:r>
            <a:endParaRPr sz="1800">
              <a:solidFill>
                <a:srgbClr val="474F67"/>
              </a:solidFill>
              <a:latin typeface="ABeeZee"/>
              <a:ea typeface="ABeeZee"/>
              <a:cs typeface="ABeeZee"/>
              <a:sym typeface="ABeeZee"/>
            </a:endParaRPr>
          </a:p>
        </p:txBody>
      </p:sp>
      <p:pic>
        <p:nvPicPr>
          <p:cNvPr descr="Heart  Color (Provided by Getty Images)" id="199" name="Google Shape;199;p20"/>
          <p:cNvPicPr preferRelativeResize="0"/>
          <p:nvPr/>
        </p:nvPicPr>
        <p:blipFill>
          <a:blip r:embed="rId3">
            <a:alphaModFix/>
          </a:blip>
          <a:stretch>
            <a:fillRect/>
          </a:stretch>
        </p:blipFill>
        <p:spPr>
          <a:xfrm>
            <a:off x="7656100" y="3497950"/>
            <a:ext cx="1487901" cy="164554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1"/>
          <p:cNvSpPr txBox="1"/>
          <p:nvPr>
            <p:ph type="title"/>
          </p:nvPr>
        </p:nvSpPr>
        <p:spPr>
          <a:xfrm>
            <a:off x="653625" y="333700"/>
            <a:ext cx="5969100" cy="759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Honoring Strengths &amp; Resilience</a:t>
            </a:r>
            <a:endParaRPr b="0">
              <a:solidFill>
                <a:srgbClr val="F58617"/>
              </a:solidFill>
            </a:endParaRPr>
          </a:p>
        </p:txBody>
      </p:sp>
      <p:sp>
        <p:nvSpPr>
          <p:cNvPr id="205" name="Google Shape;205;p21"/>
          <p:cNvSpPr txBox="1"/>
          <p:nvPr>
            <p:ph idx="1" type="body"/>
          </p:nvPr>
        </p:nvSpPr>
        <p:spPr>
          <a:xfrm>
            <a:off x="653625" y="1623875"/>
            <a:ext cx="2897100" cy="25509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a:t>Have valuable knowledge </a:t>
            </a:r>
            <a:endParaRPr/>
          </a:p>
          <a:p>
            <a:pPr indent="0" lvl="0" marL="0" rtl="0" algn="l">
              <a:spcBef>
                <a:spcPts val="600"/>
              </a:spcBef>
              <a:spcAft>
                <a:spcPts val="0"/>
              </a:spcAft>
              <a:buNone/>
            </a:pPr>
            <a:r>
              <a:rPr lang="en"/>
              <a:t>Possess </a:t>
            </a:r>
            <a:r>
              <a:rPr lang="en"/>
              <a:t>cultural</a:t>
            </a:r>
            <a:r>
              <a:rPr lang="en"/>
              <a:t> wealth &amp; </a:t>
            </a:r>
            <a:r>
              <a:rPr lang="en"/>
              <a:t>wisdom</a:t>
            </a:r>
            <a:endParaRPr/>
          </a:p>
          <a:p>
            <a:pPr indent="0" lvl="0" marL="0" rtl="0" algn="l">
              <a:spcBef>
                <a:spcPts val="600"/>
              </a:spcBef>
              <a:spcAft>
                <a:spcPts val="0"/>
              </a:spcAft>
              <a:buNone/>
            </a:pPr>
            <a:r>
              <a:rPr lang="en"/>
              <a:t>Show incredible resilience</a:t>
            </a:r>
            <a:endParaRPr/>
          </a:p>
          <a:p>
            <a:pPr indent="0" lvl="0" marL="0" rtl="0" algn="l">
              <a:spcBef>
                <a:spcPts val="600"/>
              </a:spcBef>
              <a:spcAft>
                <a:spcPts val="0"/>
              </a:spcAft>
              <a:buNone/>
            </a:pPr>
            <a:r>
              <a:rPr lang="en"/>
              <a:t>Want the best </a:t>
            </a:r>
            <a:endParaRPr/>
          </a:p>
          <a:p>
            <a:pPr indent="0" lvl="0" marL="0" rtl="0" algn="l">
              <a:spcBef>
                <a:spcPts val="600"/>
              </a:spcBef>
              <a:spcAft>
                <a:spcPts val="0"/>
              </a:spcAft>
              <a:buNone/>
            </a:pPr>
            <a:r>
              <a:t/>
            </a:r>
            <a:endParaRPr/>
          </a:p>
        </p:txBody>
      </p:sp>
      <p:sp>
        <p:nvSpPr>
          <p:cNvPr id="206" name="Google Shape;206;p21"/>
          <p:cNvSpPr txBox="1"/>
          <p:nvPr>
            <p:ph idx="2" type="body"/>
          </p:nvPr>
        </p:nvSpPr>
        <p:spPr>
          <a:xfrm>
            <a:off x="3725500" y="1490075"/>
            <a:ext cx="3127200" cy="26847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a:t>Listen without judgment</a:t>
            </a:r>
            <a:endParaRPr/>
          </a:p>
          <a:p>
            <a:pPr indent="0" lvl="0" marL="0" rtl="0" algn="l">
              <a:spcBef>
                <a:spcPts val="600"/>
              </a:spcBef>
              <a:spcAft>
                <a:spcPts val="0"/>
              </a:spcAft>
              <a:buNone/>
            </a:pPr>
            <a:r>
              <a:rPr lang="en"/>
              <a:t>Build on family strengths</a:t>
            </a:r>
            <a:endParaRPr/>
          </a:p>
          <a:p>
            <a:pPr indent="0" lvl="0" marL="0" rtl="0" algn="l">
              <a:spcBef>
                <a:spcPts val="600"/>
              </a:spcBef>
              <a:spcAft>
                <a:spcPts val="0"/>
              </a:spcAft>
              <a:buNone/>
            </a:pPr>
            <a:r>
              <a:rPr lang="en"/>
              <a:t>Respect different ways of showing care </a:t>
            </a:r>
            <a:endParaRPr/>
          </a:p>
          <a:p>
            <a:pPr indent="0" lvl="0" marL="0" rtl="0" algn="l">
              <a:spcBef>
                <a:spcPts val="600"/>
              </a:spcBef>
              <a:spcAft>
                <a:spcPts val="0"/>
              </a:spcAft>
              <a:buNone/>
            </a:pPr>
            <a:r>
              <a:rPr lang="en"/>
              <a:t>Advocate alongside families </a:t>
            </a:r>
            <a:endParaRPr/>
          </a:p>
        </p:txBody>
      </p:sp>
      <p:sp>
        <p:nvSpPr>
          <p:cNvPr id="207" name="Google Shape;207;p21"/>
          <p:cNvSpPr txBox="1"/>
          <p:nvPr/>
        </p:nvSpPr>
        <p:spPr>
          <a:xfrm>
            <a:off x="653625" y="1162175"/>
            <a:ext cx="2897100" cy="4617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474F67"/>
                </a:solidFill>
                <a:latin typeface="ABeeZee"/>
                <a:ea typeface="ABeeZee"/>
                <a:cs typeface="ABeeZee"/>
                <a:sym typeface="ABeeZee"/>
              </a:rPr>
              <a:t>Recognize That Families </a:t>
            </a:r>
            <a:endParaRPr sz="1800">
              <a:solidFill>
                <a:srgbClr val="474F67"/>
              </a:solidFill>
              <a:latin typeface="ABeeZee"/>
              <a:ea typeface="ABeeZee"/>
              <a:cs typeface="ABeeZee"/>
              <a:sym typeface="ABeeZee"/>
            </a:endParaRPr>
          </a:p>
        </p:txBody>
      </p:sp>
      <p:sp>
        <p:nvSpPr>
          <p:cNvPr id="208" name="Google Shape;208;p21"/>
          <p:cNvSpPr txBox="1"/>
          <p:nvPr/>
        </p:nvSpPr>
        <p:spPr>
          <a:xfrm>
            <a:off x="3725500" y="1162175"/>
            <a:ext cx="3127200" cy="4617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800">
                <a:solidFill>
                  <a:srgbClr val="474F67"/>
                </a:solidFill>
                <a:latin typeface="ABeeZee"/>
                <a:ea typeface="ABeeZee"/>
                <a:cs typeface="ABeeZee"/>
                <a:sym typeface="ABeeZee"/>
              </a:rPr>
              <a:t>Our Role</a:t>
            </a:r>
            <a:endParaRPr sz="1800">
              <a:solidFill>
                <a:srgbClr val="474F67"/>
              </a:solidFill>
              <a:latin typeface="ABeeZee"/>
              <a:ea typeface="ABeeZee"/>
              <a:cs typeface="ABeeZee"/>
              <a:sym typeface="ABeeZee"/>
            </a:endParaRPr>
          </a:p>
        </p:txBody>
      </p:sp>
      <p:pic>
        <p:nvPicPr>
          <p:cNvPr descr="a colorful drawing of a family holding a heart in their hands (Provided by Tenor)" id="209" name="Google Shape;209;p21"/>
          <p:cNvPicPr preferRelativeResize="0"/>
          <p:nvPr/>
        </p:nvPicPr>
        <p:blipFill>
          <a:blip r:embed="rId3">
            <a:alphaModFix/>
          </a:blip>
          <a:stretch>
            <a:fillRect/>
          </a:stretch>
        </p:blipFill>
        <p:spPr>
          <a:xfrm>
            <a:off x="6622725" y="3563501"/>
            <a:ext cx="2521275" cy="15799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2"/>
          <p:cNvSpPr txBox="1"/>
          <p:nvPr>
            <p:ph type="title"/>
          </p:nvPr>
        </p:nvSpPr>
        <p:spPr>
          <a:xfrm>
            <a:off x="653625" y="235075"/>
            <a:ext cx="5969100" cy="686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The Funding Dilemma </a:t>
            </a:r>
            <a:endParaRPr b="0">
              <a:solidFill>
                <a:srgbClr val="F58617"/>
              </a:solidFill>
            </a:endParaRPr>
          </a:p>
        </p:txBody>
      </p:sp>
      <p:sp>
        <p:nvSpPr>
          <p:cNvPr id="215" name="Google Shape;215;p22"/>
          <p:cNvSpPr txBox="1"/>
          <p:nvPr>
            <p:ph idx="1" type="body"/>
          </p:nvPr>
        </p:nvSpPr>
        <p:spPr>
          <a:xfrm>
            <a:off x="653625" y="1006125"/>
            <a:ext cx="6878400" cy="3757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solidFill>
                  <a:srgbClr val="474F67"/>
                </a:solidFill>
              </a:rPr>
              <a:t>Your district receives a significant increase in Title I funding due to rising poverty rates. One of your teammates wants to use the funds to purchase new curriculum materials and technology. However, your needs assessment shows families are struggling with basic needs—food insecurity, housing instability, and lack of transportation. Teachers &amp; principals are requesting funding for food pantries, social workers, and emergency assistance funds. The teammate argues that "schools should focus on academics, not social services."</a:t>
            </a:r>
            <a:endParaRPr sz="1400">
              <a:solidFill>
                <a:srgbClr val="474F67"/>
              </a:solidFill>
            </a:endParaRPr>
          </a:p>
          <a:p>
            <a:pPr indent="0" lvl="0" marL="0" rtl="0" algn="l">
              <a:spcBef>
                <a:spcPts val="600"/>
              </a:spcBef>
              <a:spcAft>
                <a:spcPts val="0"/>
              </a:spcAft>
              <a:buNone/>
            </a:pPr>
            <a:r>
              <a:t/>
            </a:r>
            <a:endParaRPr sz="1400">
              <a:solidFill>
                <a:srgbClr val="474F67"/>
              </a:solidFill>
            </a:endParaRPr>
          </a:p>
          <a:p>
            <a:pPr indent="-317500" lvl="0" marL="457200" rtl="0" algn="l">
              <a:spcBef>
                <a:spcPts val="600"/>
              </a:spcBef>
              <a:spcAft>
                <a:spcPts val="0"/>
              </a:spcAft>
              <a:buClr>
                <a:srgbClr val="474F67"/>
              </a:buClr>
              <a:buSzPts val="1400"/>
              <a:buChar char="●"/>
            </a:pPr>
            <a:r>
              <a:rPr lang="en" sz="1400">
                <a:solidFill>
                  <a:srgbClr val="474F67"/>
                </a:solidFill>
              </a:rPr>
              <a:t>How do you balance academic priorities with basic needs?</a:t>
            </a:r>
            <a:endParaRPr sz="1400">
              <a:solidFill>
                <a:srgbClr val="474F67"/>
              </a:solidFill>
            </a:endParaRPr>
          </a:p>
          <a:p>
            <a:pPr indent="-317500" lvl="0" marL="457200" rtl="0" algn="l">
              <a:spcBef>
                <a:spcPts val="0"/>
              </a:spcBef>
              <a:spcAft>
                <a:spcPts val="0"/>
              </a:spcAft>
              <a:buClr>
                <a:srgbClr val="474F67"/>
              </a:buClr>
              <a:buSzPts val="1400"/>
              <a:buChar char="●"/>
            </a:pPr>
            <a:r>
              <a:rPr lang="en" sz="1400">
                <a:solidFill>
                  <a:srgbClr val="474F67"/>
                </a:solidFill>
              </a:rPr>
              <a:t>What data or research would you present to the board?</a:t>
            </a:r>
            <a:endParaRPr sz="1400">
              <a:solidFill>
                <a:srgbClr val="474F67"/>
              </a:solidFill>
            </a:endParaRPr>
          </a:p>
          <a:p>
            <a:pPr indent="-317500" lvl="0" marL="457200" rtl="0" algn="l">
              <a:spcBef>
                <a:spcPts val="0"/>
              </a:spcBef>
              <a:spcAft>
                <a:spcPts val="0"/>
              </a:spcAft>
              <a:buClr>
                <a:srgbClr val="474F67"/>
              </a:buClr>
              <a:buSzPts val="1400"/>
              <a:buChar char="●"/>
            </a:pPr>
            <a:r>
              <a:rPr lang="en" sz="1400">
                <a:solidFill>
                  <a:srgbClr val="474F67"/>
                </a:solidFill>
              </a:rPr>
              <a:t>How do you navigate compliance requirements while addressing real needs?</a:t>
            </a:r>
            <a:endParaRPr sz="1400">
              <a:solidFill>
                <a:srgbClr val="474F67"/>
              </a:solidFill>
            </a:endParaRPr>
          </a:p>
          <a:p>
            <a:pPr indent="-317500" lvl="0" marL="457200" rtl="0" algn="l">
              <a:spcBef>
                <a:spcPts val="0"/>
              </a:spcBef>
              <a:spcAft>
                <a:spcPts val="0"/>
              </a:spcAft>
              <a:buClr>
                <a:srgbClr val="474F67"/>
              </a:buClr>
              <a:buSzPts val="1400"/>
              <a:buChar char="●"/>
            </a:pPr>
            <a:r>
              <a:rPr lang="en" sz="1400">
                <a:solidFill>
                  <a:srgbClr val="474F67"/>
                </a:solidFill>
              </a:rPr>
              <a:t>What's your strategy for helping the board understand the connection between basic needs and learning?</a:t>
            </a:r>
            <a:endParaRPr sz="1400">
              <a:solidFill>
                <a:srgbClr val="474F67"/>
              </a:solidFill>
            </a:endParaRPr>
          </a:p>
          <a:p>
            <a:pPr indent="0" lvl="0" marL="0" rtl="0" algn="l">
              <a:spcBef>
                <a:spcPts val="600"/>
              </a:spcBef>
              <a:spcAft>
                <a:spcPts val="0"/>
              </a:spcAft>
              <a:buNone/>
            </a:pPr>
            <a:r>
              <a:t/>
            </a:r>
            <a:endParaRPr sz="1400"/>
          </a:p>
        </p:txBody>
      </p:sp>
      <p:grpSp>
        <p:nvGrpSpPr>
          <p:cNvPr id="216" name="Google Shape;216;p22"/>
          <p:cNvGrpSpPr/>
          <p:nvPr/>
        </p:nvGrpSpPr>
        <p:grpSpPr>
          <a:xfrm flipH="1">
            <a:off x="7613438" y="3563698"/>
            <a:ext cx="1530507" cy="1579702"/>
            <a:chOff x="5987350" y="1879850"/>
            <a:chExt cx="1395175" cy="1174325"/>
          </a:xfrm>
        </p:grpSpPr>
        <p:sp>
          <p:nvSpPr>
            <p:cNvPr id="217" name="Google Shape;217;p22"/>
            <p:cNvSpPr/>
            <p:nvPr/>
          </p:nvSpPr>
          <p:spPr>
            <a:xfrm>
              <a:off x="6143300" y="2465400"/>
              <a:ext cx="315075" cy="493925"/>
            </a:xfrm>
            <a:custGeom>
              <a:rect b="b" l="l" r="r" t="t"/>
              <a:pathLst>
                <a:path extrusionOk="0" h="19757" w="12603">
                  <a:moveTo>
                    <a:pt x="0" y="1"/>
                  </a:moveTo>
                  <a:lnTo>
                    <a:pt x="0" y="19757"/>
                  </a:lnTo>
                  <a:lnTo>
                    <a:pt x="12602" y="19757"/>
                  </a:lnTo>
                  <a:lnTo>
                    <a:pt x="12602" y="1"/>
                  </a:lnTo>
                  <a:close/>
                </a:path>
              </a:pathLst>
            </a:custGeom>
            <a:solidFill>
              <a:srgbClr val="111D2F"/>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18" name="Google Shape;218;p22"/>
            <p:cNvSpPr/>
            <p:nvPr/>
          </p:nvSpPr>
          <p:spPr>
            <a:xfrm>
              <a:off x="6555725" y="2465400"/>
              <a:ext cx="315075" cy="493925"/>
            </a:xfrm>
            <a:custGeom>
              <a:rect b="b" l="l" r="r" t="t"/>
              <a:pathLst>
                <a:path extrusionOk="0" h="19757" w="12603">
                  <a:moveTo>
                    <a:pt x="0" y="1"/>
                  </a:moveTo>
                  <a:lnTo>
                    <a:pt x="0" y="19757"/>
                  </a:lnTo>
                  <a:lnTo>
                    <a:pt x="12603" y="19757"/>
                  </a:lnTo>
                  <a:lnTo>
                    <a:pt x="12603" y="1"/>
                  </a:lnTo>
                  <a:close/>
                </a:path>
              </a:pathLst>
            </a:custGeom>
            <a:solidFill>
              <a:srgbClr val="111D2F"/>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19" name="Google Shape;219;p22"/>
            <p:cNvSpPr/>
            <p:nvPr/>
          </p:nvSpPr>
          <p:spPr>
            <a:xfrm>
              <a:off x="6112750" y="2352125"/>
              <a:ext cx="68125" cy="190950"/>
            </a:xfrm>
            <a:custGeom>
              <a:rect b="b" l="l" r="r" t="t"/>
              <a:pathLst>
                <a:path extrusionOk="0" h="7638" w="2725">
                  <a:moveTo>
                    <a:pt x="2724" y="0"/>
                  </a:moveTo>
                  <a:lnTo>
                    <a:pt x="2190" y="26"/>
                  </a:lnTo>
                  <a:lnTo>
                    <a:pt x="1197" y="433"/>
                  </a:lnTo>
                  <a:lnTo>
                    <a:pt x="458" y="1197"/>
                  </a:lnTo>
                  <a:lnTo>
                    <a:pt x="51" y="2164"/>
                  </a:lnTo>
                  <a:lnTo>
                    <a:pt x="0" y="2724"/>
                  </a:lnTo>
                  <a:lnTo>
                    <a:pt x="0" y="4914"/>
                  </a:lnTo>
                  <a:lnTo>
                    <a:pt x="51" y="5448"/>
                  </a:lnTo>
                  <a:lnTo>
                    <a:pt x="458" y="6441"/>
                  </a:lnTo>
                  <a:lnTo>
                    <a:pt x="1197" y="7180"/>
                  </a:lnTo>
                  <a:lnTo>
                    <a:pt x="2190" y="7587"/>
                  </a:lnTo>
                  <a:lnTo>
                    <a:pt x="2724" y="7638"/>
                  </a:lnTo>
                  <a:lnTo>
                    <a:pt x="2724" y="0"/>
                  </a:lnTo>
                  <a:close/>
                </a:path>
              </a:pathLst>
            </a:custGeom>
            <a:solidFill>
              <a:srgbClr val="CFA47F"/>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20" name="Google Shape;220;p22"/>
            <p:cNvSpPr/>
            <p:nvPr/>
          </p:nvSpPr>
          <p:spPr>
            <a:xfrm>
              <a:off x="6836400" y="2352125"/>
              <a:ext cx="68125" cy="190950"/>
            </a:xfrm>
            <a:custGeom>
              <a:rect b="b" l="l" r="r" t="t"/>
              <a:pathLst>
                <a:path extrusionOk="0" h="7638" w="2725">
                  <a:moveTo>
                    <a:pt x="1" y="0"/>
                  </a:moveTo>
                  <a:lnTo>
                    <a:pt x="1" y="7638"/>
                  </a:lnTo>
                  <a:lnTo>
                    <a:pt x="561" y="7587"/>
                  </a:lnTo>
                  <a:lnTo>
                    <a:pt x="1528" y="7180"/>
                  </a:lnTo>
                  <a:lnTo>
                    <a:pt x="2267" y="6441"/>
                  </a:lnTo>
                  <a:lnTo>
                    <a:pt x="2699" y="5448"/>
                  </a:lnTo>
                  <a:lnTo>
                    <a:pt x="2725" y="4914"/>
                  </a:lnTo>
                  <a:lnTo>
                    <a:pt x="2725" y="2724"/>
                  </a:lnTo>
                  <a:lnTo>
                    <a:pt x="2699" y="2164"/>
                  </a:lnTo>
                  <a:lnTo>
                    <a:pt x="2267" y="1197"/>
                  </a:lnTo>
                  <a:lnTo>
                    <a:pt x="1528" y="433"/>
                  </a:lnTo>
                  <a:lnTo>
                    <a:pt x="561" y="26"/>
                  </a:lnTo>
                  <a:lnTo>
                    <a:pt x="1" y="0"/>
                  </a:lnTo>
                  <a:close/>
                </a:path>
              </a:pathLst>
            </a:custGeom>
            <a:solidFill>
              <a:srgbClr val="CFA47F"/>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21" name="Google Shape;221;p22"/>
            <p:cNvSpPr/>
            <p:nvPr/>
          </p:nvSpPr>
          <p:spPr>
            <a:xfrm>
              <a:off x="6403600" y="2740375"/>
              <a:ext cx="210700" cy="263525"/>
            </a:xfrm>
            <a:custGeom>
              <a:rect b="b" l="l" r="r" t="t"/>
              <a:pathLst>
                <a:path extrusionOk="0" h="10541" w="8428">
                  <a:moveTo>
                    <a:pt x="1" y="0"/>
                  </a:moveTo>
                  <a:lnTo>
                    <a:pt x="1" y="10540"/>
                  </a:lnTo>
                  <a:lnTo>
                    <a:pt x="8428" y="10540"/>
                  </a:lnTo>
                  <a:lnTo>
                    <a:pt x="8428" y="0"/>
                  </a:lnTo>
                  <a:close/>
                </a:path>
              </a:pathLst>
            </a:custGeom>
            <a:solidFill>
              <a:srgbClr val="CFA47F"/>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22" name="Google Shape;222;p22"/>
            <p:cNvSpPr/>
            <p:nvPr/>
          </p:nvSpPr>
          <p:spPr>
            <a:xfrm>
              <a:off x="6157925" y="1924400"/>
              <a:ext cx="701425" cy="875825"/>
            </a:xfrm>
            <a:custGeom>
              <a:rect b="b" l="l" r="r" t="t"/>
              <a:pathLst>
                <a:path extrusionOk="0" h="35033" w="28057">
                  <a:moveTo>
                    <a:pt x="14028" y="1"/>
                  </a:moveTo>
                  <a:lnTo>
                    <a:pt x="13316" y="26"/>
                  </a:lnTo>
                  <a:lnTo>
                    <a:pt x="11890" y="179"/>
                  </a:lnTo>
                  <a:lnTo>
                    <a:pt x="10515" y="459"/>
                  </a:lnTo>
                  <a:lnTo>
                    <a:pt x="9217" y="867"/>
                  </a:lnTo>
                  <a:lnTo>
                    <a:pt x="7944" y="1401"/>
                  </a:lnTo>
                  <a:lnTo>
                    <a:pt x="6747" y="2038"/>
                  </a:lnTo>
                  <a:lnTo>
                    <a:pt x="5627" y="2801"/>
                  </a:lnTo>
                  <a:lnTo>
                    <a:pt x="4609" y="3642"/>
                  </a:lnTo>
                  <a:lnTo>
                    <a:pt x="3641" y="4609"/>
                  </a:lnTo>
                  <a:lnTo>
                    <a:pt x="2801" y="5653"/>
                  </a:lnTo>
                  <a:lnTo>
                    <a:pt x="2037" y="6773"/>
                  </a:lnTo>
                  <a:lnTo>
                    <a:pt x="1375" y="7944"/>
                  </a:lnTo>
                  <a:lnTo>
                    <a:pt x="866" y="9217"/>
                  </a:lnTo>
                  <a:lnTo>
                    <a:pt x="433" y="10541"/>
                  </a:lnTo>
                  <a:lnTo>
                    <a:pt x="153" y="11890"/>
                  </a:lnTo>
                  <a:lnTo>
                    <a:pt x="26" y="13316"/>
                  </a:lnTo>
                  <a:lnTo>
                    <a:pt x="1" y="14029"/>
                  </a:lnTo>
                  <a:lnTo>
                    <a:pt x="1" y="21004"/>
                  </a:lnTo>
                  <a:lnTo>
                    <a:pt x="26" y="21743"/>
                  </a:lnTo>
                  <a:lnTo>
                    <a:pt x="153" y="23143"/>
                  </a:lnTo>
                  <a:lnTo>
                    <a:pt x="433" y="24518"/>
                  </a:lnTo>
                  <a:lnTo>
                    <a:pt x="866" y="25842"/>
                  </a:lnTo>
                  <a:lnTo>
                    <a:pt x="1375" y="27089"/>
                  </a:lnTo>
                  <a:lnTo>
                    <a:pt x="2037" y="28286"/>
                  </a:lnTo>
                  <a:lnTo>
                    <a:pt x="2801" y="29406"/>
                  </a:lnTo>
                  <a:lnTo>
                    <a:pt x="3641" y="30450"/>
                  </a:lnTo>
                  <a:lnTo>
                    <a:pt x="4609" y="31392"/>
                  </a:lnTo>
                  <a:lnTo>
                    <a:pt x="5627" y="32257"/>
                  </a:lnTo>
                  <a:lnTo>
                    <a:pt x="6747" y="33021"/>
                  </a:lnTo>
                  <a:lnTo>
                    <a:pt x="7944" y="33657"/>
                  </a:lnTo>
                  <a:lnTo>
                    <a:pt x="9217" y="34192"/>
                  </a:lnTo>
                  <a:lnTo>
                    <a:pt x="10515" y="34599"/>
                  </a:lnTo>
                  <a:lnTo>
                    <a:pt x="11890" y="34879"/>
                  </a:lnTo>
                  <a:lnTo>
                    <a:pt x="13316" y="35032"/>
                  </a:lnTo>
                  <a:lnTo>
                    <a:pt x="14767" y="35032"/>
                  </a:lnTo>
                  <a:lnTo>
                    <a:pt x="16167" y="34879"/>
                  </a:lnTo>
                  <a:lnTo>
                    <a:pt x="17542" y="34599"/>
                  </a:lnTo>
                  <a:lnTo>
                    <a:pt x="18866" y="34192"/>
                  </a:lnTo>
                  <a:lnTo>
                    <a:pt x="20113" y="33657"/>
                  </a:lnTo>
                  <a:lnTo>
                    <a:pt x="21310" y="33021"/>
                  </a:lnTo>
                  <a:lnTo>
                    <a:pt x="22430" y="32257"/>
                  </a:lnTo>
                  <a:lnTo>
                    <a:pt x="23474" y="31392"/>
                  </a:lnTo>
                  <a:lnTo>
                    <a:pt x="24416" y="30450"/>
                  </a:lnTo>
                  <a:lnTo>
                    <a:pt x="25281" y="29406"/>
                  </a:lnTo>
                  <a:lnTo>
                    <a:pt x="26045" y="28286"/>
                  </a:lnTo>
                  <a:lnTo>
                    <a:pt x="26682" y="27089"/>
                  </a:lnTo>
                  <a:lnTo>
                    <a:pt x="27216" y="25842"/>
                  </a:lnTo>
                  <a:lnTo>
                    <a:pt x="27624" y="24518"/>
                  </a:lnTo>
                  <a:lnTo>
                    <a:pt x="27904" y="23143"/>
                  </a:lnTo>
                  <a:lnTo>
                    <a:pt x="28056" y="21743"/>
                  </a:lnTo>
                  <a:lnTo>
                    <a:pt x="28056" y="21004"/>
                  </a:lnTo>
                  <a:lnTo>
                    <a:pt x="28056" y="14029"/>
                  </a:lnTo>
                  <a:lnTo>
                    <a:pt x="28056" y="13316"/>
                  </a:lnTo>
                  <a:lnTo>
                    <a:pt x="27904" y="11890"/>
                  </a:lnTo>
                  <a:lnTo>
                    <a:pt x="27624" y="10541"/>
                  </a:lnTo>
                  <a:lnTo>
                    <a:pt x="27216" y="9217"/>
                  </a:lnTo>
                  <a:lnTo>
                    <a:pt x="26682" y="7944"/>
                  </a:lnTo>
                  <a:lnTo>
                    <a:pt x="26045" y="6773"/>
                  </a:lnTo>
                  <a:lnTo>
                    <a:pt x="25281" y="5653"/>
                  </a:lnTo>
                  <a:lnTo>
                    <a:pt x="24416" y="4609"/>
                  </a:lnTo>
                  <a:lnTo>
                    <a:pt x="23474" y="3642"/>
                  </a:lnTo>
                  <a:lnTo>
                    <a:pt x="22430" y="2801"/>
                  </a:lnTo>
                  <a:lnTo>
                    <a:pt x="21310" y="2038"/>
                  </a:lnTo>
                  <a:lnTo>
                    <a:pt x="20113" y="1401"/>
                  </a:lnTo>
                  <a:lnTo>
                    <a:pt x="18866" y="867"/>
                  </a:lnTo>
                  <a:lnTo>
                    <a:pt x="17542" y="459"/>
                  </a:lnTo>
                  <a:lnTo>
                    <a:pt x="16167" y="179"/>
                  </a:lnTo>
                  <a:lnTo>
                    <a:pt x="14767" y="26"/>
                  </a:lnTo>
                  <a:lnTo>
                    <a:pt x="14028" y="1"/>
                  </a:lnTo>
                  <a:close/>
                </a:path>
              </a:pathLst>
            </a:custGeom>
            <a:solidFill>
              <a:srgbClr val="F2D1AA"/>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23" name="Google Shape;223;p22"/>
            <p:cNvSpPr/>
            <p:nvPr/>
          </p:nvSpPr>
          <p:spPr>
            <a:xfrm>
              <a:off x="5987350" y="2844100"/>
              <a:ext cx="1042575" cy="210075"/>
            </a:xfrm>
            <a:custGeom>
              <a:rect b="b" l="l" r="r" t="t"/>
              <a:pathLst>
                <a:path extrusionOk="0" h="8403" w="41703">
                  <a:moveTo>
                    <a:pt x="16651" y="1"/>
                  </a:moveTo>
                  <a:lnTo>
                    <a:pt x="12323" y="154"/>
                  </a:lnTo>
                  <a:lnTo>
                    <a:pt x="11177" y="179"/>
                  </a:lnTo>
                  <a:lnTo>
                    <a:pt x="9140" y="485"/>
                  </a:lnTo>
                  <a:lnTo>
                    <a:pt x="7307" y="1070"/>
                  </a:lnTo>
                  <a:lnTo>
                    <a:pt x="5703" y="1910"/>
                  </a:lnTo>
                  <a:lnTo>
                    <a:pt x="4227" y="3005"/>
                  </a:lnTo>
                  <a:lnTo>
                    <a:pt x="2903" y="4303"/>
                  </a:lnTo>
                  <a:lnTo>
                    <a:pt x="1706" y="5805"/>
                  </a:lnTo>
                  <a:lnTo>
                    <a:pt x="561" y="7486"/>
                  </a:lnTo>
                  <a:lnTo>
                    <a:pt x="1" y="8402"/>
                  </a:lnTo>
                  <a:lnTo>
                    <a:pt x="41702" y="8402"/>
                  </a:lnTo>
                  <a:lnTo>
                    <a:pt x="41168" y="7486"/>
                  </a:lnTo>
                  <a:lnTo>
                    <a:pt x="40022" y="5805"/>
                  </a:lnTo>
                  <a:lnTo>
                    <a:pt x="38800" y="4303"/>
                  </a:lnTo>
                  <a:lnTo>
                    <a:pt x="37476" y="3005"/>
                  </a:lnTo>
                  <a:lnTo>
                    <a:pt x="36025" y="1910"/>
                  </a:lnTo>
                  <a:lnTo>
                    <a:pt x="34396" y="1070"/>
                  </a:lnTo>
                  <a:lnTo>
                    <a:pt x="32588" y="485"/>
                  </a:lnTo>
                  <a:lnTo>
                    <a:pt x="30526" y="179"/>
                  </a:lnTo>
                  <a:lnTo>
                    <a:pt x="29406" y="154"/>
                  </a:lnTo>
                  <a:lnTo>
                    <a:pt x="25078" y="1"/>
                  </a:lnTo>
                  <a:lnTo>
                    <a:pt x="25052" y="434"/>
                  </a:lnTo>
                  <a:lnTo>
                    <a:pt x="24874" y="1248"/>
                  </a:lnTo>
                  <a:lnTo>
                    <a:pt x="24568" y="2012"/>
                  </a:lnTo>
                  <a:lnTo>
                    <a:pt x="24110" y="2674"/>
                  </a:lnTo>
                  <a:lnTo>
                    <a:pt x="23550" y="3260"/>
                  </a:lnTo>
                  <a:lnTo>
                    <a:pt x="22863" y="3718"/>
                  </a:lnTo>
                  <a:lnTo>
                    <a:pt x="22124" y="4023"/>
                  </a:lnTo>
                  <a:lnTo>
                    <a:pt x="21284" y="4202"/>
                  </a:lnTo>
                  <a:lnTo>
                    <a:pt x="20419" y="4202"/>
                  </a:lnTo>
                  <a:lnTo>
                    <a:pt x="19604" y="4023"/>
                  </a:lnTo>
                  <a:lnTo>
                    <a:pt x="18840" y="3718"/>
                  </a:lnTo>
                  <a:lnTo>
                    <a:pt x="18178" y="3260"/>
                  </a:lnTo>
                  <a:lnTo>
                    <a:pt x="17593" y="2674"/>
                  </a:lnTo>
                  <a:lnTo>
                    <a:pt x="17160" y="2012"/>
                  </a:lnTo>
                  <a:lnTo>
                    <a:pt x="16829" y="1248"/>
                  </a:lnTo>
                  <a:lnTo>
                    <a:pt x="16651" y="434"/>
                  </a:lnTo>
                  <a:lnTo>
                    <a:pt x="16651" y="1"/>
                  </a:lnTo>
                  <a:close/>
                </a:path>
              </a:pathLst>
            </a:custGeom>
            <a:solidFill>
              <a:srgbClr val="CD3676"/>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24" name="Google Shape;224;p22"/>
            <p:cNvSpPr/>
            <p:nvPr/>
          </p:nvSpPr>
          <p:spPr>
            <a:xfrm>
              <a:off x="6364150" y="2844100"/>
              <a:ext cx="288975" cy="149600"/>
            </a:xfrm>
            <a:custGeom>
              <a:rect b="b" l="l" r="r" t="t"/>
              <a:pathLst>
                <a:path extrusionOk="0" h="5984" w="11559">
                  <a:moveTo>
                    <a:pt x="1579" y="1"/>
                  </a:moveTo>
                  <a:lnTo>
                    <a:pt x="26" y="52"/>
                  </a:lnTo>
                  <a:lnTo>
                    <a:pt x="0" y="128"/>
                  </a:lnTo>
                  <a:lnTo>
                    <a:pt x="0" y="205"/>
                  </a:lnTo>
                  <a:lnTo>
                    <a:pt x="26" y="790"/>
                  </a:lnTo>
                  <a:lnTo>
                    <a:pt x="255" y="1910"/>
                  </a:lnTo>
                  <a:lnTo>
                    <a:pt x="688" y="2954"/>
                  </a:lnTo>
                  <a:lnTo>
                    <a:pt x="1324" y="3871"/>
                  </a:lnTo>
                  <a:lnTo>
                    <a:pt x="2113" y="4660"/>
                  </a:lnTo>
                  <a:lnTo>
                    <a:pt x="3030" y="5296"/>
                  </a:lnTo>
                  <a:lnTo>
                    <a:pt x="4074" y="5729"/>
                  </a:lnTo>
                  <a:lnTo>
                    <a:pt x="5194" y="5958"/>
                  </a:lnTo>
                  <a:lnTo>
                    <a:pt x="5779" y="5984"/>
                  </a:lnTo>
                  <a:lnTo>
                    <a:pt x="6390" y="5958"/>
                  </a:lnTo>
                  <a:lnTo>
                    <a:pt x="7511" y="5729"/>
                  </a:lnTo>
                  <a:lnTo>
                    <a:pt x="8555" y="5296"/>
                  </a:lnTo>
                  <a:lnTo>
                    <a:pt x="9471" y="4660"/>
                  </a:lnTo>
                  <a:lnTo>
                    <a:pt x="10260" y="3871"/>
                  </a:lnTo>
                  <a:lnTo>
                    <a:pt x="10871" y="2954"/>
                  </a:lnTo>
                  <a:lnTo>
                    <a:pt x="11304" y="1910"/>
                  </a:lnTo>
                  <a:lnTo>
                    <a:pt x="11533" y="790"/>
                  </a:lnTo>
                  <a:lnTo>
                    <a:pt x="11559" y="205"/>
                  </a:lnTo>
                  <a:lnTo>
                    <a:pt x="11559" y="128"/>
                  </a:lnTo>
                  <a:lnTo>
                    <a:pt x="11559" y="52"/>
                  </a:lnTo>
                  <a:lnTo>
                    <a:pt x="10006" y="1"/>
                  </a:lnTo>
                  <a:lnTo>
                    <a:pt x="9980" y="434"/>
                  </a:lnTo>
                  <a:lnTo>
                    <a:pt x="9802" y="1248"/>
                  </a:lnTo>
                  <a:lnTo>
                    <a:pt x="9496" y="2012"/>
                  </a:lnTo>
                  <a:lnTo>
                    <a:pt x="9038" y="2674"/>
                  </a:lnTo>
                  <a:lnTo>
                    <a:pt x="8478" y="3260"/>
                  </a:lnTo>
                  <a:lnTo>
                    <a:pt x="7791" y="3718"/>
                  </a:lnTo>
                  <a:lnTo>
                    <a:pt x="7052" y="4023"/>
                  </a:lnTo>
                  <a:lnTo>
                    <a:pt x="6212" y="4202"/>
                  </a:lnTo>
                  <a:lnTo>
                    <a:pt x="5347" y="4202"/>
                  </a:lnTo>
                  <a:lnTo>
                    <a:pt x="4532" y="4023"/>
                  </a:lnTo>
                  <a:lnTo>
                    <a:pt x="3768" y="3718"/>
                  </a:lnTo>
                  <a:lnTo>
                    <a:pt x="3106" y="3260"/>
                  </a:lnTo>
                  <a:lnTo>
                    <a:pt x="2521" y="2674"/>
                  </a:lnTo>
                  <a:lnTo>
                    <a:pt x="2088" y="2012"/>
                  </a:lnTo>
                  <a:lnTo>
                    <a:pt x="1757" y="1248"/>
                  </a:lnTo>
                  <a:lnTo>
                    <a:pt x="1579" y="434"/>
                  </a:lnTo>
                  <a:lnTo>
                    <a:pt x="1579" y="1"/>
                  </a:lnTo>
                  <a:close/>
                </a:path>
              </a:pathLst>
            </a:custGeom>
            <a:solidFill>
              <a:srgbClr val="F35E9C"/>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25" name="Google Shape;225;p22"/>
            <p:cNvSpPr/>
            <p:nvPr/>
          </p:nvSpPr>
          <p:spPr>
            <a:xfrm>
              <a:off x="6457075" y="2459675"/>
              <a:ext cx="99950" cy="119700"/>
            </a:xfrm>
            <a:custGeom>
              <a:rect b="b" l="l" r="r" t="t"/>
              <a:pathLst>
                <a:path extrusionOk="0" h="4788" w="3998">
                  <a:moveTo>
                    <a:pt x="1884" y="1"/>
                  </a:moveTo>
                  <a:lnTo>
                    <a:pt x="1655" y="306"/>
                  </a:lnTo>
                  <a:lnTo>
                    <a:pt x="1553" y="586"/>
                  </a:lnTo>
                  <a:lnTo>
                    <a:pt x="0" y="4252"/>
                  </a:lnTo>
                  <a:lnTo>
                    <a:pt x="0" y="4303"/>
                  </a:lnTo>
                  <a:lnTo>
                    <a:pt x="0" y="4354"/>
                  </a:lnTo>
                  <a:lnTo>
                    <a:pt x="484" y="4558"/>
                  </a:lnTo>
                  <a:lnTo>
                    <a:pt x="1477" y="4787"/>
                  </a:lnTo>
                  <a:lnTo>
                    <a:pt x="2495" y="4787"/>
                  </a:lnTo>
                  <a:lnTo>
                    <a:pt x="3514" y="4558"/>
                  </a:lnTo>
                  <a:lnTo>
                    <a:pt x="3997" y="4354"/>
                  </a:lnTo>
                  <a:lnTo>
                    <a:pt x="3997" y="4303"/>
                  </a:lnTo>
                  <a:lnTo>
                    <a:pt x="3972" y="4252"/>
                  </a:lnTo>
                  <a:lnTo>
                    <a:pt x="2419" y="586"/>
                  </a:lnTo>
                  <a:lnTo>
                    <a:pt x="2343" y="306"/>
                  </a:lnTo>
                  <a:lnTo>
                    <a:pt x="2113" y="1"/>
                  </a:lnTo>
                  <a:close/>
                </a:path>
              </a:pathLst>
            </a:custGeom>
            <a:solidFill>
              <a:srgbClr val="FEEBD8"/>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26" name="Google Shape;226;p22"/>
            <p:cNvSpPr/>
            <p:nvPr/>
          </p:nvSpPr>
          <p:spPr>
            <a:xfrm>
              <a:off x="6457075" y="2568525"/>
              <a:ext cx="99950" cy="38200"/>
            </a:xfrm>
            <a:custGeom>
              <a:rect b="b" l="l" r="r" t="t"/>
              <a:pathLst>
                <a:path extrusionOk="0" h="1528" w="3998">
                  <a:moveTo>
                    <a:pt x="0" y="0"/>
                  </a:moveTo>
                  <a:lnTo>
                    <a:pt x="0" y="306"/>
                  </a:lnTo>
                  <a:lnTo>
                    <a:pt x="331" y="840"/>
                  </a:lnTo>
                  <a:lnTo>
                    <a:pt x="917" y="1273"/>
                  </a:lnTo>
                  <a:lnTo>
                    <a:pt x="1553" y="1502"/>
                  </a:lnTo>
                  <a:lnTo>
                    <a:pt x="1833" y="1528"/>
                  </a:lnTo>
                  <a:lnTo>
                    <a:pt x="2139" y="1528"/>
                  </a:lnTo>
                  <a:lnTo>
                    <a:pt x="2419" y="1502"/>
                  </a:lnTo>
                  <a:lnTo>
                    <a:pt x="3081" y="1273"/>
                  </a:lnTo>
                  <a:lnTo>
                    <a:pt x="3641" y="840"/>
                  </a:lnTo>
                  <a:lnTo>
                    <a:pt x="3997" y="306"/>
                  </a:lnTo>
                  <a:lnTo>
                    <a:pt x="3997" y="0"/>
                  </a:lnTo>
                  <a:lnTo>
                    <a:pt x="3514" y="204"/>
                  </a:lnTo>
                  <a:lnTo>
                    <a:pt x="2495" y="433"/>
                  </a:lnTo>
                  <a:lnTo>
                    <a:pt x="1477" y="433"/>
                  </a:lnTo>
                  <a:lnTo>
                    <a:pt x="484" y="204"/>
                  </a:lnTo>
                  <a:lnTo>
                    <a:pt x="0" y="0"/>
                  </a:lnTo>
                  <a:close/>
                </a:path>
              </a:pathLst>
            </a:custGeom>
            <a:solidFill>
              <a:srgbClr val="CFA47F"/>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27" name="Google Shape;227;p22"/>
            <p:cNvSpPr/>
            <p:nvPr/>
          </p:nvSpPr>
          <p:spPr>
            <a:xfrm>
              <a:off x="6255300" y="2522700"/>
              <a:ext cx="146425" cy="68750"/>
            </a:xfrm>
            <a:custGeom>
              <a:rect b="b" l="l" r="r" t="t"/>
              <a:pathLst>
                <a:path extrusionOk="0" h="2750" w="5857">
                  <a:moveTo>
                    <a:pt x="1376" y="0"/>
                  </a:moveTo>
                  <a:lnTo>
                    <a:pt x="1096" y="26"/>
                  </a:lnTo>
                  <a:lnTo>
                    <a:pt x="612" y="229"/>
                  </a:lnTo>
                  <a:lnTo>
                    <a:pt x="230" y="586"/>
                  </a:lnTo>
                  <a:lnTo>
                    <a:pt x="26" y="1095"/>
                  </a:lnTo>
                  <a:lnTo>
                    <a:pt x="1" y="1375"/>
                  </a:lnTo>
                  <a:lnTo>
                    <a:pt x="26" y="1655"/>
                  </a:lnTo>
                  <a:lnTo>
                    <a:pt x="230" y="2139"/>
                  </a:lnTo>
                  <a:lnTo>
                    <a:pt x="612" y="2521"/>
                  </a:lnTo>
                  <a:lnTo>
                    <a:pt x="1096" y="2724"/>
                  </a:lnTo>
                  <a:lnTo>
                    <a:pt x="1376" y="2750"/>
                  </a:lnTo>
                  <a:lnTo>
                    <a:pt x="4482" y="2750"/>
                  </a:lnTo>
                  <a:lnTo>
                    <a:pt x="4762" y="2724"/>
                  </a:lnTo>
                  <a:lnTo>
                    <a:pt x="5245" y="2521"/>
                  </a:lnTo>
                  <a:lnTo>
                    <a:pt x="5627" y="2139"/>
                  </a:lnTo>
                  <a:lnTo>
                    <a:pt x="5831" y="1655"/>
                  </a:lnTo>
                  <a:lnTo>
                    <a:pt x="5856" y="1375"/>
                  </a:lnTo>
                  <a:lnTo>
                    <a:pt x="5831" y="1095"/>
                  </a:lnTo>
                  <a:lnTo>
                    <a:pt x="5627" y="586"/>
                  </a:lnTo>
                  <a:lnTo>
                    <a:pt x="5245" y="229"/>
                  </a:lnTo>
                  <a:lnTo>
                    <a:pt x="4762" y="26"/>
                  </a:lnTo>
                  <a:lnTo>
                    <a:pt x="4482" y="0"/>
                  </a:lnTo>
                  <a:close/>
                </a:path>
              </a:pathLst>
            </a:custGeom>
            <a:solidFill>
              <a:srgbClr val="F1AA99"/>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28" name="Google Shape;228;p22"/>
            <p:cNvSpPr/>
            <p:nvPr/>
          </p:nvSpPr>
          <p:spPr>
            <a:xfrm>
              <a:off x="6616200" y="2522700"/>
              <a:ext cx="145775" cy="68750"/>
            </a:xfrm>
            <a:custGeom>
              <a:rect b="b" l="l" r="r" t="t"/>
              <a:pathLst>
                <a:path extrusionOk="0" h="2750" w="5831">
                  <a:moveTo>
                    <a:pt x="1375" y="0"/>
                  </a:moveTo>
                  <a:lnTo>
                    <a:pt x="1095" y="26"/>
                  </a:lnTo>
                  <a:lnTo>
                    <a:pt x="586" y="229"/>
                  </a:lnTo>
                  <a:lnTo>
                    <a:pt x="229" y="586"/>
                  </a:lnTo>
                  <a:lnTo>
                    <a:pt x="25" y="1095"/>
                  </a:lnTo>
                  <a:lnTo>
                    <a:pt x="0" y="1375"/>
                  </a:lnTo>
                  <a:lnTo>
                    <a:pt x="25" y="1655"/>
                  </a:lnTo>
                  <a:lnTo>
                    <a:pt x="229" y="2139"/>
                  </a:lnTo>
                  <a:lnTo>
                    <a:pt x="586" y="2521"/>
                  </a:lnTo>
                  <a:lnTo>
                    <a:pt x="1095" y="2724"/>
                  </a:lnTo>
                  <a:lnTo>
                    <a:pt x="1375" y="2750"/>
                  </a:lnTo>
                  <a:lnTo>
                    <a:pt x="4455" y="2750"/>
                  </a:lnTo>
                  <a:lnTo>
                    <a:pt x="4735" y="2724"/>
                  </a:lnTo>
                  <a:lnTo>
                    <a:pt x="5245" y="2521"/>
                  </a:lnTo>
                  <a:lnTo>
                    <a:pt x="5601" y="2139"/>
                  </a:lnTo>
                  <a:lnTo>
                    <a:pt x="5805" y="1655"/>
                  </a:lnTo>
                  <a:lnTo>
                    <a:pt x="5830" y="1375"/>
                  </a:lnTo>
                  <a:lnTo>
                    <a:pt x="5805" y="1095"/>
                  </a:lnTo>
                  <a:lnTo>
                    <a:pt x="5601" y="586"/>
                  </a:lnTo>
                  <a:lnTo>
                    <a:pt x="5245" y="229"/>
                  </a:lnTo>
                  <a:lnTo>
                    <a:pt x="4735" y="26"/>
                  </a:lnTo>
                  <a:lnTo>
                    <a:pt x="4455" y="0"/>
                  </a:lnTo>
                  <a:close/>
                </a:path>
              </a:pathLst>
            </a:custGeom>
            <a:solidFill>
              <a:srgbClr val="F1AA99"/>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29" name="Google Shape;229;p22"/>
            <p:cNvSpPr/>
            <p:nvPr/>
          </p:nvSpPr>
          <p:spPr>
            <a:xfrm>
              <a:off x="6112750" y="1879850"/>
              <a:ext cx="791775" cy="541675"/>
            </a:xfrm>
            <a:custGeom>
              <a:rect b="b" l="l" r="r" t="t"/>
              <a:pathLst>
                <a:path extrusionOk="0" h="21667" w="31671">
                  <a:moveTo>
                    <a:pt x="15021" y="1"/>
                  </a:moveTo>
                  <a:lnTo>
                    <a:pt x="13442" y="154"/>
                  </a:lnTo>
                  <a:lnTo>
                    <a:pt x="11889" y="485"/>
                  </a:lnTo>
                  <a:lnTo>
                    <a:pt x="10413" y="943"/>
                  </a:lnTo>
                  <a:lnTo>
                    <a:pt x="8987" y="1554"/>
                  </a:lnTo>
                  <a:lnTo>
                    <a:pt x="7638" y="2267"/>
                  </a:lnTo>
                  <a:lnTo>
                    <a:pt x="6365" y="3132"/>
                  </a:lnTo>
                  <a:lnTo>
                    <a:pt x="5194" y="4100"/>
                  </a:lnTo>
                  <a:lnTo>
                    <a:pt x="4124" y="5169"/>
                  </a:lnTo>
                  <a:lnTo>
                    <a:pt x="3157" y="6340"/>
                  </a:lnTo>
                  <a:lnTo>
                    <a:pt x="2291" y="7613"/>
                  </a:lnTo>
                  <a:lnTo>
                    <a:pt x="1579" y="8962"/>
                  </a:lnTo>
                  <a:lnTo>
                    <a:pt x="968" y="10388"/>
                  </a:lnTo>
                  <a:lnTo>
                    <a:pt x="509" y="11865"/>
                  </a:lnTo>
                  <a:lnTo>
                    <a:pt x="178" y="13418"/>
                  </a:lnTo>
                  <a:lnTo>
                    <a:pt x="26" y="14996"/>
                  </a:lnTo>
                  <a:lnTo>
                    <a:pt x="0" y="15811"/>
                  </a:lnTo>
                  <a:lnTo>
                    <a:pt x="0" y="21463"/>
                  </a:lnTo>
                  <a:lnTo>
                    <a:pt x="357" y="21513"/>
                  </a:lnTo>
                  <a:lnTo>
                    <a:pt x="1146" y="21437"/>
                  </a:lnTo>
                  <a:lnTo>
                    <a:pt x="2037" y="21132"/>
                  </a:lnTo>
                  <a:lnTo>
                    <a:pt x="2953" y="20673"/>
                  </a:lnTo>
                  <a:lnTo>
                    <a:pt x="4303" y="19757"/>
                  </a:lnTo>
                  <a:lnTo>
                    <a:pt x="5856" y="18306"/>
                  </a:lnTo>
                  <a:lnTo>
                    <a:pt x="6416" y="17593"/>
                  </a:lnTo>
                  <a:lnTo>
                    <a:pt x="6899" y="10515"/>
                  </a:lnTo>
                  <a:lnTo>
                    <a:pt x="10846" y="16727"/>
                  </a:lnTo>
                  <a:lnTo>
                    <a:pt x="11431" y="17160"/>
                  </a:lnTo>
                  <a:lnTo>
                    <a:pt x="13417" y="18077"/>
                  </a:lnTo>
                  <a:lnTo>
                    <a:pt x="16065" y="19019"/>
                  </a:lnTo>
                  <a:lnTo>
                    <a:pt x="19171" y="19910"/>
                  </a:lnTo>
                  <a:lnTo>
                    <a:pt x="22455" y="20699"/>
                  </a:lnTo>
                  <a:lnTo>
                    <a:pt x="25663" y="21284"/>
                  </a:lnTo>
                  <a:lnTo>
                    <a:pt x="28539" y="21641"/>
                  </a:lnTo>
                  <a:lnTo>
                    <a:pt x="30856" y="21666"/>
                  </a:lnTo>
                  <a:lnTo>
                    <a:pt x="31671" y="21513"/>
                  </a:lnTo>
                  <a:lnTo>
                    <a:pt x="31671" y="15811"/>
                  </a:lnTo>
                  <a:lnTo>
                    <a:pt x="31645" y="14996"/>
                  </a:lnTo>
                  <a:lnTo>
                    <a:pt x="31493" y="13418"/>
                  </a:lnTo>
                  <a:lnTo>
                    <a:pt x="31187" y="11865"/>
                  </a:lnTo>
                  <a:lnTo>
                    <a:pt x="30703" y="10388"/>
                  </a:lnTo>
                  <a:lnTo>
                    <a:pt x="30118" y="8962"/>
                  </a:lnTo>
                  <a:lnTo>
                    <a:pt x="29380" y="7613"/>
                  </a:lnTo>
                  <a:lnTo>
                    <a:pt x="28514" y="6340"/>
                  </a:lnTo>
                  <a:lnTo>
                    <a:pt x="27547" y="5169"/>
                  </a:lnTo>
                  <a:lnTo>
                    <a:pt x="26477" y="4100"/>
                  </a:lnTo>
                  <a:lnTo>
                    <a:pt x="25306" y="3132"/>
                  </a:lnTo>
                  <a:lnTo>
                    <a:pt x="24059" y="2267"/>
                  </a:lnTo>
                  <a:lnTo>
                    <a:pt x="22709" y="1554"/>
                  </a:lnTo>
                  <a:lnTo>
                    <a:pt x="21284" y="943"/>
                  </a:lnTo>
                  <a:lnTo>
                    <a:pt x="19807" y="485"/>
                  </a:lnTo>
                  <a:lnTo>
                    <a:pt x="18254" y="154"/>
                  </a:lnTo>
                  <a:lnTo>
                    <a:pt x="16650" y="1"/>
                  </a:lnTo>
                  <a:close/>
                </a:path>
              </a:pathLst>
            </a:custGeom>
            <a:solidFill>
              <a:srgbClr val="111D2F"/>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30" name="Google Shape;230;p22"/>
            <p:cNvSpPr/>
            <p:nvPr/>
          </p:nvSpPr>
          <p:spPr>
            <a:xfrm>
              <a:off x="6273125" y="2341925"/>
              <a:ext cx="110775" cy="22300"/>
            </a:xfrm>
            <a:custGeom>
              <a:rect b="b" l="l" r="r" t="t"/>
              <a:pathLst>
                <a:path extrusionOk="0" fill="none" h="892" w="4431">
                  <a:moveTo>
                    <a:pt x="4431" y="892"/>
                  </a:moveTo>
                  <a:lnTo>
                    <a:pt x="4176" y="663"/>
                  </a:lnTo>
                  <a:lnTo>
                    <a:pt x="3667" y="332"/>
                  </a:lnTo>
                  <a:lnTo>
                    <a:pt x="2801" y="1"/>
                  </a:lnTo>
                  <a:lnTo>
                    <a:pt x="1605" y="1"/>
                  </a:lnTo>
                  <a:lnTo>
                    <a:pt x="764" y="332"/>
                  </a:lnTo>
                  <a:lnTo>
                    <a:pt x="230" y="663"/>
                  </a:lnTo>
                  <a:lnTo>
                    <a:pt x="1" y="892"/>
                  </a:lnTo>
                </a:path>
              </a:pathLst>
            </a:custGeom>
            <a:noFill/>
            <a:ln cap="rnd" cmpd="sng" w="19475">
              <a:solidFill>
                <a:srgbClr val="1F2F45"/>
              </a:solidFill>
              <a:prstDash val="solid"/>
              <a:miter lim="254588"/>
              <a:headEnd len="sm" w="sm" type="none"/>
              <a:tailEnd len="sm" w="sm" type="none"/>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31" name="Google Shape;231;p22"/>
            <p:cNvSpPr/>
            <p:nvPr/>
          </p:nvSpPr>
          <p:spPr>
            <a:xfrm>
              <a:off x="6446875" y="2657625"/>
              <a:ext cx="123500" cy="35675"/>
            </a:xfrm>
            <a:custGeom>
              <a:rect b="b" l="l" r="r" t="t"/>
              <a:pathLst>
                <a:path extrusionOk="0" h="1427" w="4940">
                  <a:moveTo>
                    <a:pt x="1" y="0"/>
                  </a:moveTo>
                  <a:lnTo>
                    <a:pt x="154" y="306"/>
                  </a:lnTo>
                  <a:lnTo>
                    <a:pt x="612" y="815"/>
                  </a:lnTo>
                  <a:lnTo>
                    <a:pt x="1274" y="1197"/>
                  </a:lnTo>
                  <a:lnTo>
                    <a:pt x="2038" y="1426"/>
                  </a:lnTo>
                  <a:lnTo>
                    <a:pt x="2903" y="1426"/>
                  </a:lnTo>
                  <a:lnTo>
                    <a:pt x="3667" y="1222"/>
                  </a:lnTo>
                  <a:lnTo>
                    <a:pt x="4329" y="841"/>
                  </a:lnTo>
                  <a:lnTo>
                    <a:pt x="4787" y="331"/>
                  </a:lnTo>
                  <a:lnTo>
                    <a:pt x="4940" y="26"/>
                  </a:lnTo>
                  <a:lnTo>
                    <a:pt x="1" y="0"/>
                  </a:lnTo>
                  <a:close/>
                </a:path>
              </a:pathLst>
            </a:custGeom>
            <a:solidFill>
              <a:srgbClr val="E15758"/>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32" name="Google Shape;232;p22"/>
            <p:cNvSpPr/>
            <p:nvPr/>
          </p:nvSpPr>
          <p:spPr>
            <a:xfrm>
              <a:off x="6621925" y="2429125"/>
              <a:ext cx="130500" cy="66850"/>
            </a:xfrm>
            <a:custGeom>
              <a:rect b="b" l="l" r="r" t="t"/>
              <a:pathLst>
                <a:path extrusionOk="0" h="2674" w="5220">
                  <a:moveTo>
                    <a:pt x="2852" y="1"/>
                  </a:moveTo>
                  <a:lnTo>
                    <a:pt x="2291" y="103"/>
                  </a:lnTo>
                  <a:lnTo>
                    <a:pt x="1782" y="281"/>
                  </a:lnTo>
                  <a:lnTo>
                    <a:pt x="942" y="866"/>
                  </a:lnTo>
                  <a:lnTo>
                    <a:pt x="102" y="1808"/>
                  </a:lnTo>
                  <a:lnTo>
                    <a:pt x="0" y="1987"/>
                  </a:lnTo>
                  <a:lnTo>
                    <a:pt x="204" y="2114"/>
                  </a:lnTo>
                  <a:lnTo>
                    <a:pt x="1375" y="2547"/>
                  </a:lnTo>
                  <a:lnTo>
                    <a:pt x="2393" y="2674"/>
                  </a:lnTo>
                  <a:lnTo>
                    <a:pt x="2928" y="2572"/>
                  </a:lnTo>
                  <a:lnTo>
                    <a:pt x="3437" y="2394"/>
                  </a:lnTo>
                  <a:lnTo>
                    <a:pt x="4303" y="1808"/>
                  </a:lnTo>
                  <a:lnTo>
                    <a:pt x="5117" y="866"/>
                  </a:lnTo>
                  <a:lnTo>
                    <a:pt x="5219" y="663"/>
                  </a:lnTo>
                  <a:lnTo>
                    <a:pt x="5041" y="561"/>
                  </a:lnTo>
                  <a:lnTo>
                    <a:pt x="3870" y="103"/>
                  </a:lnTo>
                  <a:lnTo>
                    <a:pt x="2852" y="1"/>
                  </a:lnTo>
                  <a:close/>
                </a:path>
              </a:pathLst>
            </a:custGeom>
            <a:solidFill>
              <a:srgbClr val="251510"/>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33" name="Google Shape;233;p22"/>
            <p:cNvSpPr/>
            <p:nvPr/>
          </p:nvSpPr>
          <p:spPr>
            <a:xfrm>
              <a:off x="6261675" y="2429125"/>
              <a:ext cx="129875" cy="66850"/>
            </a:xfrm>
            <a:custGeom>
              <a:rect b="b" l="l" r="r" t="t"/>
              <a:pathLst>
                <a:path extrusionOk="0" h="2674" w="5195">
                  <a:moveTo>
                    <a:pt x="2368" y="1"/>
                  </a:moveTo>
                  <a:lnTo>
                    <a:pt x="1350" y="103"/>
                  </a:lnTo>
                  <a:lnTo>
                    <a:pt x="179" y="561"/>
                  </a:lnTo>
                  <a:lnTo>
                    <a:pt x="0" y="663"/>
                  </a:lnTo>
                  <a:lnTo>
                    <a:pt x="102" y="866"/>
                  </a:lnTo>
                  <a:lnTo>
                    <a:pt x="917" y="1808"/>
                  </a:lnTo>
                  <a:lnTo>
                    <a:pt x="1757" y="2394"/>
                  </a:lnTo>
                  <a:lnTo>
                    <a:pt x="2292" y="2572"/>
                  </a:lnTo>
                  <a:lnTo>
                    <a:pt x="2826" y="2674"/>
                  </a:lnTo>
                  <a:lnTo>
                    <a:pt x="3845" y="2547"/>
                  </a:lnTo>
                  <a:lnTo>
                    <a:pt x="5016" y="2114"/>
                  </a:lnTo>
                  <a:lnTo>
                    <a:pt x="5194" y="1987"/>
                  </a:lnTo>
                  <a:lnTo>
                    <a:pt x="5092" y="1808"/>
                  </a:lnTo>
                  <a:lnTo>
                    <a:pt x="4278" y="866"/>
                  </a:lnTo>
                  <a:lnTo>
                    <a:pt x="3437" y="281"/>
                  </a:lnTo>
                  <a:lnTo>
                    <a:pt x="2903" y="103"/>
                  </a:lnTo>
                  <a:lnTo>
                    <a:pt x="2368" y="1"/>
                  </a:lnTo>
                  <a:close/>
                </a:path>
              </a:pathLst>
            </a:custGeom>
            <a:solidFill>
              <a:srgbClr val="251510"/>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34" name="Google Shape;234;p22"/>
            <p:cNvSpPr/>
            <p:nvPr/>
          </p:nvSpPr>
          <p:spPr>
            <a:xfrm>
              <a:off x="6294775" y="2438675"/>
              <a:ext cx="26750" cy="26750"/>
            </a:xfrm>
            <a:custGeom>
              <a:rect b="b" l="l" r="r" t="t"/>
              <a:pathLst>
                <a:path extrusionOk="0" h="1070" w="1070">
                  <a:moveTo>
                    <a:pt x="535" y="1"/>
                  </a:moveTo>
                  <a:lnTo>
                    <a:pt x="306" y="26"/>
                  </a:lnTo>
                  <a:lnTo>
                    <a:pt x="26" y="332"/>
                  </a:lnTo>
                  <a:lnTo>
                    <a:pt x="0" y="535"/>
                  </a:lnTo>
                  <a:lnTo>
                    <a:pt x="26" y="739"/>
                  </a:lnTo>
                  <a:lnTo>
                    <a:pt x="306" y="1044"/>
                  </a:lnTo>
                  <a:lnTo>
                    <a:pt x="535" y="1070"/>
                  </a:lnTo>
                  <a:lnTo>
                    <a:pt x="739" y="1044"/>
                  </a:lnTo>
                  <a:lnTo>
                    <a:pt x="1019" y="739"/>
                  </a:lnTo>
                  <a:lnTo>
                    <a:pt x="1070" y="535"/>
                  </a:lnTo>
                  <a:lnTo>
                    <a:pt x="1019" y="332"/>
                  </a:lnTo>
                  <a:lnTo>
                    <a:pt x="739" y="26"/>
                  </a:lnTo>
                  <a:lnTo>
                    <a:pt x="535" y="1"/>
                  </a:lnTo>
                  <a:close/>
                </a:path>
              </a:pathLst>
            </a:custGeom>
            <a:solidFill>
              <a:srgbClr val="FFFFFF"/>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35" name="Google Shape;235;p22"/>
            <p:cNvSpPr/>
            <p:nvPr/>
          </p:nvSpPr>
          <p:spPr>
            <a:xfrm>
              <a:off x="6660750" y="2445050"/>
              <a:ext cx="26750" cy="26125"/>
            </a:xfrm>
            <a:custGeom>
              <a:rect b="b" l="l" r="r" t="t"/>
              <a:pathLst>
                <a:path extrusionOk="0" h="1045" w="1070">
                  <a:moveTo>
                    <a:pt x="535" y="0"/>
                  </a:moveTo>
                  <a:lnTo>
                    <a:pt x="306" y="26"/>
                  </a:lnTo>
                  <a:lnTo>
                    <a:pt x="26" y="306"/>
                  </a:lnTo>
                  <a:lnTo>
                    <a:pt x="0" y="509"/>
                  </a:lnTo>
                  <a:lnTo>
                    <a:pt x="26" y="739"/>
                  </a:lnTo>
                  <a:lnTo>
                    <a:pt x="306" y="1019"/>
                  </a:lnTo>
                  <a:lnTo>
                    <a:pt x="535" y="1044"/>
                  </a:lnTo>
                  <a:lnTo>
                    <a:pt x="738" y="1019"/>
                  </a:lnTo>
                  <a:lnTo>
                    <a:pt x="1019" y="739"/>
                  </a:lnTo>
                  <a:lnTo>
                    <a:pt x="1069" y="509"/>
                  </a:lnTo>
                  <a:lnTo>
                    <a:pt x="1019" y="306"/>
                  </a:lnTo>
                  <a:lnTo>
                    <a:pt x="738" y="26"/>
                  </a:lnTo>
                  <a:lnTo>
                    <a:pt x="535" y="0"/>
                  </a:lnTo>
                  <a:close/>
                </a:path>
              </a:pathLst>
            </a:custGeom>
            <a:solidFill>
              <a:srgbClr val="FFFFFF"/>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36" name="Google Shape;236;p22"/>
            <p:cNvSpPr/>
            <p:nvPr/>
          </p:nvSpPr>
          <p:spPr>
            <a:xfrm>
              <a:off x="7025450" y="2455225"/>
              <a:ext cx="357075" cy="586225"/>
            </a:xfrm>
            <a:custGeom>
              <a:rect b="b" l="l" r="r" t="t"/>
              <a:pathLst>
                <a:path extrusionOk="0" h="23449" w="14283">
                  <a:moveTo>
                    <a:pt x="9216" y="1"/>
                  </a:moveTo>
                  <a:lnTo>
                    <a:pt x="8783" y="102"/>
                  </a:lnTo>
                  <a:lnTo>
                    <a:pt x="8427" y="357"/>
                  </a:lnTo>
                  <a:lnTo>
                    <a:pt x="8172" y="764"/>
                  </a:lnTo>
                  <a:lnTo>
                    <a:pt x="8096" y="993"/>
                  </a:lnTo>
                  <a:lnTo>
                    <a:pt x="6365" y="8529"/>
                  </a:lnTo>
                  <a:lnTo>
                    <a:pt x="6059" y="8453"/>
                  </a:lnTo>
                  <a:lnTo>
                    <a:pt x="7587" y="1757"/>
                  </a:lnTo>
                  <a:lnTo>
                    <a:pt x="7638" y="1503"/>
                  </a:lnTo>
                  <a:lnTo>
                    <a:pt x="7587" y="1044"/>
                  </a:lnTo>
                  <a:lnTo>
                    <a:pt x="7383" y="637"/>
                  </a:lnTo>
                  <a:lnTo>
                    <a:pt x="7027" y="357"/>
                  </a:lnTo>
                  <a:lnTo>
                    <a:pt x="6823" y="306"/>
                  </a:lnTo>
                  <a:lnTo>
                    <a:pt x="6619" y="255"/>
                  </a:lnTo>
                  <a:lnTo>
                    <a:pt x="6187" y="357"/>
                  </a:lnTo>
                  <a:lnTo>
                    <a:pt x="5830" y="637"/>
                  </a:lnTo>
                  <a:lnTo>
                    <a:pt x="5576" y="1019"/>
                  </a:lnTo>
                  <a:lnTo>
                    <a:pt x="5499" y="1273"/>
                  </a:lnTo>
                  <a:lnTo>
                    <a:pt x="3386" y="10439"/>
                  </a:lnTo>
                  <a:lnTo>
                    <a:pt x="3157" y="9548"/>
                  </a:lnTo>
                  <a:lnTo>
                    <a:pt x="2648" y="8173"/>
                  </a:lnTo>
                  <a:lnTo>
                    <a:pt x="2139" y="7231"/>
                  </a:lnTo>
                  <a:lnTo>
                    <a:pt x="1629" y="6594"/>
                  </a:lnTo>
                  <a:lnTo>
                    <a:pt x="968" y="6111"/>
                  </a:lnTo>
                  <a:lnTo>
                    <a:pt x="382" y="6034"/>
                  </a:lnTo>
                  <a:lnTo>
                    <a:pt x="331" y="6060"/>
                  </a:lnTo>
                  <a:lnTo>
                    <a:pt x="178" y="6136"/>
                  </a:lnTo>
                  <a:lnTo>
                    <a:pt x="0" y="6442"/>
                  </a:lnTo>
                  <a:lnTo>
                    <a:pt x="0" y="6951"/>
                  </a:lnTo>
                  <a:lnTo>
                    <a:pt x="26" y="7078"/>
                  </a:lnTo>
                  <a:lnTo>
                    <a:pt x="560" y="10006"/>
                  </a:lnTo>
                  <a:lnTo>
                    <a:pt x="1171" y="13494"/>
                  </a:lnTo>
                  <a:lnTo>
                    <a:pt x="1222" y="13901"/>
                  </a:lnTo>
                  <a:lnTo>
                    <a:pt x="1426" y="14563"/>
                  </a:lnTo>
                  <a:lnTo>
                    <a:pt x="1909" y="15327"/>
                  </a:lnTo>
                  <a:lnTo>
                    <a:pt x="2953" y="16116"/>
                  </a:lnTo>
                  <a:lnTo>
                    <a:pt x="3157" y="16192"/>
                  </a:lnTo>
                  <a:lnTo>
                    <a:pt x="1859" y="21844"/>
                  </a:lnTo>
                  <a:lnTo>
                    <a:pt x="8809" y="23448"/>
                  </a:lnTo>
                  <a:lnTo>
                    <a:pt x="10158" y="17694"/>
                  </a:lnTo>
                  <a:lnTo>
                    <a:pt x="10285" y="17694"/>
                  </a:lnTo>
                  <a:lnTo>
                    <a:pt x="10718" y="17618"/>
                  </a:lnTo>
                  <a:lnTo>
                    <a:pt x="11202" y="17338"/>
                  </a:lnTo>
                  <a:lnTo>
                    <a:pt x="11635" y="16803"/>
                  </a:lnTo>
                  <a:lnTo>
                    <a:pt x="11762" y="16396"/>
                  </a:lnTo>
                  <a:lnTo>
                    <a:pt x="12093" y="14970"/>
                  </a:lnTo>
                  <a:lnTo>
                    <a:pt x="12831" y="11737"/>
                  </a:lnTo>
                  <a:lnTo>
                    <a:pt x="13086" y="10617"/>
                  </a:lnTo>
                  <a:lnTo>
                    <a:pt x="13213" y="10108"/>
                  </a:lnTo>
                  <a:lnTo>
                    <a:pt x="14232" y="5652"/>
                  </a:lnTo>
                  <a:lnTo>
                    <a:pt x="14282" y="5423"/>
                  </a:lnTo>
                  <a:lnTo>
                    <a:pt x="14232" y="4965"/>
                  </a:lnTo>
                  <a:lnTo>
                    <a:pt x="14028" y="4609"/>
                  </a:lnTo>
                  <a:lnTo>
                    <a:pt x="13722" y="4354"/>
                  </a:lnTo>
                  <a:lnTo>
                    <a:pt x="13519" y="4303"/>
                  </a:lnTo>
                  <a:lnTo>
                    <a:pt x="13315" y="4252"/>
                  </a:lnTo>
                  <a:lnTo>
                    <a:pt x="12933" y="4354"/>
                  </a:lnTo>
                  <a:lnTo>
                    <a:pt x="12602" y="4609"/>
                  </a:lnTo>
                  <a:lnTo>
                    <a:pt x="12373" y="4965"/>
                  </a:lnTo>
                  <a:lnTo>
                    <a:pt x="12297" y="5194"/>
                  </a:lnTo>
                  <a:lnTo>
                    <a:pt x="11253" y="9675"/>
                  </a:lnTo>
                  <a:lnTo>
                    <a:pt x="10871" y="9573"/>
                  </a:lnTo>
                  <a:lnTo>
                    <a:pt x="12322" y="3285"/>
                  </a:lnTo>
                  <a:lnTo>
                    <a:pt x="12373" y="3030"/>
                  </a:lnTo>
                  <a:lnTo>
                    <a:pt x="12322" y="2572"/>
                  </a:lnTo>
                  <a:lnTo>
                    <a:pt x="12093" y="2165"/>
                  </a:lnTo>
                  <a:lnTo>
                    <a:pt x="11762" y="1884"/>
                  </a:lnTo>
                  <a:lnTo>
                    <a:pt x="11558" y="1834"/>
                  </a:lnTo>
                  <a:lnTo>
                    <a:pt x="11329" y="1783"/>
                  </a:lnTo>
                  <a:lnTo>
                    <a:pt x="10922" y="1884"/>
                  </a:lnTo>
                  <a:lnTo>
                    <a:pt x="10565" y="2165"/>
                  </a:lnTo>
                  <a:lnTo>
                    <a:pt x="10285" y="2546"/>
                  </a:lnTo>
                  <a:lnTo>
                    <a:pt x="10235" y="2801"/>
                  </a:lnTo>
                  <a:lnTo>
                    <a:pt x="8783" y="9089"/>
                  </a:lnTo>
                  <a:lnTo>
                    <a:pt x="8452" y="9013"/>
                  </a:lnTo>
                  <a:lnTo>
                    <a:pt x="10209" y="1503"/>
                  </a:lnTo>
                  <a:lnTo>
                    <a:pt x="10235" y="1248"/>
                  </a:lnTo>
                  <a:lnTo>
                    <a:pt x="10184" y="764"/>
                  </a:lnTo>
                  <a:lnTo>
                    <a:pt x="9980" y="357"/>
                  </a:lnTo>
                  <a:lnTo>
                    <a:pt x="9649" y="102"/>
                  </a:lnTo>
                  <a:lnTo>
                    <a:pt x="9420" y="26"/>
                  </a:lnTo>
                  <a:lnTo>
                    <a:pt x="9216" y="1"/>
                  </a:lnTo>
                  <a:close/>
                </a:path>
              </a:pathLst>
            </a:custGeom>
            <a:solidFill>
              <a:srgbClr val="F2D1AA"/>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37" name="Google Shape;237;p22"/>
            <p:cNvSpPr/>
            <p:nvPr/>
          </p:nvSpPr>
          <p:spPr>
            <a:xfrm>
              <a:off x="7109450" y="2714900"/>
              <a:ext cx="675" cy="675"/>
            </a:xfrm>
            <a:custGeom>
              <a:rect b="b" l="l" r="r" t="t"/>
              <a:pathLst>
                <a:path extrusionOk="0" h="27" w="27">
                  <a:moveTo>
                    <a:pt x="1" y="1"/>
                  </a:moveTo>
                  <a:lnTo>
                    <a:pt x="1" y="1"/>
                  </a:lnTo>
                  <a:lnTo>
                    <a:pt x="26" y="26"/>
                  </a:lnTo>
                  <a:lnTo>
                    <a:pt x="1" y="1"/>
                  </a:lnTo>
                  <a:lnTo>
                    <a:pt x="1" y="1"/>
                  </a:lnTo>
                  <a:close/>
                </a:path>
              </a:pathLst>
            </a:custGeom>
            <a:solidFill>
              <a:srgbClr val="CFA47F"/>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38" name="Google Shape;238;p22"/>
            <p:cNvSpPr/>
            <p:nvPr/>
          </p:nvSpPr>
          <p:spPr>
            <a:xfrm>
              <a:off x="7143175" y="2659525"/>
              <a:ext cx="190975" cy="55400"/>
            </a:xfrm>
            <a:custGeom>
              <a:rect b="b" l="l" r="r" t="t"/>
              <a:pathLst>
                <a:path extrusionOk="0" h="2216" w="7639">
                  <a:moveTo>
                    <a:pt x="103" y="1"/>
                  </a:moveTo>
                  <a:lnTo>
                    <a:pt x="1" y="485"/>
                  </a:lnTo>
                  <a:lnTo>
                    <a:pt x="7537" y="2216"/>
                  </a:lnTo>
                  <a:lnTo>
                    <a:pt x="7639" y="1732"/>
                  </a:lnTo>
                  <a:lnTo>
                    <a:pt x="6544" y="1503"/>
                  </a:lnTo>
                  <a:lnTo>
                    <a:pt x="6162" y="1401"/>
                  </a:lnTo>
                  <a:lnTo>
                    <a:pt x="4074" y="917"/>
                  </a:lnTo>
                  <a:lnTo>
                    <a:pt x="3743" y="841"/>
                  </a:lnTo>
                  <a:lnTo>
                    <a:pt x="3769" y="841"/>
                  </a:lnTo>
                  <a:lnTo>
                    <a:pt x="1656" y="357"/>
                  </a:lnTo>
                  <a:lnTo>
                    <a:pt x="1350" y="281"/>
                  </a:lnTo>
                  <a:lnTo>
                    <a:pt x="103" y="1"/>
                  </a:lnTo>
                  <a:close/>
                </a:path>
              </a:pathLst>
            </a:custGeom>
            <a:solidFill>
              <a:srgbClr val="CFA47F"/>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39" name="Google Shape;239;p22"/>
            <p:cNvSpPr/>
            <p:nvPr/>
          </p:nvSpPr>
          <p:spPr>
            <a:xfrm>
              <a:off x="7110100" y="2708550"/>
              <a:ext cx="105675" cy="159775"/>
            </a:xfrm>
            <a:custGeom>
              <a:rect b="b" l="l" r="r" t="t"/>
              <a:pathLst>
                <a:path extrusionOk="0" h="6391" w="4227">
                  <a:moveTo>
                    <a:pt x="51" y="0"/>
                  </a:moveTo>
                  <a:lnTo>
                    <a:pt x="51" y="51"/>
                  </a:lnTo>
                  <a:lnTo>
                    <a:pt x="0" y="280"/>
                  </a:lnTo>
                  <a:lnTo>
                    <a:pt x="229" y="306"/>
                  </a:lnTo>
                  <a:lnTo>
                    <a:pt x="1120" y="637"/>
                  </a:lnTo>
                  <a:lnTo>
                    <a:pt x="1859" y="1044"/>
                  </a:lnTo>
                  <a:lnTo>
                    <a:pt x="2597" y="1680"/>
                  </a:lnTo>
                  <a:lnTo>
                    <a:pt x="3259" y="2571"/>
                  </a:lnTo>
                  <a:lnTo>
                    <a:pt x="3717" y="3794"/>
                  </a:lnTo>
                  <a:lnTo>
                    <a:pt x="3895" y="5372"/>
                  </a:lnTo>
                  <a:lnTo>
                    <a:pt x="3819" y="6314"/>
                  </a:lnTo>
                  <a:lnTo>
                    <a:pt x="4099" y="6390"/>
                  </a:lnTo>
                  <a:lnTo>
                    <a:pt x="4150" y="6212"/>
                  </a:lnTo>
                  <a:lnTo>
                    <a:pt x="4226" y="5117"/>
                  </a:lnTo>
                  <a:lnTo>
                    <a:pt x="4175" y="4124"/>
                  </a:lnTo>
                  <a:lnTo>
                    <a:pt x="3895" y="3030"/>
                  </a:lnTo>
                  <a:lnTo>
                    <a:pt x="3335" y="1935"/>
                  </a:lnTo>
                  <a:lnTo>
                    <a:pt x="2393" y="968"/>
                  </a:lnTo>
                  <a:lnTo>
                    <a:pt x="1375" y="407"/>
                  </a:lnTo>
                  <a:lnTo>
                    <a:pt x="535" y="102"/>
                  </a:lnTo>
                  <a:lnTo>
                    <a:pt x="51" y="0"/>
                  </a:lnTo>
                  <a:close/>
                </a:path>
              </a:pathLst>
            </a:custGeom>
            <a:solidFill>
              <a:srgbClr val="CFA47F"/>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40" name="Google Shape;240;p22"/>
            <p:cNvSpPr/>
            <p:nvPr/>
          </p:nvSpPr>
          <p:spPr>
            <a:xfrm>
              <a:off x="7087825" y="2888650"/>
              <a:ext cx="183950" cy="84675"/>
            </a:xfrm>
            <a:custGeom>
              <a:rect b="b" l="l" r="r" t="t"/>
              <a:pathLst>
                <a:path extrusionOk="0" h="3387" w="7358">
                  <a:moveTo>
                    <a:pt x="407" y="1"/>
                  </a:moveTo>
                  <a:lnTo>
                    <a:pt x="0" y="1783"/>
                  </a:lnTo>
                  <a:lnTo>
                    <a:pt x="6950" y="3387"/>
                  </a:lnTo>
                  <a:lnTo>
                    <a:pt x="7358" y="1605"/>
                  </a:lnTo>
                  <a:lnTo>
                    <a:pt x="407" y="1"/>
                  </a:lnTo>
                  <a:close/>
                </a:path>
              </a:pathLst>
            </a:custGeom>
            <a:solidFill>
              <a:srgbClr val="CFA47F"/>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41" name="Google Shape;241;p22"/>
            <p:cNvSpPr/>
            <p:nvPr/>
          </p:nvSpPr>
          <p:spPr>
            <a:xfrm>
              <a:off x="7048350" y="2910950"/>
              <a:ext cx="237425" cy="100575"/>
            </a:xfrm>
            <a:custGeom>
              <a:rect b="b" l="l" r="r" t="t"/>
              <a:pathLst>
                <a:path extrusionOk="0" h="4023" w="9497">
                  <a:moveTo>
                    <a:pt x="433" y="0"/>
                  </a:moveTo>
                  <a:lnTo>
                    <a:pt x="1" y="1909"/>
                  </a:lnTo>
                  <a:lnTo>
                    <a:pt x="9064" y="4023"/>
                  </a:lnTo>
                  <a:lnTo>
                    <a:pt x="9497" y="2088"/>
                  </a:lnTo>
                  <a:lnTo>
                    <a:pt x="433" y="0"/>
                  </a:lnTo>
                  <a:close/>
                </a:path>
              </a:pathLst>
            </a:custGeom>
            <a:solidFill>
              <a:srgbClr val="F35E9C"/>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sp>
          <p:nvSpPr>
            <p:cNvPr id="242" name="Google Shape;242;p22"/>
            <p:cNvSpPr/>
            <p:nvPr/>
          </p:nvSpPr>
          <p:spPr>
            <a:xfrm>
              <a:off x="7026075" y="2948500"/>
              <a:ext cx="251425" cy="105675"/>
            </a:xfrm>
            <a:custGeom>
              <a:rect b="b" l="l" r="r" t="t"/>
              <a:pathLst>
                <a:path extrusionOk="0" h="4227" w="10057">
                  <a:moveTo>
                    <a:pt x="968" y="0"/>
                  </a:moveTo>
                  <a:lnTo>
                    <a:pt x="1" y="4226"/>
                  </a:lnTo>
                  <a:lnTo>
                    <a:pt x="9548" y="4226"/>
                  </a:lnTo>
                  <a:lnTo>
                    <a:pt x="10057" y="2088"/>
                  </a:lnTo>
                  <a:lnTo>
                    <a:pt x="968" y="0"/>
                  </a:lnTo>
                  <a:close/>
                </a:path>
              </a:pathLst>
            </a:custGeom>
            <a:solidFill>
              <a:srgbClr val="CD3676"/>
            </a:solidFill>
            <a:ln>
              <a:noFill/>
            </a:ln>
          </p:spPr>
          <p:txBody>
            <a:bodyPr anchorCtr="0" anchor="ctr" bIns="84800" lIns="84800" spcFirstLastPara="1" rIns="84800" wrap="square" tIns="84800">
              <a:noAutofit/>
            </a:bodyPr>
            <a:lstStyle/>
            <a:p>
              <a:pPr indent="0" lvl="0" marL="0" rtl="0" algn="l">
                <a:spcBef>
                  <a:spcPts val="0"/>
                </a:spcBef>
                <a:spcAft>
                  <a:spcPts val="0"/>
                </a:spcAft>
                <a:buNone/>
              </a:pPr>
              <a:r>
                <a:t/>
              </a: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3"/>
          <p:cNvSpPr txBox="1"/>
          <p:nvPr>
            <p:ph type="title"/>
          </p:nvPr>
        </p:nvSpPr>
        <p:spPr>
          <a:xfrm>
            <a:off x="653625" y="272700"/>
            <a:ext cx="5969100" cy="76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The Attribution Question </a:t>
            </a:r>
            <a:endParaRPr b="0">
              <a:solidFill>
                <a:srgbClr val="F58617"/>
              </a:solidFill>
            </a:endParaRPr>
          </a:p>
        </p:txBody>
      </p:sp>
      <p:sp>
        <p:nvSpPr>
          <p:cNvPr id="248" name="Google Shape;248;p23"/>
          <p:cNvSpPr txBox="1"/>
          <p:nvPr>
            <p:ph idx="1" type="body"/>
          </p:nvPr>
        </p:nvSpPr>
        <p:spPr>
          <a:xfrm>
            <a:off x="719450" y="1081350"/>
            <a:ext cx="6774900" cy="3682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solidFill>
                  <a:srgbClr val="474F67"/>
                </a:solidFill>
              </a:rPr>
              <a:t>After implementing poverty-focused interventions, your district's achievement data shows improvement—but not as dramatic as the board hoped. Board members question whether the investment was worth it, pointing to modest test score gains. However, you've seen significant improvements in attendance, behavior referrals, and social-emotional indicators. Students and families report feeling more supported, but these outcomes don't show up in state accountability metrics.</a:t>
            </a:r>
            <a:endParaRPr sz="1400">
              <a:solidFill>
                <a:srgbClr val="474F67"/>
              </a:solidFill>
            </a:endParaRPr>
          </a:p>
          <a:p>
            <a:pPr indent="0" lvl="0" marL="0" rtl="0" algn="l">
              <a:spcBef>
                <a:spcPts val="600"/>
              </a:spcBef>
              <a:spcAft>
                <a:spcPts val="0"/>
              </a:spcAft>
              <a:buNone/>
            </a:pPr>
            <a:r>
              <a:t/>
            </a:r>
            <a:endParaRPr sz="1400">
              <a:solidFill>
                <a:srgbClr val="474F67"/>
              </a:solidFill>
            </a:endParaRPr>
          </a:p>
          <a:p>
            <a:pPr indent="-317500" lvl="0" marL="457200" rtl="0" algn="l">
              <a:spcBef>
                <a:spcPts val="600"/>
              </a:spcBef>
              <a:spcAft>
                <a:spcPts val="0"/>
              </a:spcAft>
              <a:buClr>
                <a:srgbClr val="474F67"/>
              </a:buClr>
              <a:buSzPts val="1400"/>
              <a:buChar char="●"/>
            </a:pPr>
            <a:r>
              <a:rPr lang="en" sz="1400">
                <a:solidFill>
                  <a:srgbClr val="474F67"/>
                </a:solidFill>
              </a:rPr>
              <a:t>How do you define and measure success for poverty interventions?</a:t>
            </a:r>
            <a:endParaRPr sz="1400">
              <a:solidFill>
                <a:srgbClr val="474F67"/>
              </a:solidFill>
            </a:endParaRPr>
          </a:p>
          <a:p>
            <a:pPr indent="-317500" lvl="0" marL="457200" rtl="0" algn="l">
              <a:spcBef>
                <a:spcPts val="0"/>
              </a:spcBef>
              <a:spcAft>
                <a:spcPts val="0"/>
              </a:spcAft>
              <a:buClr>
                <a:srgbClr val="474F67"/>
              </a:buClr>
              <a:buSzPts val="1400"/>
              <a:buChar char="●"/>
            </a:pPr>
            <a:r>
              <a:rPr lang="en" sz="1400">
                <a:solidFill>
                  <a:srgbClr val="474F67"/>
                </a:solidFill>
              </a:rPr>
              <a:t>What data tells the complete story beyond test scores?</a:t>
            </a:r>
            <a:endParaRPr sz="1400">
              <a:solidFill>
                <a:srgbClr val="474F67"/>
              </a:solidFill>
            </a:endParaRPr>
          </a:p>
          <a:p>
            <a:pPr indent="-317500" lvl="0" marL="457200" rtl="0" algn="l">
              <a:spcBef>
                <a:spcPts val="0"/>
              </a:spcBef>
              <a:spcAft>
                <a:spcPts val="0"/>
              </a:spcAft>
              <a:buClr>
                <a:srgbClr val="474F67"/>
              </a:buClr>
              <a:buSzPts val="1400"/>
              <a:buChar char="●"/>
            </a:pPr>
            <a:r>
              <a:rPr lang="en" sz="1400">
                <a:solidFill>
                  <a:srgbClr val="474F67"/>
                </a:solidFill>
              </a:rPr>
              <a:t>How do you communicate the value of wraparound services to stakeholders focused on academic metrics?</a:t>
            </a:r>
            <a:endParaRPr sz="1400">
              <a:solidFill>
                <a:srgbClr val="474F67"/>
              </a:solidFill>
            </a:endParaRPr>
          </a:p>
          <a:p>
            <a:pPr indent="-317500" lvl="0" marL="457200" rtl="0" algn="l">
              <a:spcBef>
                <a:spcPts val="0"/>
              </a:spcBef>
              <a:spcAft>
                <a:spcPts val="0"/>
              </a:spcAft>
              <a:buClr>
                <a:srgbClr val="474F67"/>
              </a:buClr>
              <a:buSzPts val="1400"/>
              <a:buChar char="●"/>
            </a:pPr>
            <a:r>
              <a:rPr lang="en" sz="1400">
                <a:solidFill>
                  <a:srgbClr val="474F67"/>
                </a:solidFill>
              </a:rPr>
              <a:t>What long-term outcomes justify short-term investments?</a:t>
            </a:r>
            <a:endParaRPr sz="1400">
              <a:solidFill>
                <a:srgbClr val="474F67"/>
              </a:solidFill>
            </a:endParaRPr>
          </a:p>
          <a:p>
            <a:pPr indent="0" lvl="0" marL="457200" rtl="0" algn="l">
              <a:spcBef>
                <a:spcPts val="600"/>
              </a:spcBef>
              <a:spcAft>
                <a:spcPts val="0"/>
              </a:spcAft>
              <a:buNone/>
            </a:pPr>
            <a:r>
              <a:t/>
            </a:r>
            <a:endParaRPr sz="1400">
              <a:solidFill>
                <a:srgbClr val="474F67"/>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4"/>
          <p:cNvSpPr txBox="1"/>
          <p:nvPr>
            <p:ph type="title"/>
          </p:nvPr>
        </p:nvSpPr>
        <p:spPr>
          <a:xfrm>
            <a:off x="653625" y="394925"/>
            <a:ext cx="5969100" cy="818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The Competing Priorities </a:t>
            </a:r>
            <a:endParaRPr b="0">
              <a:solidFill>
                <a:srgbClr val="F58617"/>
              </a:solidFill>
            </a:endParaRPr>
          </a:p>
        </p:txBody>
      </p:sp>
      <p:sp>
        <p:nvSpPr>
          <p:cNvPr id="254" name="Google Shape;254;p24"/>
          <p:cNvSpPr txBox="1"/>
          <p:nvPr>
            <p:ph idx="1" type="body"/>
          </p:nvPr>
        </p:nvSpPr>
        <p:spPr>
          <a:xfrm>
            <a:off x="653625" y="1260025"/>
            <a:ext cx="6615000" cy="3504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solidFill>
                  <a:srgbClr val="474F67"/>
                </a:solidFill>
              </a:rPr>
              <a:t>Y</a:t>
            </a:r>
            <a:r>
              <a:rPr lang="en" sz="1400">
                <a:solidFill>
                  <a:srgbClr val="474F67"/>
                </a:solidFill>
              </a:rPr>
              <a:t>our superintendent and board have three major initiatives this year: improving test scores, implementing new curriculum, and addressing the mental health crisis. You've been tasked with developing poverty supports, but there's limited time for professional development, staff are exhausted, and some teachers feel this is "one more thing." You know addressing poverty is foundational to all other goals, but you're struggling to get buy-in.</a:t>
            </a:r>
            <a:endParaRPr sz="1400">
              <a:solidFill>
                <a:srgbClr val="474F67"/>
              </a:solidFill>
            </a:endParaRPr>
          </a:p>
          <a:p>
            <a:pPr indent="0" lvl="0" marL="0" rtl="0" algn="l">
              <a:spcBef>
                <a:spcPts val="600"/>
              </a:spcBef>
              <a:spcAft>
                <a:spcPts val="0"/>
              </a:spcAft>
              <a:buNone/>
            </a:pPr>
            <a:r>
              <a:t/>
            </a:r>
            <a:endParaRPr sz="1400">
              <a:solidFill>
                <a:srgbClr val="474F67"/>
              </a:solidFill>
            </a:endParaRPr>
          </a:p>
          <a:p>
            <a:pPr indent="-317500" lvl="0" marL="457200" rtl="0" algn="l">
              <a:spcBef>
                <a:spcPts val="600"/>
              </a:spcBef>
              <a:spcAft>
                <a:spcPts val="0"/>
              </a:spcAft>
              <a:buClr>
                <a:srgbClr val="474F67"/>
              </a:buClr>
              <a:buSzPts val="1400"/>
              <a:buChar char="●"/>
            </a:pPr>
            <a:r>
              <a:rPr lang="en" sz="1400">
                <a:solidFill>
                  <a:srgbClr val="474F67"/>
                </a:solidFill>
              </a:rPr>
              <a:t>How do you frame poverty work as integral rather than additional?</a:t>
            </a:r>
            <a:endParaRPr sz="1400">
              <a:solidFill>
                <a:srgbClr val="474F67"/>
              </a:solidFill>
            </a:endParaRPr>
          </a:p>
          <a:p>
            <a:pPr indent="-317500" lvl="0" marL="457200" rtl="0" algn="l">
              <a:spcBef>
                <a:spcPts val="0"/>
              </a:spcBef>
              <a:spcAft>
                <a:spcPts val="0"/>
              </a:spcAft>
              <a:buClr>
                <a:srgbClr val="474F67"/>
              </a:buClr>
              <a:buSzPts val="1400"/>
              <a:buChar char="●"/>
            </a:pPr>
            <a:r>
              <a:rPr lang="en" sz="1400">
                <a:solidFill>
                  <a:srgbClr val="474F67"/>
                </a:solidFill>
              </a:rPr>
              <a:t>What's your change management strategy?</a:t>
            </a:r>
            <a:endParaRPr sz="1400">
              <a:solidFill>
                <a:srgbClr val="474F67"/>
              </a:solidFill>
            </a:endParaRPr>
          </a:p>
          <a:p>
            <a:pPr indent="-317500" lvl="0" marL="457200" rtl="0" algn="l">
              <a:spcBef>
                <a:spcPts val="0"/>
              </a:spcBef>
              <a:spcAft>
                <a:spcPts val="0"/>
              </a:spcAft>
              <a:buClr>
                <a:srgbClr val="474F67"/>
              </a:buClr>
              <a:buSzPts val="1400"/>
              <a:buChar char="●"/>
            </a:pPr>
            <a:r>
              <a:rPr lang="en" sz="1400">
                <a:solidFill>
                  <a:srgbClr val="474F67"/>
                </a:solidFill>
              </a:rPr>
              <a:t>How do you prioritize when everything feels urgent?</a:t>
            </a:r>
            <a:endParaRPr sz="1400">
              <a:solidFill>
                <a:srgbClr val="474F67"/>
              </a:solidFill>
            </a:endParaRPr>
          </a:p>
          <a:p>
            <a:pPr indent="-317500" lvl="0" marL="457200" rtl="0" algn="l">
              <a:spcBef>
                <a:spcPts val="0"/>
              </a:spcBef>
              <a:spcAft>
                <a:spcPts val="0"/>
              </a:spcAft>
              <a:buClr>
                <a:srgbClr val="474F67"/>
              </a:buClr>
              <a:buSzPts val="1400"/>
              <a:buChar char="●"/>
            </a:pPr>
            <a:r>
              <a:rPr lang="en" sz="1400">
                <a:solidFill>
                  <a:srgbClr val="474F67"/>
                </a:solidFill>
              </a:rPr>
              <a:t>What quick wins could build momentum and demonstrate impact?</a:t>
            </a:r>
            <a:endParaRPr sz="1400">
              <a:solidFill>
                <a:srgbClr val="474F67"/>
              </a:solidFill>
            </a:endParaRPr>
          </a:p>
          <a:p>
            <a:pPr indent="0" lvl="0" marL="0" rtl="0" algn="l">
              <a:spcBef>
                <a:spcPts val="600"/>
              </a:spcBef>
              <a:spcAft>
                <a:spcPts val="0"/>
              </a:spcAft>
              <a:buNone/>
            </a:pPr>
            <a:r>
              <a:t/>
            </a:r>
            <a:endParaRPr sz="1400">
              <a:solidFill>
                <a:srgbClr val="474F67"/>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25"/>
          <p:cNvSpPr txBox="1"/>
          <p:nvPr>
            <p:ph type="title"/>
          </p:nvPr>
        </p:nvSpPr>
        <p:spPr>
          <a:xfrm>
            <a:off x="653625" y="338500"/>
            <a:ext cx="5969100" cy="69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Equity vs. Equality Debate</a:t>
            </a:r>
            <a:endParaRPr b="0">
              <a:solidFill>
                <a:srgbClr val="F58617"/>
              </a:solidFill>
            </a:endParaRPr>
          </a:p>
        </p:txBody>
      </p:sp>
      <p:sp>
        <p:nvSpPr>
          <p:cNvPr id="260" name="Google Shape;260;p25"/>
          <p:cNvSpPr txBox="1"/>
          <p:nvPr>
            <p:ph idx="1" type="body"/>
          </p:nvPr>
        </p:nvSpPr>
        <p:spPr>
          <a:xfrm>
            <a:off x="653625" y="1118975"/>
            <a:ext cx="6699600" cy="3645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400">
                <a:solidFill>
                  <a:srgbClr val="474F67"/>
                </a:solidFill>
              </a:rPr>
              <a:t>You want to implement a district-wide program providing free school supplies, winter coats, and weekend food backpacks to students in poverty. Some community members and board members argue this is "unfair" to families who pay for these items themselves. They suggest making resources available to ALL students to avoid "singling out" poor families. However, your budget cannot support universal provision, and you know targeted support is what's needed.</a:t>
            </a:r>
            <a:endParaRPr sz="1400">
              <a:solidFill>
                <a:srgbClr val="474F67"/>
              </a:solidFill>
            </a:endParaRPr>
          </a:p>
          <a:p>
            <a:pPr indent="0" lvl="0" marL="0" rtl="0" algn="l">
              <a:spcBef>
                <a:spcPts val="600"/>
              </a:spcBef>
              <a:spcAft>
                <a:spcPts val="0"/>
              </a:spcAft>
              <a:buNone/>
            </a:pPr>
            <a:r>
              <a:t/>
            </a:r>
            <a:endParaRPr sz="1400">
              <a:solidFill>
                <a:srgbClr val="474F67"/>
              </a:solidFill>
            </a:endParaRPr>
          </a:p>
          <a:p>
            <a:pPr indent="-317500" lvl="0" marL="457200" rtl="0" algn="l">
              <a:spcBef>
                <a:spcPts val="600"/>
              </a:spcBef>
              <a:spcAft>
                <a:spcPts val="0"/>
              </a:spcAft>
              <a:buClr>
                <a:srgbClr val="474F67"/>
              </a:buClr>
              <a:buSzPts val="1400"/>
              <a:buChar char="●"/>
            </a:pPr>
            <a:r>
              <a:rPr lang="en" sz="1400">
                <a:solidFill>
                  <a:srgbClr val="474F67"/>
                </a:solidFill>
              </a:rPr>
              <a:t>How do you communicate the difference between equity and equality?</a:t>
            </a:r>
            <a:endParaRPr sz="1400">
              <a:solidFill>
                <a:srgbClr val="474F67"/>
              </a:solidFill>
            </a:endParaRPr>
          </a:p>
          <a:p>
            <a:pPr indent="-317500" lvl="0" marL="457200" rtl="0" algn="l">
              <a:spcBef>
                <a:spcPts val="0"/>
              </a:spcBef>
              <a:spcAft>
                <a:spcPts val="0"/>
              </a:spcAft>
              <a:buClr>
                <a:srgbClr val="474F67"/>
              </a:buClr>
              <a:buSzPts val="1400"/>
              <a:buChar char="●"/>
            </a:pPr>
            <a:r>
              <a:rPr lang="en" sz="1400">
                <a:solidFill>
                  <a:srgbClr val="474F67"/>
                </a:solidFill>
              </a:rPr>
              <a:t>What messaging strategies would you use with different stakeholders?</a:t>
            </a:r>
            <a:endParaRPr sz="1400">
              <a:solidFill>
                <a:srgbClr val="474F67"/>
              </a:solidFill>
            </a:endParaRPr>
          </a:p>
          <a:p>
            <a:pPr indent="-317500" lvl="0" marL="457200" rtl="0" algn="l">
              <a:spcBef>
                <a:spcPts val="0"/>
              </a:spcBef>
              <a:spcAft>
                <a:spcPts val="0"/>
              </a:spcAft>
              <a:buClr>
                <a:srgbClr val="474F67"/>
              </a:buClr>
              <a:buSzPts val="1400"/>
              <a:buChar char="●"/>
            </a:pPr>
            <a:r>
              <a:rPr lang="en" sz="1400">
                <a:solidFill>
                  <a:srgbClr val="474F67"/>
                </a:solidFill>
              </a:rPr>
              <a:t>How do you address concerns about stigma while maintaining targeted support?</a:t>
            </a:r>
            <a:endParaRPr sz="1400">
              <a:solidFill>
                <a:srgbClr val="474F67"/>
              </a:solidFill>
            </a:endParaRPr>
          </a:p>
          <a:p>
            <a:pPr indent="-317500" lvl="0" marL="457200" rtl="0" algn="l">
              <a:spcBef>
                <a:spcPts val="0"/>
              </a:spcBef>
              <a:spcAft>
                <a:spcPts val="0"/>
              </a:spcAft>
              <a:buClr>
                <a:srgbClr val="474F67"/>
              </a:buClr>
              <a:buSzPts val="1400"/>
              <a:buChar char="●"/>
            </a:pPr>
            <a:r>
              <a:rPr lang="en" sz="1400">
                <a:solidFill>
                  <a:srgbClr val="474F67"/>
                </a:solidFill>
              </a:rPr>
              <a:t>What policies could you establish to ensure dignity while providing assistance?</a:t>
            </a:r>
            <a:endParaRPr sz="1400">
              <a:solidFill>
                <a:srgbClr val="474F67"/>
              </a:solidFill>
            </a:endParaRPr>
          </a:p>
          <a:p>
            <a:pPr indent="0" lvl="0" marL="0" rtl="0" algn="l">
              <a:spcBef>
                <a:spcPts val="600"/>
              </a:spcBef>
              <a:spcAft>
                <a:spcPts val="0"/>
              </a:spcAft>
              <a:buNone/>
            </a:pPr>
            <a:r>
              <a:t/>
            </a:r>
            <a:endParaRPr sz="1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6"/>
          <p:cNvSpPr txBox="1"/>
          <p:nvPr>
            <p:ph type="title"/>
          </p:nvPr>
        </p:nvSpPr>
        <p:spPr>
          <a:xfrm>
            <a:off x="653625" y="330825"/>
            <a:ext cx="5969100" cy="64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In-School Support </a:t>
            </a:r>
            <a:endParaRPr b="0">
              <a:solidFill>
                <a:srgbClr val="F58617"/>
              </a:solidFill>
            </a:endParaRPr>
          </a:p>
        </p:txBody>
      </p:sp>
      <p:sp>
        <p:nvSpPr>
          <p:cNvPr id="266" name="Google Shape;266;p26"/>
          <p:cNvSpPr txBox="1"/>
          <p:nvPr>
            <p:ph idx="1" type="body"/>
          </p:nvPr>
        </p:nvSpPr>
        <p:spPr>
          <a:xfrm>
            <a:off x="653625" y="1545725"/>
            <a:ext cx="1923900" cy="28515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300"/>
              <a:t>Extended Learning Time </a:t>
            </a:r>
            <a:endParaRPr sz="1300"/>
          </a:p>
          <a:p>
            <a:pPr indent="0" lvl="0" marL="0" rtl="0" algn="l">
              <a:spcBef>
                <a:spcPts val="600"/>
              </a:spcBef>
              <a:spcAft>
                <a:spcPts val="0"/>
              </a:spcAft>
              <a:buNone/>
            </a:pPr>
            <a:r>
              <a:rPr lang="en" sz="1300"/>
              <a:t>Small group tutoring and intervention </a:t>
            </a:r>
            <a:endParaRPr sz="1300"/>
          </a:p>
          <a:p>
            <a:pPr indent="0" lvl="0" marL="0" rtl="0" algn="l">
              <a:spcBef>
                <a:spcPts val="600"/>
              </a:spcBef>
              <a:spcAft>
                <a:spcPts val="0"/>
              </a:spcAft>
              <a:buNone/>
            </a:pPr>
            <a:r>
              <a:rPr lang="en" sz="1300"/>
              <a:t>Technology devices and internet access</a:t>
            </a:r>
            <a:endParaRPr sz="1300"/>
          </a:p>
          <a:p>
            <a:pPr indent="0" lvl="0" marL="0" rtl="0" algn="l">
              <a:spcBef>
                <a:spcPts val="600"/>
              </a:spcBef>
              <a:spcAft>
                <a:spcPts val="0"/>
              </a:spcAft>
              <a:buNone/>
            </a:pPr>
            <a:r>
              <a:rPr lang="en" sz="1300"/>
              <a:t>Transportation assistance </a:t>
            </a:r>
            <a:endParaRPr sz="1300"/>
          </a:p>
        </p:txBody>
      </p:sp>
      <p:sp>
        <p:nvSpPr>
          <p:cNvPr id="267" name="Google Shape;267;p26"/>
          <p:cNvSpPr txBox="1"/>
          <p:nvPr>
            <p:ph idx="2" type="body"/>
          </p:nvPr>
        </p:nvSpPr>
        <p:spPr>
          <a:xfrm>
            <a:off x="2676150" y="1545725"/>
            <a:ext cx="1923900" cy="28515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300"/>
              <a:t>School-based food pantries </a:t>
            </a:r>
            <a:endParaRPr sz="1300"/>
          </a:p>
          <a:p>
            <a:pPr indent="0" lvl="0" marL="0" rtl="0" algn="l">
              <a:spcBef>
                <a:spcPts val="600"/>
              </a:spcBef>
              <a:spcAft>
                <a:spcPts val="0"/>
              </a:spcAft>
              <a:buNone/>
            </a:pPr>
            <a:r>
              <a:rPr lang="en" sz="1300"/>
              <a:t>Weekend backpack programs </a:t>
            </a:r>
            <a:endParaRPr sz="1300"/>
          </a:p>
          <a:p>
            <a:pPr indent="0" lvl="0" marL="0" rtl="0" algn="l">
              <a:spcBef>
                <a:spcPts val="600"/>
              </a:spcBef>
              <a:spcAft>
                <a:spcPts val="0"/>
              </a:spcAft>
              <a:buNone/>
            </a:pPr>
            <a:r>
              <a:rPr lang="en" sz="1300"/>
              <a:t>School supplies and clothing closets </a:t>
            </a:r>
            <a:endParaRPr sz="1300"/>
          </a:p>
          <a:p>
            <a:pPr indent="0" lvl="0" marL="0" rtl="0" algn="l">
              <a:spcBef>
                <a:spcPts val="600"/>
              </a:spcBef>
              <a:spcAft>
                <a:spcPts val="0"/>
              </a:spcAft>
              <a:buNone/>
            </a:pPr>
            <a:r>
              <a:rPr lang="en" sz="1300"/>
              <a:t>Transportation assistance </a:t>
            </a:r>
            <a:endParaRPr sz="1300"/>
          </a:p>
        </p:txBody>
      </p:sp>
      <p:sp>
        <p:nvSpPr>
          <p:cNvPr id="268" name="Google Shape;268;p26"/>
          <p:cNvSpPr txBox="1"/>
          <p:nvPr>
            <p:ph idx="3" type="body"/>
          </p:nvPr>
        </p:nvSpPr>
        <p:spPr>
          <a:xfrm>
            <a:off x="4698675" y="1545725"/>
            <a:ext cx="1923900" cy="28515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300"/>
              <a:t>Parent education workshops </a:t>
            </a:r>
            <a:endParaRPr sz="1300"/>
          </a:p>
          <a:p>
            <a:pPr indent="0" lvl="0" marL="0" rtl="0" algn="l">
              <a:spcBef>
                <a:spcPts val="600"/>
              </a:spcBef>
              <a:spcAft>
                <a:spcPts val="0"/>
              </a:spcAft>
              <a:buNone/>
            </a:pPr>
            <a:r>
              <a:rPr lang="en" sz="1300"/>
              <a:t>Translation services </a:t>
            </a:r>
            <a:endParaRPr sz="1300"/>
          </a:p>
          <a:p>
            <a:pPr indent="0" lvl="0" marL="0" rtl="0" algn="l">
              <a:spcBef>
                <a:spcPts val="600"/>
              </a:spcBef>
              <a:spcAft>
                <a:spcPts val="0"/>
              </a:spcAft>
              <a:buNone/>
            </a:pPr>
            <a:r>
              <a:rPr lang="en" sz="1300"/>
              <a:t>Family </a:t>
            </a:r>
            <a:r>
              <a:rPr lang="en" sz="1300"/>
              <a:t>literacy</a:t>
            </a:r>
            <a:r>
              <a:rPr lang="en" sz="1300"/>
              <a:t> programs </a:t>
            </a:r>
            <a:endParaRPr sz="1300"/>
          </a:p>
          <a:p>
            <a:pPr indent="0" lvl="0" marL="0" rtl="0" algn="l">
              <a:spcBef>
                <a:spcPts val="600"/>
              </a:spcBef>
              <a:spcAft>
                <a:spcPts val="0"/>
              </a:spcAft>
              <a:buNone/>
            </a:pPr>
            <a:r>
              <a:rPr lang="en" sz="1300"/>
              <a:t>Home visits and outreach </a:t>
            </a:r>
            <a:endParaRPr sz="1300"/>
          </a:p>
        </p:txBody>
      </p:sp>
      <p:sp>
        <p:nvSpPr>
          <p:cNvPr id="269" name="Google Shape;269;p26"/>
          <p:cNvSpPr txBox="1"/>
          <p:nvPr/>
        </p:nvSpPr>
        <p:spPr>
          <a:xfrm>
            <a:off x="653625" y="1003075"/>
            <a:ext cx="1923900" cy="4155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rgbClr val="474F67"/>
                </a:solidFill>
                <a:latin typeface="ABeeZee"/>
                <a:ea typeface="ABeeZee"/>
                <a:cs typeface="ABeeZee"/>
                <a:sym typeface="ABeeZee"/>
              </a:rPr>
              <a:t>Academic Support</a:t>
            </a:r>
            <a:endParaRPr sz="1500">
              <a:solidFill>
                <a:srgbClr val="474F67"/>
              </a:solidFill>
              <a:latin typeface="ABeeZee"/>
              <a:ea typeface="ABeeZee"/>
              <a:cs typeface="ABeeZee"/>
              <a:sym typeface="ABeeZee"/>
            </a:endParaRPr>
          </a:p>
        </p:txBody>
      </p:sp>
      <p:sp>
        <p:nvSpPr>
          <p:cNvPr id="270" name="Google Shape;270;p26"/>
          <p:cNvSpPr txBox="1"/>
          <p:nvPr/>
        </p:nvSpPr>
        <p:spPr>
          <a:xfrm>
            <a:off x="2676225" y="1003075"/>
            <a:ext cx="1923900" cy="4155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rgbClr val="474F67"/>
                </a:solidFill>
                <a:latin typeface="ABeeZee"/>
                <a:ea typeface="ABeeZee"/>
                <a:cs typeface="ABeeZee"/>
                <a:sym typeface="ABeeZee"/>
              </a:rPr>
              <a:t>Basic Needs 	</a:t>
            </a:r>
            <a:endParaRPr sz="1500">
              <a:solidFill>
                <a:srgbClr val="474F67"/>
              </a:solidFill>
              <a:latin typeface="ABeeZee"/>
              <a:ea typeface="ABeeZee"/>
              <a:cs typeface="ABeeZee"/>
              <a:sym typeface="ABeeZee"/>
            </a:endParaRPr>
          </a:p>
        </p:txBody>
      </p:sp>
      <p:sp>
        <p:nvSpPr>
          <p:cNvPr id="271" name="Google Shape;271;p26"/>
          <p:cNvSpPr txBox="1"/>
          <p:nvPr/>
        </p:nvSpPr>
        <p:spPr>
          <a:xfrm>
            <a:off x="4698825" y="1010725"/>
            <a:ext cx="1923900" cy="4002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74F67"/>
                </a:solidFill>
                <a:latin typeface="ABeeZee"/>
                <a:ea typeface="ABeeZee"/>
                <a:cs typeface="ABeeZee"/>
                <a:sym typeface="ABeeZee"/>
              </a:rPr>
              <a:t>Family Engagement</a:t>
            </a:r>
            <a:endParaRPr>
              <a:solidFill>
                <a:srgbClr val="474F67"/>
              </a:solidFill>
              <a:latin typeface="ABeeZee"/>
              <a:ea typeface="ABeeZee"/>
              <a:cs typeface="ABeeZee"/>
              <a:sym typeface="ABeeZee"/>
            </a:endParaRPr>
          </a:p>
        </p:txBody>
      </p:sp>
      <p:pic>
        <p:nvPicPr>
          <p:cNvPr descr="Apple on book vector, Back to school filled style icon (Provided by Getty Images)" id="272" name="Google Shape;272;p26"/>
          <p:cNvPicPr preferRelativeResize="0"/>
          <p:nvPr/>
        </p:nvPicPr>
        <p:blipFill>
          <a:blip r:embed="rId3">
            <a:alphaModFix/>
          </a:blip>
          <a:stretch>
            <a:fillRect/>
          </a:stretch>
        </p:blipFill>
        <p:spPr>
          <a:xfrm>
            <a:off x="7647425" y="3646925"/>
            <a:ext cx="1496576" cy="14965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7"/>
          <p:cNvSpPr txBox="1"/>
          <p:nvPr>
            <p:ph type="title"/>
          </p:nvPr>
        </p:nvSpPr>
        <p:spPr>
          <a:xfrm>
            <a:off x="653625" y="535625"/>
            <a:ext cx="5969100" cy="55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Wraparound Services </a:t>
            </a:r>
            <a:endParaRPr b="0">
              <a:solidFill>
                <a:srgbClr val="F58617"/>
              </a:solidFill>
            </a:endParaRPr>
          </a:p>
        </p:txBody>
      </p:sp>
      <p:sp>
        <p:nvSpPr>
          <p:cNvPr id="278" name="Google Shape;278;p27"/>
          <p:cNvSpPr txBox="1"/>
          <p:nvPr>
            <p:ph idx="1" type="body"/>
          </p:nvPr>
        </p:nvSpPr>
        <p:spPr>
          <a:xfrm>
            <a:off x="653625" y="1827400"/>
            <a:ext cx="1923900" cy="25698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400"/>
              <a:t>School-based health clinics</a:t>
            </a:r>
            <a:endParaRPr sz="1400"/>
          </a:p>
          <a:p>
            <a:pPr indent="0" lvl="0" marL="0" rtl="0" algn="l">
              <a:spcBef>
                <a:spcPts val="600"/>
              </a:spcBef>
              <a:spcAft>
                <a:spcPts val="0"/>
              </a:spcAft>
              <a:buNone/>
            </a:pPr>
            <a:r>
              <a:rPr lang="en" sz="1400"/>
              <a:t>Mental health counseling </a:t>
            </a:r>
            <a:endParaRPr sz="1400"/>
          </a:p>
          <a:p>
            <a:pPr indent="0" lvl="0" marL="0" rtl="0" algn="l">
              <a:spcBef>
                <a:spcPts val="600"/>
              </a:spcBef>
              <a:spcAft>
                <a:spcPts val="0"/>
              </a:spcAft>
              <a:buNone/>
            </a:pPr>
            <a:r>
              <a:rPr lang="en" sz="1400"/>
              <a:t>Vision &amp; dental screenings 	</a:t>
            </a:r>
            <a:endParaRPr sz="1400"/>
          </a:p>
          <a:p>
            <a:pPr indent="0" lvl="0" marL="0" rtl="0" algn="l">
              <a:spcBef>
                <a:spcPts val="600"/>
              </a:spcBef>
              <a:spcAft>
                <a:spcPts val="0"/>
              </a:spcAft>
              <a:buNone/>
            </a:pPr>
            <a:r>
              <a:rPr lang="en" sz="1400"/>
              <a:t>Hygiene supplies &amp; facilities </a:t>
            </a:r>
            <a:endParaRPr sz="1400"/>
          </a:p>
        </p:txBody>
      </p:sp>
      <p:sp>
        <p:nvSpPr>
          <p:cNvPr id="279" name="Google Shape;279;p27"/>
          <p:cNvSpPr txBox="1"/>
          <p:nvPr>
            <p:ph idx="2" type="body"/>
          </p:nvPr>
        </p:nvSpPr>
        <p:spPr>
          <a:xfrm>
            <a:off x="2676150" y="1827475"/>
            <a:ext cx="1923900" cy="25698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400"/>
              <a:t>Financial</a:t>
            </a:r>
            <a:r>
              <a:rPr lang="en" sz="1400"/>
              <a:t> literacy programs </a:t>
            </a:r>
            <a:endParaRPr sz="1400"/>
          </a:p>
          <a:p>
            <a:pPr indent="0" lvl="0" marL="0" rtl="0" algn="l">
              <a:spcBef>
                <a:spcPts val="600"/>
              </a:spcBef>
              <a:spcAft>
                <a:spcPts val="0"/>
              </a:spcAft>
              <a:buNone/>
            </a:pPr>
            <a:r>
              <a:rPr lang="en" sz="1400"/>
              <a:t>Career exploration and job skills </a:t>
            </a:r>
            <a:endParaRPr sz="1400"/>
          </a:p>
          <a:p>
            <a:pPr indent="0" lvl="0" marL="0" rtl="0" algn="l">
              <a:spcBef>
                <a:spcPts val="600"/>
              </a:spcBef>
              <a:spcAft>
                <a:spcPts val="0"/>
              </a:spcAft>
              <a:buNone/>
            </a:pPr>
            <a:r>
              <a:rPr lang="en" sz="1400"/>
              <a:t>Cultural and arts programming </a:t>
            </a:r>
            <a:endParaRPr sz="1400"/>
          </a:p>
          <a:p>
            <a:pPr indent="0" lvl="0" marL="0" rtl="0" algn="l">
              <a:spcBef>
                <a:spcPts val="600"/>
              </a:spcBef>
              <a:spcAft>
                <a:spcPts val="0"/>
              </a:spcAft>
              <a:buNone/>
            </a:pPr>
            <a:r>
              <a:rPr lang="en" sz="1400"/>
              <a:t>Field trips &amp; enrichment experiences</a:t>
            </a:r>
            <a:r>
              <a:rPr lang="en"/>
              <a:t> </a:t>
            </a:r>
            <a:endParaRPr/>
          </a:p>
        </p:txBody>
      </p:sp>
      <p:sp>
        <p:nvSpPr>
          <p:cNvPr id="280" name="Google Shape;280;p27"/>
          <p:cNvSpPr txBox="1"/>
          <p:nvPr>
            <p:ph idx="3" type="body"/>
          </p:nvPr>
        </p:nvSpPr>
        <p:spPr>
          <a:xfrm>
            <a:off x="4698675" y="1827425"/>
            <a:ext cx="1923900" cy="25698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400"/>
              <a:t>Case management services </a:t>
            </a:r>
            <a:endParaRPr sz="1400"/>
          </a:p>
          <a:p>
            <a:pPr indent="0" lvl="0" marL="0" rtl="0" algn="l">
              <a:spcBef>
                <a:spcPts val="600"/>
              </a:spcBef>
              <a:spcAft>
                <a:spcPts val="0"/>
              </a:spcAft>
              <a:buNone/>
            </a:pPr>
            <a:r>
              <a:rPr lang="en" sz="1400"/>
              <a:t>Housing &amp; utility assistance connections </a:t>
            </a:r>
            <a:endParaRPr sz="1400"/>
          </a:p>
          <a:p>
            <a:pPr indent="0" lvl="0" marL="0" rtl="0" algn="l">
              <a:spcBef>
                <a:spcPts val="600"/>
              </a:spcBef>
              <a:spcAft>
                <a:spcPts val="0"/>
              </a:spcAft>
              <a:buNone/>
            </a:pPr>
            <a:r>
              <a:rPr lang="en" sz="1400"/>
              <a:t>Legal aid referrals </a:t>
            </a:r>
            <a:endParaRPr sz="1400"/>
          </a:p>
          <a:p>
            <a:pPr indent="0" lvl="0" marL="0" rtl="0" algn="l">
              <a:spcBef>
                <a:spcPts val="600"/>
              </a:spcBef>
              <a:spcAft>
                <a:spcPts val="0"/>
              </a:spcAft>
              <a:buNone/>
            </a:pPr>
            <a:r>
              <a:rPr lang="en" sz="1400"/>
              <a:t>Emergency financial assistance </a:t>
            </a:r>
            <a:endParaRPr sz="1400"/>
          </a:p>
        </p:txBody>
      </p:sp>
      <p:sp>
        <p:nvSpPr>
          <p:cNvPr id="281" name="Google Shape;281;p27"/>
          <p:cNvSpPr txBox="1"/>
          <p:nvPr/>
        </p:nvSpPr>
        <p:spPr>
          <a:xfrm>
            <a:off x="653625" y="1180163"/>
            <a:ext cx="1923900" cy="4002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74F67"/>
                </a:solidFill>
                <a:latin typeface="ABeeZee"/>
                <a:ea typeface="ABeeZee"/>
                <a:cs typeface="ABeeZee"/>
                <a:sym typeface="ABeeZee"/>
              </a:rPr>
              <a:t>Health &amp; Wellness</a:t>
            </a:r>
            <a:endParaRPr>
              <a:solidFill>
                <a:srgbClr val="474F67"/>
              </a:solidFill>
              <a:latin typeface="ABeeZee"/>
              <a:ea typeface="ABeeZee"/>
              <a:cs typeface="ABeeZee"/>
              <a:sym typeface="ABeeZee"/>
            </a:endParaRPr>
          </a:p>
        </p:txBody>
      </p:sp>
      <p:sp>
        <p:nvSpPr>
          <p:cNvPr id="282" name="Google Shape;282;p27"/>
          <p:cNvSpPr txBox="1"/>
          <p:nvPr/>
        </p:nvSpPr>
        <p:spPr>
          <a:xfrm>
            <a:off x="2676150" y="1180177"/>
            <a:ext cx="1923900" cy="3693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474F67"/>
                </a:solidFill>
                <a:latin typeface="ABeeZee"/>
                <a:ea typeface="ABeeZee"/>
                <a:cs typeface="ABeeZee"/>
                <a:sym typeface="ABeeZee"/>
              </a:rPr>
              <a:t>Life Skills &amp; Enrichment</a:t>
            </a:r>
            <a:endParaRPr sz="1200">
              <a:solidFill>
                <a:srgbClr val="474F67"/>
              </a:solidFill>
              <a:latin typeface="ABeeZee"/>
              <a:ea typeface="ABeeZee"/>
              <a:cs typeface="ABeeZee"/>
              <a:sym typeface="ABeeZee"/>
            </a:endParaRPr>
          </a:p>
        </p:txBody>
      </p:sp>
      <p:sp>
        <p:nvSpPr>
          <p:cNvPr id="283" name="Google Shape;283;p27"/>
          <p:cNvSpPr txBox="1"/>
          <p:nvPr/>
        </p:nvSpPr>
        <p:spPr>
          <a:xfrm>
            <a:off x="4698675" y="1165150"/>
            <a:ext cx="1923900" cy="4002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74F67"/>
                </a:solidFill>
                <a:latin typeface="ABeeZee"/>
                <a:ea typeface="ABeeZee"/>
                <a:cs typeface="ABeeZee"/>
                <a:sym typeface="ABeeZee"/>
              </a:rPr>
              <a:t>Family Support </a:t>
            </a:r>
            <a:endParaRPr>
              <a:solidFill>
                <a:srgbClr val="474F67"/>
              </a:solidFill>
              <a:latin typeface="ABeeZee"/>
              <a:ea typeface="ABeeZee"/>
              <a:cs typeface="ABeeZee"/>
              <a:sym typeface="ABeeZee"/>
            </a:endParaRPr>
          </a:p>
        </p:txBody>
      </p:sp>
      <p:pic>
        <p:nvPicPr>
          <p:cNvPr descr="togetherness, team, union, people (Provided by Getty Images)" id="284" name="Google Shape;284;p27"/>
          <p:cNvPicPr preferRelativeResize="0"/>
          <p:nvPr/>
        </p:nvPicPr>
        <p:blipFill>
          <a:blip r:embed="rId3">
            <a:alphaModFix/>
          </a:blip>
          <a:stretch>
            <a:fillRect/>
          </a:stretch>
        </p:blipFill>
        <p:spPr>
          <a:xfrm>
            <a:off x="7672500" y="3725700"/>
            <a:ext cx="1453599" cy="141780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8"/>
          <p:cNvSpPr txBox="1"/>
          <p:nvPr>
            <p:ph type="title"/>
          </p:nvPr>
        </p:nvSpPr>
        <p:spPr>
          <a:xfrm>
            <a:off x="653625" y="378075"/>
            <a:ext cx="5969100" cy="55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sz="2800">
                <a:solidFill>
                  <a:srgbClr val="F58617"/>
                </a:solidFill>
              </a:rPr>
              <a:t>Maximizing Resources </a:t>
            </a:r>
            <a:r>
              <a:rPr b="0" lang="en" sz="2800">
                <a:solidFill>
                  <a:srgbClr val="F58617"/>
                </a:solidFill>
              </a:rPr>
              <a:t> </a:t>
            </a:r>
            <a:endParaRPr b="0" sz="2800">
              <a:solidFill>
                <a:srgbClr val="F58617"/>
              </a:solidFill>
            </a:endParaRPr>
          </a:p>
        </p:txBody>
      </p:sp>
      <p:sp>
        <p:nvSpPr>
          <p:cNvPr id="290" name="Google Shape;290;p28"/>
          <p:cNvSpPr txBox="1"/>
          <p:nvPr>
            <p:ph idx="1" type="body"/>
          </p:nvPr>
        </p:nvSpPr>
        <p:spPr>
          <a:xfrm>
            <a:off x="653625" y="2000700"/>
            <a:ext cx="1923900" cy="23964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400"/>
              <a:t>Food banks &amp; pantries </a:t>
            </a:r>
            <a:endParaRPr sz="1400"/>
          </a:p>
          <a:p>
            <a:pPr indent="0" lvl="0" marL="0" rtl="0" algn="l">
              <a:spcBef>
                <a:spcPts val="600"/>
              </a:spcBef>
              <a:spcAft>
                <a:spcPts val="0"/>
              </a:spcAft>
              <a:buNone/>
            </a:pPr>
            <a:r>
              <a:rPr lang="en" sz="1400"/>
              <a:t>Homeless shelters &amp; housing assistance </a:t>
            </a:r>
            <a:endParaRPr sz="1400"/>
          </a:p>
          <a:p>
            <a:pPr indent="0" lvl="0" marL="0" rtl="0" algn="l">
              <a:spcBef>
                <a:spcPts val="600"/>
              </a:spcBef>
              <a:spcAft>
                <a:spcPts val="0"/>
              </a:spcAft>
              <a:buNone/>
            </a:pPr>
            <a:r>
              <a:rPr lang="en" sz="1400"/>
              <a:t>Healthcare providers</a:t>
            </a:r>
            <a:endParaRPr sz="1400"/>
          </a:p>
          <a:p>
            <a:pPr indent="0" lvl="0" marL="0" rtl="0" algn="l">
              <a:spcBef>
                <a:spcPts val="600"/>
              </a:spcBef>
              <a:spcAft>
                <a:spcPts val="0"/>
              </a:spcAft>
              <a:buNone/>
            </a:pPr>
            <a:r>
              <a:rPr lang="en" sz="1400"/>
              <a:t>Faith-based </a:t>
            </a:r>
            <a:r>
              <a:rPr lang="en" sz="1400"/>
              <a:t>organizations</a:t>
            </a:r>
            <a:r>
              <a:rPr lang="en" sz="1400"/>
              <a:t> 	</a:t>
            </a:r>
            <a:endParaRPr sz="1400"/>
          </a:p>
        </p:txBody>
      </p:sp>
      <p:sp>
        <p:nvSpPr>
          <p:cNvPr id="291" name="Google Shape;291;p28"/>
          <p:cNvSpPr txBox="1"/>
          <p:nvPr>
            <p:ph idx="2" type="body"/>
          </p:nvPr>
        </p:nvSpPr>
        <p:spPr>
          <a:xfrm>
            <a:off x="2676150" y="2000875"/>
            <a:ext cx="1923900" cy="23964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400"/>
              <a:t>Mentorship programs </a:t>
            </a:r>
            <a:endParaRPr sz="1400"/>
          </a:p>
          <a:p>
            <a:pPr indent="0" lvl="0" marL="0" rtl="0" algn="l">
              <a:spcBef>
                <a:spcPts val="600"/>
              </a:spcBef>
              <a:spcAft>
                <a:spcPts val="0"/>
              </a:spcAft>
              <a:buNone/>
            </a:pPr>
            <a:r>
              <a:rPr lang="en" sz="1400"/>
              <a:t>Job training &amp; internships </a:t>
            </a:r>
            <a:endParaRPr sz="1400"/>
          </a:p>
          <a:p>
            <a:pPr indent="0" lvl="0" marL="0" rtl="0" algn="l">
              <a:spcBef>
                <a:spcPts val="600"/>
              </a:spcBef>
              <a:spcAft>
                <a:spcPts val="0"/>
              </a:spcAft>
              <a:buNone/>
            </a:pPr>
            <a:r>
              <a:rPr lang="en" sz="1400"/>
              <a:t>Donations &amp; sponsorships </a:t>
            </a:r>
            <a:endParaRPr sz="1400"/>
          </a:p>
          <a:p>
            <a:pPr indent="0" lvl="0" marL="0" rtl="0" algn="l">
              <a:spcBef>
                <a:spcPts val="600"/>
              </a:spcBef>
              <a:spcAft>
                <a:spcPts val="0"/>
              </a:spcAft>
              <a:buNone/>
            </a:pPr>
            <a:r>
              <a:rPr lang="en" sz="1400"/>
              <a:t>Volunteer opportunities </a:t>
            </a:r>
            <a:endParaRPr sz="1400"/>
          </a:p>
        </p:txBody>
      </p:sp>
      <p:sp>
        <p:nvSpPr>
          <p:cNvPr id="292" name="Google Shape;292;p28"/>
          <p:cNvSpPr txBox="1"/>
          <p:nvPr>
            <p:ph idx="3" type="body"/>
          </p:nvPr>
        </p:nvSpPr>
        <p:spPr>
          <a:xfrm>
            <a:off x="4698675" y="2000825"/>
            <a:ext cx="1923900" cy="23964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400"/>
              <a:t>Student teacher placements in high-need schools </a:t>
            </a:r>
            <a:endParaRPr sz="1400"/>
          </a:p>
          <a:p>
            <a:pPr indent="0" lvl="0" marL="0" rtl="0" algn="l">
              <a:spcBef>
                <a:spcPts val="600"/>
              </a:spcBef>
              <a:spcAft>
                <a:spcPts val="0"/>
              </a:spcAft>
              <a:buNone/>
            </a:pPr>
            <a:r>
              <a:rPr lang="en" sz="1400"/>
              <a:t>Resource partnerships </a:t>
            </a:r>
            <a:endParaRPr sz="1400"/>
          </a:p>
          <a:p>
            <a:pPr indent="0" lvl="0" marL="0" rtl="0" algn="l">
              <a:spcBef>
                <a:spcPts val="600"/>
              </a:spcBef>
              <a:spcAft>
                <a:spcPts val="0"/>
              </a:spcAft>
              <a:buNone/>
            </a:pPr>
            <a:r>
              <a:rPr lang="en" sz="1400"/>
              <a:t>College readiness programs </a:t>
            </a:r>
            <a:endParaRPr sz="1400"/>
          </a:p>
        </p:txBody>
      </p:sp>
      <p:sp>
        <p:nvSpPr>
          <p:cNvPr id="293" name="Google Shape;293;p28"/>
          <p:cNvSpPr txBox="1"/>
          <p:nvPr/>
        </p:nvSpPr>
        <p:spPr>
          <a:xfrm>
            <a:off x="653625" y="1180163"/>
            <a:ext cx="1923900" cy="6156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74F67"/>
                </a:solidFill>
                <a:latin typeface="ABeeZee"/>
                <a:ea typeface="ABeeZee"/>
                <a:cs typeface="ABeeZee"/>
                <a:sym typeface="ABeeZee"/>
              </a:rPr>
              <a:t>Community</a:t>
            </a:r>
            <a:r>
              <a:rPr lang="en">
                <a:solidFill>
                  <a:srgbClr val="474F67"/>
                </a:solidFill>
                <a:latin typeface="ABeeZee"/>
                <a:ea typeface="ABeeZee"/>
                <a:cs typeface="ABeeZee"/>
                <a:sym typeface="ABeeZee"/>
              </a:rPr>
              <a:t> Organizations</a:t>
            </a:r>
            <a:r>
              <a:rPr lang="en" sz="1200">
                <a:solidFill>
                  <a:srgbClr val="474F67"/>
                </a:solidFill>
                <a:latin typeface="ABeeZee"/>
                <a:ea typeface="ABeeZee"/>
                <a:cs typeface="ABeeZee"/>
                <a:sym typeface="ABeeZee"/>
              </a:rPr>
              <a:t> </a:t>
            </a:r>
            <a:endParaRPr sz="1200">
              <a:solidFill>
                <a:srgbClr val="474F67"/>
              </a:solidFill>
              <a:latin typeface="ABeeZee"/>
              <a:ea typeface="ABeeZee"/>
              <a:cs typeface="ABeeZee"/>
              <a:sym typeface="ABeeZee"/>
            </a:endParaRPr>
          </a:p>
        </p:txBody>
      </p:sp>
      <p:sp>
        <p:nvSpPr>
          <p:cNvPr id="294" name="Google Shape;294;p28"/>
          <p:cNvSpPr txBox="1"/>
          <p:nvPr/>
        </p:nvSpPr>
        <p:spPr>
          <a:xfrm>
            <a:off x="2676150" y="1180177"/>
            <a:ext cx="1923900" cy="5850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74F67"/>
                </a:solidFill>
                <a:latin typeface="ABeeZee"/>
                <a:ea typeface="ABeeZee"/>
                <a:cs typeface="ABeeZee"/>
                <a:sym typeface="ABeeZee"/>
              </a:rPr>
              <a:t>Local Businesses</a:t>
            </a:r>
            <a:r>
              <a:rPr lang="en" sz="1200">
                <a:solidFill>
                  <a:srgbClr val="474F67"/>
                </a:solidFill>
                <a:latin typeface="ABeeZee"/>
                <a:ea typeface="ABeeZee"/>
                <a:cs typeface="ABeeZee"/>
                <a:sym typeface="ABeeZee"/>
              </a:rPr>
              <a:t>	</a:t>
            </a:r>
            <a:endParaRPr sz="1200">
              <a:solidFill>
                <a:srgbClr val="474F67"/>
              </a:solidFill>
              <a:latin typeface="ABeeZee"/>
              <a:ea typeface="ABeeZee"/>
              <a:cs typeface="ABeeZee"/>
              <a:sym typeface="ABeeZee"/>
            </a:endParaRPr>
          </a:p>
        </p:txBody>
      </p:sp>
      <p:sp>
        <p:nvSpPr>
          <p:cNvPr id="295" name="Google Shape;295;p28"/>
          <p:cNvSpPr txBox="1"/>
          <p:nvPr/>
        </p:nvSpPr>
        <p:spPr>
          <a:xfrm>
            <a:off x="4698675" y="1165150"/>
            <a:ext cx="1923900" cy="6156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74F67"/>
                </a:solidFill>
                <a:latin typeface="ABeeZee"/>
                <a:ea typeface="ABeeZee"/>
                <a:cs typeface="ABeeZee"/>
                <a:sym typeface="ABeeZee"/>
              </a:rPr>
              <a:t>Higher Education</a:t>
            </a:r>
            <a:endParaRPr>
              <a:solidFill>
                <a:srgbClr val="474F67"/>
              </a:solidFill>
              <a:latin typeface="ABeeZee"/>
              <a:ea typeface="ABeeZee"/>
              <a:cs typeface="ABeeZee"/>
              <a:sym typeface="ABeeZee"/>
            </a:endParaRPr>
          </a:p>
          <a:p>
            <a:pPr indent="0" lvl="0" marL="0" rtl="0" algn="ctr">
              <a:spcBef>
                <a:spcPts val="0"/>
              </a:spcBef>
              <a:spcAft>
                <a:spcPts val="0"/>
              </a:spcAft>
              <a:buNone/>
            </a:pPr>
            <a:r>
              <a:rPr lang="en">
                <a:solidFill>
                  <a:srgbClr val="474F67"/>
                </a:solidFill>
                <a:latin typeface="ABeeZee"/>
                <a:ea typeface="ABeeZee"/>
                <a:cs typeface="ABeeZee"/>
                <a:sym typeface="ABeeZee"/>
              </a:rPr>
              <a:t> </a:t>
            </a:r>
            <a:r>
              <a:rPr lang="en">
                <a:solidFill>
                  <a:srgbClr val="474F67"/>
                </a:solidFill>
                <a:latin typeface="ABeeZee"/>
                <a:ea typeface="ABeeZee"/>
                <a:cs typeface="ABeeZee"/>
                <a:sym typeface="ABeeZee"/>
              </a:rPr>
              <a:t> </a:t>
            </a:r>
            <a:endParaRPr>
              <a:solidFill>
                <a:srgbClr val="474F67"/>
              </a:solidFill>
              <a:latin typeface="ABeeZee"/>
              <a:ea typeface="ABeeZee"/>
              <a:cs typeface="ABeeZee"/>
              <a:sym typeface="ABeeZee"/>
            </a:endParaRPr>
          </a:p>
        </p:txBody>
      </p:sp>
      <p:pic>
        <p:nvPicPr>
          <p:cNvPr descr="Teamwork, brainstorming, employees work, spend time in office. Business people working together (Provided by Getty Images)" id="296" name="Google Shape;296;p28"/>
          <p:cNvPicPr preferRelativeResize="0"/>
          <p:nvPr/>
        </p:nvPicPr>
        <p:blipFill>
          <a:blip r:embed="rId3">
            <a:alphaModFix/>
          </a:blip>
          <a:stretch>
            <a:fillRect/>
          </a:stretch>
        </p:blipFill>
        <p:spPr>
          <a:xfrm>
            <a:off x="7585275" y="3859600"/>
            <a:ext cx="1558723" cy="128390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9"/>
          <p:cNvSpPr txBox="1"/>
          <p:nvPr>
            <p:ph type="title"/>
          </p:nvPr>
        </p:nvSpPr>
        <p:spPr>
          <a:xfrm>
            <a:off x="653625" y="511975"/>
            <a:ext cx="5969100" cy="97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Federal Funding Streams - Title Funds</a:t>
            </a:r>
            <a:endParaRPr b="0">
              <a:solidFill>
                <a:srgbClr val="F58617"/>
              </a:solidFill>
            </a:endParaRPr>
          </a:p>
        </p:txBody>
      </p:sp>
      <p:sp>
        <p:nvSpPr>
          <p:cNvPr id="302" name="Google Shape;302;p29"/>
          <p:cNvSpPr txBox="1"/>
          <p:nvPr>
            <p:ph idx="1" type="body"/>
          </p:nvPr>
        </p:nvSpPr>
        <p:spPr>
          <a:xfrm>
            <a:off x="653625" y="2179275"/>
            <a:ext cx="1923900" cy="23343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300">
                <a:solidFill>
                  <a:srgbClr val="474F67"/>
                </a:solidFill>
              </a:rPr>
              <a:t>Schoolwide programs in high-poverty schools</a:t>
            </a:r>
            <a:endParaRPr sz="1300">
              <a:solidFill>
                <a:srgbClr val="474F67"/>
              </a:solidFill>
            </a:endParaRPr>
          </a:p>
          <a:p>
            <a:pPr indent="0" lvl="0" marL="0" rtl="0" algn="l">
              <a:spcBef>
                <a:spcPts val="600"/>
              </a:spcBef>
              <a:spcAft>
                <a:spcPts val="0"/>
              </a:spcAft>
              <a:buNone/>
            </a:pPr>
            <a:r>
              <a:rPr lang="en" sz="1300">
                <a:solidFill>
                  <a:srgbClr val="474F67"/>
                </a:solidFill>
              </a:rPr>
              <a:t>Targeted assistance in schools with pockets of poverty</a:t>
            </a:r>
            <a:endParaRPr sz="1300">
              <a:solidFill>
                <a:srgbClr val="474F67"/>
              </a:solidFill>
            </a:endParaRPr>
          </a:p>
          <a:p>
            <a:pPr indent="0" lvl="0" marL="0" rtl="0" algn="l">
              <a:spcBef>
                <a:spcPts val="600"/>
              </a:spcBef>
              <a:spcAft>
                <a:spcPts val="0"/>
              </a:spcAft>
              <a:buNone/>
            </a:pPr>
            <a:r>
              <a:rPr lang="en" sz="1300">
                <a:solidFill>
                  <a:srgbClr val="474F67"/>
                </a:solidFill>
              </a:rPr>
              <a:t>Family engagement activities </a:t>
            </a:r>
            <a:endParaRPr sz="1300">
              <a:solidFill>
                <a:srgbClr val="474F67"/>
              </a:solidFill>
            </a:endParaRPr>
          </a:p>
          <a:p>
            <a:pPr indent="0" lvl="0" marL="0" rtl="0" algn="l">
              <a:spcBef>
                <a:spcPts val="600"/>
              </a:spcBef>
              <a:spcAft>
                <a:spcPts val="0"/>
              </a:spcAft>
              <a:buNone/>
            </a:pPr>
            <a:r>
              <a:rPr lang="en" sz="1300">
                <a:solidFill>
                  <a:srgbClr val="474F67"/>
                </a:solidFill>
              </a:rPr>
              <a:t>Extended learning time programs </a:t>
            </a:r>
            <a:endParaRPr sz="1300">
              <a:solidFill>
                <a:srgbClr val="474F67"/>
              </a:solidFill>
            </a:endParaRPr>
          </a:p>
        </p:txBody>
      </p:sp>
      <p:sp>
        <p:nvSpPr>
          <p:cNvPr id="303" name="Google Shape;303;p29"/>
          <p:cNvSpPr txBox="1"/>
          <p:nvPr>
            <p:ph idx="2" type="body"/>
          </p:nvPr>
        </p:nvSpPr>
        <p:spPr>
          <a:xfrm>
            <a:off x="2676225" y="2225475"/>
            <a:ext cx="1923900" cy="22881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lang="en" sz="1300">
                <a:solidFill>
                  <a:srgbClr val="474F67"/>
                </a:solidFill>
              </a:rPr>
              <a:t>Support for children of migrant workers </a:t>
            </a:r>
            <a:endParaRPr sz="1300">
              <a:solidFill>
                <a:srgbClr val="474F67"/>
              </a:solidFill>
            </a:endParaRPr>
          </a:p>
          <a:p>
            <a:pPr indent="0" lvl="0" marL="0" rtl="0" algn="l">
              <a:lnSpc>
                <a:spcPct val="115000"/>
              </a:lnSpc>
              <a:spcBef>
                <a:spcPts val="1500"/>
              </a:spcBef>
              <a:spcAft>
                <a:spcPts val="0"/>
              </a:spcAft>
              <a:buNone/>
            </a:pPr>
            <a:r>
              <a:rPr lang="en" sz="1300">
                <a:solidFill>
                  <a:srgbClr val="474F67"/>
                </a:solidFill>
              </a:rPr>
              <a:t>Educational</a:t>
            </a:r>
            <a:r>
              <a:rPr lang="en" sz="1300">
                <a:solidFill>
                  <a:srgbClr val="474F67"/>
                </a:solidFill>
              </a:rPr>
              <a:t> continuity across districts</a:t>
            </a:r>
            <a:endParaRPr sz="1300">
              <a:solidFill>
                <a:srgbClr val="474F67"/>
              </a:solidFill>
            </a:endParaRPr>
          </a:p>
          <a:p>
            <a:pPr indent="0" lvl="0" marL="0" rtl="0" algn="l">
              <a:lnSpc>
                <a:spcPct val="115000"/>
              </a:lnSpc>
              <a:spcBef>
                <a:spcPts val="1500"/>
              </a:spcBef>
              <a:spcAft>
                <a:spcPts val="1500"/>
              </a:spcAft>
              <a:buNone/>
            </a:pPr>
            <a:r>
              <a:rPr lang="en" sz="1300">
                <a:solidFill>
                  <a:srgbClr val="474F67"/>
                </a:solidFill>
              </a:rPr>
              <a:t>Cultural and linguistic support </a:t>
            </a:r>
            <a:endParaRPr/>
          </a:p>
        </p:txBody>
      </p:sp>
      <p:sp>
        <p:nvSpPr>
          <p:cNvPr id="304" name="Google Shape;304;p29"/>
          <p:cNvSpPr txBox="1"/>
          <p:nvPr>
            <p:ph idx="3" type="body"/>
          </p:nvPr>
        </p:nvSpPr>
        <p:spPr>
          <a:xfrm>
            <a:off x="4698825" y="2225325"/>
            <a:ext cx="1923900" cy="22881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lang="en" sz="1300">
                <a:solidFill>
                  <a:srgbClr val="474F67"/>
                </a:solidFill>
              </a:rPr>
              <a:t>Programs for neglected or delinquent youth</a:t>
            </a:r>
            <a:endParaRPr sz="1300">
              <a:solidFill>
                <a:srgbClr val="474F67"/>
              </a:solidFill>
            </a:endParaRPr>
          </a:p>
          <a:p>
            <a:pPr indent="0" lvl="0" marL="0" rtl="0" algn="l">
              <a:spcBef>
                <a:spcPts val="1500"/>
              </a:spcBef>
              <a:spcAft>
                <a:spcPts val="0"/>
              </a:spcAft>
              <a:buNone/>
            </a:pPr>
            <a:r>
              <a:t/>
            </a:r>
            <a:endParaRPr/>
          </a:p>
        </p:txBody>
      </p:sp>
      <p:sp>
        <p:nvSpPr>
          <p:cNvPr id="305" name="Google Shape;305;p29"/>
          <p:cNvSpPr txBox="1"/>
          <p:nvPr/>
        </p:nvSpPr>
        <p:spPr>
          <a:xfrm>
            <a:off x="653475" y="1394175"/>
            <a:ext cx="1923900" cy="7851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300">
                <a:solidFill>
                  <a:srgbClr val="474F67"/>
                </a:solidFill>
                <a:latin typeface="ABeeZee"/>
                <a:ea typeface="ABeeZee"/>
                <a:cs typeface="ABeeZee"/>
                <a:sym typeface="ABeeZee"/>
              </a:rPr>
              <a:t>Title I, Part A - Improving Basic Programs </a:t>
            </a:r>
            <a:endParaRPr sz="1300">
              <a:solidFill>
                <a:srgbClr val="474F67"/>
              </a:solidFill>
              <a:latin typeface="ABeeZee"/>
              <a:ea typeface="ABeeZee"/>
              <a:cs typeface="ABeeZee"/>
              <a:sym typeface="ABeeZee"/>
            </a:endParaRPr>
          </a:p>
        </p:txBody>
      </p:sp>
      <p:sp>
        <p:nvSpPr>
          <p:cNvPr id="306" name="Google Shape;306;p29"/>
          <p:cNvSpPr txBox="1"/>
          <p:nvPr/>
        </p:nvSpPr>
        <p:spPr>
          <a:xfrm>
            <a:off x="2676150" y="1394175"/>
            <a:ext cx="1923900" cy="8313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74F67"/>
                </a:solidFill>
                <a:latin typeface="ABeeZee"/>
                <a:ea typeface="ABeeZee"/>
                <a:cs typeface="ABeeZee"/>
                <a:sym typeface="ABeeZee"/>
              </a:rPr>
              <a:t>Title I, Part C - Migrant Education</a:t>
            </a:r>
            <a:endParaRPr>
              <a:solidFill>
                <a:srgbClr val="474F67"/>
              </a:solidFill>
              <a:latin typeface="ABeeZee"/>
              <a:ea typeface="ABeeZee"/>
              <a:cs typeface="ABeeZee"/>
              <a:sym typeface="ABeeZee"/>
            </a:endParaRPr>
          </a:p>
          <a:p>
            <a:pPr indent="0" lvl="0" marL="0" rtl="0" algn="l">
              <a:spcBef>
                <a:spcPts val="0"/>
              </a:spcBef>
              <a:spcAft>
                <a:spcPts val="0"/>
              </a:spcAft>
              <a:buNone/>
            </a:pPr>
            <a:r>
              <a:t/>
            </a:r>
            <a:endParaRPr>
              <a:solidFill>
                <a:srgbClr val="474F67"/>
              </a:solidFill>
              <a:latin typeface="ABeeZee"/>
              <a:ea typeface="ABeeZee"/>
              <a:cs typeface="ABeeZee"/>
              <a:sym typeface="ABeeZee"/>
            </a:endParaRPr>
          </a:p>
        </p:txBody>
      </p:sp>
      <p:sp>
        <p:nvSpPr>
          <p:cNvPr id="307" name="Google Shape;307;p29"/>
          <p:cNvSpPr txBox="1"/>
          <p:nvPr/>
        </p:nvSpPr>
        <p:spPr>
          <a:xfrm>
            <a:off x="4698825" y="1394175"/>
            <a:ext cx="1923900" cy="8313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74F67"/>
                </a:solidFill>
                <a:latin typeface="ABeeZee"/>
                <a:ea typeface="ABeeZee"/>
                <a:cs typeface="ABeeZee"/>
                <a:sym typeface="ABeeZee"/>
              </a:rPr>
              <a:t>Title I, Part D - Prevention &amp; Intervention</a:t>
            </a:r>
            <a:endParaRPr>
              <a:solidFill>
                <a:srgbClr val="474F67"/>
              </a:solidFill>
              <a:latin typeface="ABeeZee"/>
              <a:ea typeface="ABeeZee"/>
              <a:cs typeface="ABeeZee"/>
              <a:sym typeface="ABeeZee"/>
            </a:endParaRPr>
          </a:p>
        </p:txBody>
      </p:sp>
      <p:pic>
        <p:nvPicPr>
          <p:cNvPr descr="Bar chart with money and arrow, stack of coin and financial goal (Provided by Getty Images)" id="308" name="Google Shape;308;p29"/>
          <p:cNvPicPr preferRelativeResize="0"/>
          <p:nvPr/>
        </p:nvPicPr>
        <p:blipFill>
          <a:blip r:embed="rId3">
            <a:alphaModFix/>
          </a:blip>
          <a:stretch>
            <a:fillRect/>
          </a:stretch>
        </p:blipFill>
        <p:spPr>
          <a:xfrm>
            <a:off x="7696300" y="3316102"/>
            <a:ext cx="1447700" cy="182740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30"/>
          <p:cNvSpPr txBox="1"/>
          <p:nvPr>
            <p:ph type="title"/>
          </p:nvPr>
        </p:nvSpPr>
        <p:spPr>
          <a:xfrm>
            <a:off x="653625" y="346575"/>
            <a:ext cx="5969100" cy="83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Additional </a:t>
            </a:r>
            <a:r>
              <a:rPr b="0" lang="en">
                <a:solidFill>
                  <a:srgbClr val="F58617"/>
                </a:solidFill>
              </a:rPr>
              <a:t>Federal Funding Streams </a:t>
            </a:r>
            <a:endParaRPr b="0">
              <a:solidFill>
                <a:srgbClr val="F58617"/>
              </a:solidFill>
            </a:endParaRPr>
          </a:p>
        </p:txBody>
      </p:sp>
      <p:sp>
        <p:nvSpPr>
          <p:cNvPr id="314" name="Google Shape;314;p30"/>
          <p:cNvSpPr txBox="1"/>
          <p:nvPr>
            <p:ph idx="1" type="body"/>
          </p:nvPr>
        </p:nvSpPr>
        <p:spPr>
          <a:xfrm>
            <a:off x="653625" y="1887225"/>
            <a:ext cx="1923900" cy="19488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300">
                <a:solidFill>
                  <a:srgbClr val="474F67"/>
                </a:solidFill>
              </a:rPr>
              <a:t>Professional development </a:t>
            </a:r>
            <a:endParaRPr sz="1300">
              <a:solidFill>
                <a:srgbClr val="474F67"/>
              </a:solidFill>
            </a:endParaRPr>
          </a:p>
          <a:p>
            <a:pPr indent="0" lvl="0" marL="0" rtl="0" algn="l">
              <a:spcBef>
                <a:spcPts val="600"/>
              </a:spcBef>
              <a:spcAft>
                <a:spcPts val="0"/>
              </a:spcAft>
              <a:buNone/>
            </a:pPr>
            <a:r>
              <a:rPr lang="en" sz="1300">
                <a:solidFill>
                  <a:srgbClr val="474F67"/>
                </a:solidFill>
              </a:rPr>
              <a:t>Recruitment and retention in high-poverty schools 	</a:t>
            </a:r>
            <a:endParaRPr sz="1300">
              <a:solidFill>
                <a:srgbClr val="474F67"/>
              </a:solidFill>
            </a:endParaRPr>
          </a:p>
        </p:txBody>
      </p:sp>
      <p:sp>
        <p:nvSpPr>
          <p:cNvPr id="315" name="Google Shape;315;p30"/>
          <p:cNvSpPr txBox="1"/>
          <p:nvPr>
            <p:ph idx="2" type="body"/>
          </p:nvPr>
        </p:nvSpPr>
        <p:spPr>
          <a:xfrm>
            <a:off x="2676225" y="1887475"/>
            <a:ext cx="1923900" cy="15783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lang="en" sz="1300">
                <a:solidFill>
                  <a:srgbClr val="474F67"/>
                </a:solidFill>
              </a:rPr>
              <a:t>English language development </a:t>
            </a:r>
            <a:endParaRPr sz="1300">
              <a:solidFill>
                <a:srgbClr val="474F67"/>
              </a:solidFill>
            </a:endParaRPr>
          </a:p>
          <a:p>
            <a:pPr indent="0" lvl="0" marL="0" rtl="0" algn="l">
              <a:lnSpc>
                <a:spcPct val="115000"/>
              </a:lnSpc>
              <a:spcBef>
                <a:spcPts val="1500"/>
              </a:spcBef>
              <a:spcAft>
                <a:spcPts val="1500"/>
              </a:spcAft>
              <a:buNone/>
            </a:pPr>
            <a:r>
              <a:rPr lang="en" sz="1300">
                <a:solidFill>
                  <a:srgbClr val="474F67"/>
                </a:solidFill>
              </a:rPr>
              <a:t>Family literacy programs 	</a:t>
            </a:r>
            <a:endParaRPr sz="1300">
              <a:solidFill>
                <a:srgbClr val="474F67"/>
              </a:solidFill>
            </a:endParaRPr>
          </a:p>
        </p:txBody>
      </p:sp>
      <p:sp>
        <p:nvSpPr>
          <p:cNvPr id="316" name="Google Shape;316;p30"/>
          <p:cNvSpPr txBox="1"/>
          <p:nvPr>
            <p:ph idx="3" type="body"/>
          </p:nvPr>
        </p:nvSpPr>
        <p:spPr>
          <a:xfrm>
            <a:off x="4698825" y="1979475"/>
            <a:ext cx="2055900" cy="22581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lang="en" sz="1300">
                <a:solidFill>
                  <a:srgbClr val="474F67"/>
                </a:solidFill>
              </a:rPr>
              <a:t>Well-rounded education opportunities </a:t>
            </a:r>
            <a:endParaRPr sz="1300">
              <a:solidFill>
                <a:srgbClr val="474F67"/>
              </a:solidFill>
            </a:endParaRPr>
          </a:p>
          <a:p>
            <a:pPr indent="0" lvl="0" marL="0" rtl="0" algn="l">
              <a:lnSpc>
                <a:spcPct val="115000"/>
              </a:lnSpc>
              <a:spcBef>
                <a:spcPts val="1500"/>
              </a:spcBef>
              <a:spcAft>
                <a:spcPts val="0"/>
              </a:spcAft>
              <a:buNone/>
            </a:pPr>
            <a:r>
              <a:rPr lang="en" sz="1300">
                <a:solidFill>
                  <a:srgbClr val="474F67"/>
                </a:solidFill>
              </a:rPr>
              <a:t>Safe &amp; healthy school initiatives </a:t>
            </a:r>
            <a:endParaRPr sz="1300">
              <a:solidFill>
                <a:srgbClr val="474F67"/>
              </a:solidFill>
            </a:endParaRPr>
          </a:p>
          <a:p>
            <a:pPr indent="0" lvl="0" marL="0" rtl="0" algn="l">
              <a:lnSpc>
                <a:spcPct val="115000"/>
              </a:lnSpc>
              <a:spcBef>
                <a:spcPts val="1500"/>
              </a:spcBef>
              <a:spcAft>
                <a:spcPts val="0"/>
              </a:spcAft>
              <a:buNone/>
            </a:pPr>
            <a:r>
              <a:rPr lang="en" sz="1300">
                <a:solidFill>
                  <a:srgbClr val="474F67"/>
                </a:solidFill>
              </a:rPr>
              <a:t>Technology access &amp; training </a:t>
            </a:r>
            <a:endParaRPr sz="1300">
              <a:solidFill>
                <a:srgbClr val="474F67"/>
              </a:solidFill>
            </a:endParaRPr>
          </a:p>
          <a:p>
            <a:pPr indent="0" lvl="0" marL="0" rtl="0" algn="l">
              <a:spcBef>
                <a:spcPts val="1500"/>
              </a:spcBef>
              <a:spcAft>
                <a:spcPts val="0"/>
              </a:spcAft>
              <a:buNone/>
            </a:pPr>
            <a:r>
              <a:t/>
            </a:r>
            <a:endParaRPr/>
          </a:p>
        </p:txBody>
      </p:sp>
      <p:sp>
        <p:nvSpPr>
          <p:cNvPr id="317" name="Google Shape;317;p30"/>
          <p:cNvSpPr txBox="1"/>
          <p:nvPr/>
        </p:nvSpPr>
        <p:spPr>
          <a:xfrm>
            <a:off x="653475" y="1271775"/>
            <a:ext cx="1923900" cy="6156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74F67"/>
                </a:solidFill>
                <a:latin typeface="ABeeZee"/>
                <a:ea typeface="ABeeZee"/>
                <a:cs typeface="ABeeZee"/>
                <a:sym typeface="ABeeZee"/>
              </a:rPr>
              <a:t>Title II - Supporting Effective Instruction </a:t>
            </a:r>
            <a:endParaRPr>
              <a:solidFill>
                <a:srgbClr val="474F67"/>
              </a:solidFill>
              <a:latin typeface="ABeeZee"/>
              <a:ea typeface="ABeeZee"/>
              <a:cs typeface="ABeeZee"/>
              <a:sym typeface="ABeeZee"/>
            </a:endParaRPr>
          </a:p>
        </p:txBody>
      </p:sp>
      <p:sp>
        <p:nvSpPr>
          <p:cNvPr id="318" name="Google Shape;318;p30"/>
          <p:cNvSpPr txBox="1"/>
          <p:nvPr/>
        </p:nvSpPr>
        <p:spPr>
          <a:xfrm>
            <a:off x="2676225" y="1271775"/>
            <a:ext cx="1923900" cy="6156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74F67"/>
                </a:solidFill>
                <a:latin typeface="ABeeZee"/>
                <a:ea typeface="ABeeZee"/>
                <a:cs typeface="ABeeZee"/>
                <a:sym typeface="ABeeZee"/>
              </a:rPr>
              <a:t>TItle III - Language Instruction for ELs</a:t>
            </a:r>
            <a:endParaRPr>
              <a:solidFill>
                <a:srgbClr val="474F67"/>
              </a:solidFill>
              <a:latin typeface="ABeeZee"/>
              <a:ea typeface="ABeeZee"/>
              <a:cs typeface="ABeeZee"/>
              <a:sym typeface="ABeeZee"/>
            </a:endParaRPr>
          </a:p>
        </p:txBody>
      </p:sp>
      <p:sp>
        <p:nvSpPr>
          <p:cNvPr id="319" name="Google Shape;319;p30"/>
          <p:cNvSpPr txBox="1"/>
          <p:nvPr/>
        </p:nvSpPr>
        <p:spPr>
          <a:xfrm>
            <a:off x="4698825" y="1148175"/>
            <a:ext cx="2055900" cy="8313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74F67"/>
                </a:solidFill>
                <a:latin typeface="ABeeZee"/>
                <a:ea typeface="ABeeZee"/>
                <a:cs typeface="ABeeZee"/>
                <a:sym typeface="ABeeZee"/>
              </a:rPr>
              <a:t>Title IV - Student Support &amp; Academic Enrichment   </a:t>
            </a:r>
            <a:r>
              <a:rPr lang="en" sz="1200">
                <a:solidFill>
                  <a:srgbClr val="474F67"/>
                </a:solidFill>
                <a:latin typeface="ABeeZee"/>
                <a:ea typeface="ABeeZee"/>
                <a:cs typeface="ABeeZee"/>
                <a:sym typeface="ABeeZee"/>
              </a:rPr>
              <a:t>           </a:t>
            </a:r>
            <a:endParaRPr sz="1200">
              <a:solidFill>
                <a:srgbClr val="474F67"/>
              </a:solidFill>
              <a:latin typeface="ABeeZee"/>
              <a:ea typeface="ABeeZee"/>
              <a:cs typeface="ABeeZee"/>
              <a:sym typeface="ABeeZee"/>
            </a:endParaRPr>
          </a:p>
        </p:txBody>
      </p:sp>
      <p:pic>
        <p:nvPicPr>
          <p:cNvPr descr="Diverse Group of Kids with Easter Eggs (Provided by Getty Images)" id="320" name="Google Shape;320;p30"/>
          <p:cNvPicPr preferRelativeResize="0"/>
          <p:nvPr/>
        </p:nvPicPr>
        <p:blipFill>
          <a:blip r:embed="rId3">
            <a:alphaModFix/>
          </a:blip>
          <a:stretch>
            <a:fillRect/>
          </a:stretch>
        </p:blipFill>
        <p:spPr>
          <a:xfrm>
            <a:off x="7703425" y="3465776"/>
            <a:ext cx="1440573" cy="16777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1"/>
          <p:cNvSpPr txBox="1"/>
          <p:nvPr>
            <p:ph type="title"/>
          </p:nvPr>
        </p:nvSpPr>
        <p:spPr>
          <a:xfrm>
            <a:off x="653625" y="511975"/>
            <a:ext cx="5969100" cy="480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State Funding Opportunities </a:t>
            </a:r>
            <a:endParaRPr b="0">
              <a:solidFill>
                <a:srgbClr val="F58617"/>
              </a:solidFill>
            </a:endParaRPr>
          </a:p>
        </p:txBody>
      </p:sp>
      <p:sp>
        <p:nvSpPr>
          <p:cNvPr id="326" name="Google Shape;326;p31"/>
          <p:cNvSpPr txBox="1"/>
          <p:nvPr>
            <p:ph idx="1" type="body"/>
          </p:nvPr>
        </p:nvSpPr>
        <p:spPr>
          <a:xfrm>
            <a:off x="653475" y="1756500"/>
            <a:ext cx="1923900" cy="22587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300"/>
              <a:t>Additional per-pupil funding for qualifying students </a:t>
            </a:r>
            <a:endParaRPr sz="1300"/>
          </a:p>
          <a:p>
            <a:pPr indent="0" lvl="0" marL="0" rtl="0" algn="l">
              <a:spcBef>
                <a:spcPts val="600"/>
              </a:spcBef>
              <a:spcAft>
                <a:spcPts val="0"/>
              </a:spcAft>
              <a:buNone/>
            </a:pPr>
            <a:r>
              <a:rPr lang="en" sz="1300"/>
              <a:t>Free and </a:t>
            </a:r>
            <a:r>
              <a:rPr lang="en" sz="1300"/>
              <a:t>reduced</a:t>
            </a:r>
            <a:r>
              <a:rPr lang="en" sz="1300"/>
              <a:t> lunch, mobility factors </a:t>
            </a:r>
            <a:endParaRPr sz="1300"/>
          </a:p>
          <a:p>
            <a:pPr indent="0" lvl="0" marL="0" rtl="0" algn="l">
              <a:spcBef>
                <a:spcPts val="600"/>
              </a:spcBef>
              <a:spcAft>
                <a:spcPts val="0"/>
              </a:spcAft>
              <a:buNone/>
            </a:pPr>
            <a:r>
              <a:rPr lang="en" sz="1300"/>
              <a:t>Flexible use for academic and support services</a:t>
            </a:r>
            <a:endParaRPr sz="1300"/>
          </a:p>
        </p:txBody>
      </p:sp>
      <p:sp>
        <p:nvSpPr>
          <p:cNvPr id="327" name="Google Shape;327;p31"/>
          <p:cNvSpPr txBox="1"/>
          <p:nvPr>
            <p:ph idx="2" type="body"/>
          </p:nvPr>
        </p:nvSpPr>
        <p:spPr>
          <a:xfrm>
            <a:off x="2676225" y="1756375"/>
            <a:ext cx="1923900" cy="22587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lang="en" sz="1300"/>
              <a:t>Quality preschool for 4-year-olds</a:t>
            </a:r>
            <a:endParaRPr sz="1300"/>
          </a:p>
          <a:p>
            <a:pPr indent="0" lvl="0" marL="0" rtl="0" algn="l">
              <a:lnSpc>
                <a:spcPct val="115000"/>
              </a:lnSpc>
              <a:spcBef>
                <a:spcPts val="1500"/>
              </a:spcBef>
              <a:spcAft>
                <a:spcPts val="1500"/>
              </a:spcAft>
              <a:buNone/>
            </a:pPr>
            <a:r>
              <a:rPr lang="en" sz="1300"/>
              <a:t>Wraparound family services </a:t>
            </a:r>
            <a:endParaRPr sz="1300"/>
          </a:p>
        </p:txBody>
      </p:sp>
      <p:sp>
        <p:nvSpPr>
          <p:cNvPr id="328" name="Google Shape;328;p31"/>
          <p:cNvSpPr txBox="1"/>
          <p:nvPr>
            <p:ph idx="3" type="body"/>
          </p:nvPr>
        </p:nvSpPr>
        <p:spPr>
          <a:xfrm>
            <a:off x="4698825" y="1756375"/>
            <a:ext cx="1923900" cy="22587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1500"/>
              </a:spcBef>
              <a:spcAft>
                <a:spcPts val="0"/>
              </a:spcAft>
              <a:buNone/>
            </a:pPr>
            <a:r>
              <a:rPr lang="en" sz="1300"/>
              <a:t>Targeted interventions for at-risk populations </a:t>
            </a:r>
            <a:endParaRPr sz="1300"/>
          </a:p>
          <a:p>
            <a:pPr indent="0" lvl="0" marL="0" rtl="0" algn="l">
              <a:lnSpc>
                <a:spcPct val="115000"/>
              </a:lnSpc>
              <a:spcBef>
                <a:spcPts val="1500"/>
              </a:spcBef>
              <a:spcAft>
                <a:spcPts val="0"/>
              </a:spcAft>
              <a:buNone/>
            </a:pPr>
            <a:r>
              <a:rPr lang="en" sz="1300"/>
              <a:t>Extended learning time and summer programming</a:t>
            </a:r>
            <a:endParaRPr sz="1300"/>
          </a:p>
          <a:p>
            <a:pPr indent="0" lvl="0" marL="0" rtl="0" algn="l">
              <a:spcBef>
                <a:spcPts val="1500"/>
              </a:spcBef>
              <a:spcAft>
                <a:spcPts val="0"/>
              </a:spcAft>
              <a:buNone/>
            </a:pPr>
            <a:r>
              <a:t/>
            </a:r>
            <a:endParaRPr/>
          </a:p>
        </p:txBody>
      </p:sp>
      <p:sp>
        <p:nvSpPr>
          <p:cNvPr id="329" name="Google Shape;329;p31"/>
          <p:cNvSpPr txBox="1"/>
          <p:nvPr/>
        </p:nvSpPr>
        <p:spPr>
          <a:xfrm>
            <a:off x="653475" y="1126375"/>
            <a:ext cx="1923900" cy="5541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474F67"/>
                </a:solidFill>
                <a:latin typeface="ABeeZee"/>
                <a:ea typeface="ABeeZee"/>
                <a:cs typeface="ABeeZee"/>
                <a:sym typeface="ABeeZee"/>
              </a:rPr>
              <a:t>At-Risk Funding</a:t>
            </a:r>
            <a:endParaRPr sz="1200">
              <a:solidFill>
                <a:srgbClr val="474F67"/>
              </a:solidFill>
              <a:latin typeface="ABeeZee"/>
              <a:ea typeface="ABeeZee"/>
              <a:cs typeface="ABeeZee"/>
              <a:sym typeface="ABeeZee"/>
            </a:endParaRPr>
          </a:p>
          <a:p>
            <a:pPr indent="0" lvl="0" marL="0" rtl="0" algn="l">
              <a:spcBef>
                <a:spcPts val="0"/>
              </a:spcBef>
              <a:spcAft>
                <a:spcPts val="0"/>
              </a:spcAft>
              <a:buNone/>
            </a:pPr>
            <a:r>
              <a:t/>
            </a:r>
            <a:endParaRPr sz="1200">
              <a:solidFill>
                <a:srgbClr val="474F67"/>
              </a:solidFill>
              <a:latin typeface="ABeeZee"/>
              <a:ea typeface="ABeeZee"/>
              <a:cs typeface="ABeeZee"/>
              <a:sym typeface="ABeeZee"/>
            </a:endParaRPr>
          </a:p>
        </p:txBody>
      </p:sp>
      <p:sp>
        <p:nvSpPr>
          <p:cNvPr id="330" name="Google Shape;330;p31"/>
          <p:cNvSpPr txBox="1"/>
          <p:nvPr/>
        </p:nvSpPr>
        <p:spPr>
          <a:xfrm>
            <a:off x="2676150" y="1136975"/>
            <a:ext cx="1923900" cy="5541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474F67"/>
                </a:solidFill>
                <a:latin typeface="ABeeZee"/>
                <a:ea typeface="ABeeZee"/>
                <a:cs typeface="ABeeZee"/>
                <a:sym typeface="ABeeZee"/>
              </a:rPr>
              <a:t>Great Start Readiness Program (GSRP)</a:t>
            </a:r>
            <a:endParaRPr sz="1200">
              <a:solidFill>
                <a:srgbClr val="474F67"/>
              </a:solidFill>
              <a:latin typeface="ABeeZee"/>
              <a:ea typeface="ABeeZee"/>
              <a:cs typeface="ABeeZee"/>
              <a:sym typeface="ABeeZee"/>
            </a:endParaRPr>
          </a:p>
        </p:txBody>
      </p:sp>
      <p:sp>
        <p:nvSpPr>
          <p:cNvPr id="331" name="Google Shape;331;p31"/>
          <p:cNvSpPr txBox="1"/>
          <p:nvPr/>
        </p:nvSpPr>
        <p:spPr>
          <a:xfrm>
            <a:off x="4698825" y="1126375"/>
            <a:ext cx="1923900" cy="5541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474F67"/>
                </a:solidFill>
                <a:latin typeface="ABeeZee"/>
                <a:ea typeface="ABeeZee"/>
                <a:cs typeface="ABeeZee"/>
                <a:sym typeface="ABeeZee"/>
              </a:rPr>
              <a:t>Section 31 - At-Risk Student Success Grants</a:t>
            </a:r>
            <a:endParaRPr sz="1200">
              <a:solidFill>
                <a:srgbClr val="474F67"/>
              </a:solidFill>
              <a:latin typeface="ABeeZee"/>
              <a:ea typeface="ABeeZee"/>
              <a:cs typeface="ABeeZee"/>
              <a:sym typeface="ABeeZee"/>
            </a:endParaRPr>
          </a:p>
        </p:txBody>
      </p:sp>
      <p:pic>
        <p:nvPicPr>
          <p:cNvPr descr="3d Laptop with chalkboard. welcome back to school concept. (Provided by Getty Images)" id="332" name="Google Shape;332;p31"/>
          <p:cNvPicPr preferRelativeResize="0"/>
          <p:nvPr/>
        </p:nvPicPr>
        <p:blipFill>
          <a:blip r:embed="rId3">
            <a:alphaModFix/>
          </a:blip>
          <a:stretch>
            <a:fillRect/>
          </a:stretch>
        </p:blipFill>
        <p:spPr>
          <a:xfrm>
            <a:off x="7639600" y="3426375"/>
            <a:ext cx="1504399" cy="1717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2"/>
          <p:cNvSpPr txBox="1"/>
          <p:nvPr>
            <p:ph type="title"/>
          </p:nvPr>
        </p:nvSpPr>
        <p:spPr>
          <a:xfrm>
            <a:off x="653625" y="739375"/>
            <a:ext cx="5969100" cy="74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sz="2800">
                <a:solidFill>
                  <a:srgbClr val="F58617"/>
                </a:solidFill>
              </a:rPr>
              <a:t>Phase 1: Assessment &amp; Planning </a:t>
            </a:r>
            <a:endParaRPr b="0" sz="2800">
              <a:solidFill>
                <a:srgbClr val="F58617"/>
              </a:solidFill>
            </a:endParaRPr>
          </a:p>
        </p:txBody>
      </p:sp>
      <p:grpSp>
        <p:nvGrpSpPr>
          <p:cNvPr id="338" name="Google Shape;338;p32"/>
          <p:cNvGrpSpPr/>
          <p:nvPr/>
        </p:nvGrpSpPr>
        <p:grpSpPr>
          <a:xfrm flipH="1">
            <a:off x="7494560" y="3753778"/>
            <a:ext cx="1649444" cy="1389731"/>
            <a:chOff x="2062875" y="394325"/>
            <a:chExt cx="1394525" cy="1174950"/>
          </a:xfrm>
        </p:grpSpPr>
        <p:sp>
          <p:nvSpPr>
            <p:cNvPr id="339" name="Google Shape;339;p32"/>
            <p:cNvSpPr/>
            <p:nvPr/>
          </p:nvSpPr>
          <p:spPr>
            <a:xfrm>
              <a:off x="2154525" y="1037175"/>
              <a:ext cx="357725" cy="437275"/>
            </a:xfrm>
            <a:custGeom>
              <a:rect b="b" l="l" r="r" t="t"/>
              <a:pathLst>
                <a:path extrusionOk="0" h="17491" w="14309">
                  <a:moveTo>
                    <a:pt x="1706" y="0"/>
                  </a:moveTo>
                  <a:lnTo>
                    <a:pt x="1" y="17491"/>
                  </a:lnTo>
                  <a:lnTo>
                    <a:pt x="14308" y="17491"/>
                  </a:lnTo>
                  <a:lnTo>
                    <a:pt x="14308" y="0"/>
                  </a:lnTo>
                  <a:close/>
                </a:path>
              </a:pathLst>
            </a:custGeom>
            <a:solidFill>
              <a:srgbClr val="542D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2"/>
            <p:cNvSpPr/>
            <p:nvPr/>
          </p:nvSpPr>
          <p:spPr>
            <a:xfrm>
              <a:off x="2652250" y="1037175"/>
              <a:ext cx="357075" cy="437275"/>
            </a:xfrm>
            <a:custGeom>
              <a:rect b="b" l="l" r="r" t="t"/>
              <a:pathLst>
                <a:path extrusionOk="0" h="17491" w="14283">
                  <a:moveTo>
                    <a:pt x="0" y="0"/>
                  </a:moveTo>
                  <a:lnTo>
                    <a:pt x="0" y="17491"/>
                  </a:lnTo>
                  <a:lnTo>
                    <a:pt x="14283" y="17491"/>
                  </a:lnTo>
                  <a:lnTo>
                    <a:pt x="12603" y="0"/>
                  </a:lnTo>
                  <a:close/>
                </a:path>
              </a:pathLst>
            </a:custGeom>
            <a:solidFill>
              <a:srgbClr val="542D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2"/>
            <p:cNvSpPr/>
            <p:nvPr/>
          </p:nvSpPr>
          <p:spPr>
            <a:xfrm>
              <a:off x="2177450" y="866600"/>
              <a:ext cx="68125" cy="190975"/>
            </a:xfrm>
            <a:custGeom>
              <a:rect b="b" l="l" r="r" t="t"/>
              <a:pathLst>
                <a:path extrusionOk="0" h="7639" w="2725">
                  <a:moveTo>
                    <a:pt x="2724" y="0"/>
                  </a:moveTo>
                  <a:lnTo>
                    <a:pt x="2164" y="51"/>
                  </a:lnTo>
                  <a:lnTo>
                    <a:pt x="1197" y="459"/>
                  </a:lnTo>
                  <a:lnTo>
                    <a:pt x="458" y="1197"/>
                  </a:lnTo>
                  <a:lnTo>
                    <a:pt x="26" y="2190"/>
                  </a:lnTo>
                  <a:lnTo>
                    <a:pt x="0" y="2750"/>
                  </a:lnTo>
                  <a:lnTo>
                    <a:pt x="0" y="4914"/>
                  </a:lnTo>
                  <a:lnTo>
                    <a:pt x="26" y="5474"/>
                  </a:lnTo>
                  <a:lnTo>
                    <a:pt x="458" y="6467"/>
                  </a:lnTo>
                  <a:lnTo>
                    <a:pt x="1197" y="7205"/>
                  </a:lnTo>
                  <a:lnTo>
                    <a:pt x="2164" y="7613"/>
                  </a:lnTo>
                  <a:lnTo>
                    <a:pt x="2724" y="7638"/>
                  </a:lnTo>
                  <a:lnTo>
                    <a:pt x="2724"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2"/>
            <p:cNvSpPr/>
            <p:nvPr/>
          </p:nvSpPr>
          <p:spPr>
            <a:xfrm>
              <a:off x="2922100" y="866600"/>
              <a:ext cx="68150" cy="190975"/>
            </a:xfrm>
            <a:custGeom>
              <a:rect b="b" l="l" r="r" t="t"/>
              <a:pathLst>
                <a:path extrusionOk="0" h="7639" w="2726">
                  <a:moveTo>
                    <a:pt x="1" y="0"/>
                  </a:moveTo>
                  <a:lnTo>
                    <a:pt x="1" y="7638"/>
                  </a:lnTo>
                  <a:lnTo>
                    <a:pt x="561" y="7613"/>
                  </a:lnTo>
                  <a:lnTo>
                    <a:pt x="1528" y="7205"/>
                  </a:lnTo>
                  <a:lnTo>
                    <a:pt x="2267" y="6467"/>
                  </a:lnTo>
                  <a:lnTo>
                    <a:pt x="2700" y="5474"/>
                  </a:lnTo>
                  <a:lnTo>
                    <a:pt x="2725" y="4914"/>
                  </a:lnTo>
                  <a:lnTo>
                    <a:pt x="2725" y="2750"/>
                  </a:lnTo>
                  <a:lnTo>
                    <a:pt x="2700" y="2190"/>
                  </a:lnTo>
                  <a:lnTo>
                    <a:pt x="2267" y="1197"/>
                  </a:lnTo>
                  <a:lnTo>
                    <a:pt x="1528" y="459"/>
                  </a:lnTo>
                  <a:lnTo>
                    <a:pt x="561" y="51"/>
                  </a:lnTo>
                  <a:lnTo>
                    <a:pt x="1"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2"/>
            <p:cNvSpPr/>
            <p:nvPr/>
          </p:nvSpPr>
          <p:spPr>
            <a:xfrm>
              <a:off x="2479125" y="1254850"/>
              <a:ext cx="210050" cy="264150"/>
            </a:xfrm>
            <a:custGeom>
              <a:rect b="b" l="l" r="r" t="t"/>
              <a:pathLst>
                <a:path extrusionOk="0" h="10566" w="8402">
                  <a:moveTo>
                    <a:pt x="1" y="0"/>
                  </a:moveTo>
                  <a:lnTo>
                    <a:pt x="1" y="10566"/>
                  </a:lnTo>
                  <a:lnTo>
                    <a:pt x="8402" y="10566"/>
                  </a:lnTo>
                  <a:lnTo>
                    <a:pt x="8402"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32"/>
            <p:cNvSpPr/>
            <p:nvPr/>
          </p:nvSpPr>
          <p:spPr>
            <a:xfrm>
              <a:off x="2233450" y="439525"/>
              <a:ext cx="700775" cy="875800"/>
            </a:xfrm>
            <a:custGeom>
              <a:rect b="b" l="l" r="r" t="t"/>
              <a:pathLst>
                <a:path extrusionOk="0" h="35032" w="28031">
                  <a:moveTo>
                    <a:pt x="14028" y="1"/>
                  </a:moveTo>
                  <a:lnTo>
                    <a:pt x="13290" y="26"/>
                  </a:lnTo>
                  <a:lnTo>
                    <a:pt x="11890" y="153"/>
                  </a:lnTo>
                  <a:lnTo>
                    <a:pt x="10515" y="433"/>
                  </a:lnTo>
                  <a:lnTo>
                    <a:pt x="9191" y="841"/>
                  </a:lnTo>
                  <a:lnTo>
                    <a:pt x="7944" y="1375"/>
                  </a:lnTo>
                  <a:lnTo>
                    <a:pt x="6747" y="2037"/>
                  </a:lnTo>
                  <a:lnTo>
                    <a:pt x="5627" y="2776"/>
                  </a:lnTo>
                  <a:lnTo>
                    <a:pt x="4583" y="3641"/>
                  </a:lnTo>
                  <a:lnTo>
                    <a:pt x="3641" y="4583"/>
                  </a:lnTo>
                  <a:lnTo>
                    <a:pt x="2775" y="5627"/>
                  </a:lnTo>
                  <a:lnTo>
                    <a:pt x="2012" y="6747"/>
                  </a:lnTo>
                  <a:lnTo>
                    <a:pt x="1375" y="7944"/>
                  </a:lnTo>
                  <a:lnTo>
                    <a:pt x="841" y="9191"/>
                  </a:lnTo>
                  <a:lnTo>
                    <a:pt x="433" y="10515"/>
                  </a:lnTo>
                  <a:lnTo>
                    <a:pt x="153" y="11890"/>
                  </a:lnTo>
                  <a:lnTo>
                    <a:pt x="0" y="13316"/>
                  </a:lnTo>
                  <a:lnTo>
                    <a:pt x="0" y="14028"/>
                  </a:lnTo>
                  <a:lnTo>
                    <a:pt x="0" y="21004"/>
                  </a:lnTo>
                  <a:lnTo>
                    <a:pt x="0" y="21717"/>
                  </a:lnTo>
                  <a:lnTo>
                    <a:pt x="153" y="23143"/>
                  </a:lnTo>
                  <a:lnTo>
                    <a:pt x="433" y="24517"/>
                  </a:lnTo>
                  <a:lnTo>
                    <a:pt x="841" y="25841"/>
                  </a:lnTo>
                  <a:lnTo>
                    <a:pt x="1375" y="27089"/>
                  </a:lnTo>
                  <a:lnTo>
                    <a:pt x="2012" y="28285"/>
                  </a:lnTo>
                  <a:lnTo>
                    <a:pt x="2775" y="29405"/>
                  </a:lnTo>
                  <a:lnTo>
                    <a:pt x="3641" y="30449"/>
                  </a:lnTo>
                  <a:lnTo>
                    <a:pt x="4583" y="31391"/>
                  </a:lnTo>
                  <a:lnTo>
                    <a:pt x="5627" y="32257"/>
                  </a:lnTo>
                  <a:lnTo>
                    <a:pt x="6747" y="32995"/>
                  </a:lnTo>
                  <a:lnTo>
                    <a:pt x="7944" y="33657"/>
                  </a:lnTo>
                  <a:lnTo>
                    <a:pt x="9191" y="34192"/>
                  </a:lnTo>
                  <a:lnTo>
                    <a:pt x="10515" y="34599"/>
                  </a:lnTo>
                  <a:lnTo>
                    <a:pt x="11890" y="34879"/>
                  </a:lnTo>
                  <a:lnTo>
                    <a:pt x="13290" y="35006"/>
                  </a:lnTo>
                  <a:lnTo>
                    <a:pt x="14028" y="35032"/>
                  </a:lnTo>
                  <a:lnTo>
                    <a:pt x="14741" y="35006"/>
                  </a:lnTo>
                  <a:lnTo>
                    <a:pt x="16167" y="34879"/>
                  </a:lnTo>
                  <a:lnTo>
                    <a:pt x="17516" y="34599"/>
                  </a:lnTo>
                  <a:lnTo>
                    <a:pt x="18840" y="34192"/>
                  </a:lnTo>
                  <a:lnTo>
                    <a:pt x="20087" y="33657"/>
                  </a:lnTo>
                  <a:lnTo>
                    <a:pt x="21284" y="32995"/>
                  </a:lnTo>
                  <a:lnTo>
                    <a:pt x="22404" y="32257"/>
                  </a:lnTo>
                  <a:lnTo>
                    <a:pt x="23448" y="31391"/>
                  </a:lnTo>
                  <a:lnTo>
                    <a:pt x="24390" y="30449"/>
                  </a:lnTo>
                  <a:lnTo>
                    <a:pt x="25256" y="29405"/>
                  </a:lnTo>
                  <a:lnTo>
                    <a:pt x="26019" y="28285"/>
                  </a:lnTo>
                  <a:lnTo>
                    <a:pt x="26656" y="27089"/>
                  </a:lnTo>
                  <a:lnTo>
                    <a:pt x="27191" y="25841"/>
                  </a:lnTo>
                  <a:lnTo>
                    <a:pt x="27598" y="24517"/>
                  </a:lnTo>
                  <a:lnTo>
                    <a:pt x="27878" y="23143"/>
                  </a:lnTo>
                  <a:lnTo>
                    <a:pt x="28031" y="21717"/>
                  </a:lnTo>
                  <a:lnTo>
                    <a:pt x="28031" y="21004"/>
                  </a:lnTo>
                  <a:lnTo>
                    <a:pt x="28031" y="14028"/>
                  </a:lnTo>
                  <a:lnTo>
                    <a:pt x="28031" y="13316"/>
                  </a:lnTo>
                  <a:lnTo>
                    <a:pt x="27878" y="11890"/>
                  </a:lnTo>
                  <a:lnTo>
                    <a:pt x="27598" y="10515"/>
                  </a:lnTo>
                  <a:lnTo>
                    <a:pt x="27191" y="9191"/>
                  </a:lnTo>
                  <a:lnTo>
                    <a:pt x="26656" y="7944"/>
                  </a:lnTo>
                  <a:lnTo>
                    <a:pt x="26019" y="6747"/>
                  </a:lnTo>
                  <a:lnTo>
                    <a:pt x="25256" y="5627"/>
                  </a:lnTo>
                  <a:lnTo>
                    <a:pt x="24390" y="4583"/>
                  </a:lnTo>
                  <a:lnTo>
                    <a:pt x="23448" y="3641"/>
                  </a:lnTo>
                  <a:lnTo>
                    <a:pt x="22404" y="2776"/>
                  </a:lnTo>
                  <a:lnTo>
                    <a:pt x="21284" y="2037"/>
                  </a:lnTo>
                  <a:lnTo>
                    <a:pt x="20087" y="1375"/>
                  </a:lnTo>
                  <a:lnTo>
                    <a:pt x="18840" y="841"/>
                  </a:lnTo>
                  <a:lnTo>
                    <a:pt x="17516" y="433"/>
                  </a:lnTo>
                  <a:lnTo>
                    <a:pt x="16167" y="153"/>
                  </a:lnTo>
                  <a:lnTo>
                    <a:pt x="14741" y="26"/>
                  </a:lnTo>
                  <a:lnTo>
                    <a:pt x="14028" y="1"/>
                  </a:lnTo>
                  <a:close/>
                </a:path>
              </a:pathLst>
            </a:custGeom>
            <a:solidFill>
              <a:srgbClr val="C08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2"/>
            <p:cNvSpPr/>
            <p:nvPr/>
          </p:nvSpPr>
          <p:spPr>
            <a:xfrm>
              <a:off x="2358200" y="933425"/>
              <a:ext cx="91050" cy="90400"/>
            </a:xfrm>
            <a:custGeom>
              <a:rect b="b" l="l" r="r" t="t"/>
              <a:pathLst>
                <a:path extrusionOk="0" h="3616" w="3642">
                  <a:moveTo>
                    <a:pt x="1808" y="1"/>
                  </a:moveTo>
                  <a:lnTo>
                    <a:pt x="1452" y="26"/>
                  </a:lnTo>
                  <a:lnTo>
                    <a:pt x="790" y="281"/>
                  </a:lnTo>
                  <a:lnTo>
                    <a:pt x="306" y="790"/>
                  </a:lnTo>
                  <a:lnTo>
                    <a:pt x="26" y="1426"/>
                  </a:lnTo>
                  <a:lnTo>
                    <a:pt x="0" y="1808"/>
                  </a:lnTo>
                  <a:lnTo>
                    <a:pt x="26" y="2165"/>
                  </a:lnTo>
                  <a:lnTo>
                    <a:pt x="306" y="2827"/>
                  </a:lnTo>
                  <a:lnTo>
                    <a:pt x="790" y="3310"/>
                  </a:lnTo>
                  <a:lnTo>
                    <a:pt x="1452" y="3590"/>
                  </a:lnTo>
                  <a:lnTo>
                    <a:pt x="1808" y="3616"/>
                  </a:lnTo>
                  <a:lnTo>
                    <a:pt x="2190" y="3590"/>
                  </a:lnTo>
                  <a:lnTo>
                    <a:pt x="2826" y="3310"/>
                  </a:lnTo>
                  <a:lnTo>
                    <a:pt x="3336" y="2827"/>
                  </a:lnTo>
                  <a:lnTo>
                    <a:pt x="3616" y="2165"/>
                  </a:lnTo>
                  <a:lnTo>
                    <a:pt x="3641" y="1808"/>
                  </a:lnTo>
                  <a:lnTo>
                    <a:pt x="3616" y="1426"/>
                  </a:lnTo>
                  <a:lnTo>
                    <a:pt x="3336" y="790"/>
                  </a:lnTo>
                  <a:lnTo>
                    <a:pt x="2826" y="281"/>
                  </a:lnTo>
                  <a:lnTo>
                    <a:pt x="2190" y="26"/>
                  </a:lnTo>
                  <a:lnTo>
                    <a:pt x="1808" y="1"/>
                  </a:lnTo>
                  <a:close/>
                </a:path>
              </a:pathLst>
            </a:custGeom>
            <a:solidFill>
              <a:srgbClr val="5931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2"/>
            <p:cNvSpPr/>
            <p:nvPr/>
          </p:nvSpPr>
          <p:spPr>
            <a:xfrm>
              <a:off x="2718450" y="933425"/>
              <a:ext cx="91025" cy="90400"/>
            </a:xfrm>
            <a:custGeom>
              <a:rect b="b" l="l" r="r" t="t"/>
              <a:pathLst>
                <a:path extrusionOk="0" h="3616" w="3641">
                  <a:moveTo>
                    <a:pt x="1833" y="1"/>
                  </a:moveTo>
                  <a:lnTo>
                    <a:pt x="1451" y="26"/>
                  </a:lnTo>
                  <a:lnTo>
                    <a:pt x="815" y="281"/>
                  </a:lnTo>
                  <a:lnTo>
                    <a:pt x="306" y="790"/>
                  </a:lnTo>
                  <a:lnTo>
                    <a:pt x="26" y="1426"/>
                  </a:lnTo>
                  <a:lnTo>
                    <a:pt x="0" y="1808"/>
                  </a:lnTo>
                  <a:lnTo>
                    <a:pt x="26" y="2165"/>
                  </a:lnTo>
                  <a:lnTo>
                    <a:pt x="306" y="2827"/>
                  </a:lnTo>
                  <a:lnTo>
                    <a:pt x="815" y="3310"/>
                  </a:lnTo>
                  <a:lnTo>
                    <a:pt x="1451" y="3590"/>
                  </a:lnTo>
                  <a:lnTo>
                    <a:pt x="1833" y="3616"/>
                  </a:lnTo>
                  <a:lnTo>
                    <a:pt x="2190" y="3590"/>
                  </a:lnTo>
                  <a:lnTo>
                    <a:pt x="2851" y="3310"/>
                  </a:lnTo>
                  <a:lnTo>
                    <a:pt x="3335" y="2827"/>
                  </a:lnTo>
                  <a:lnTo>
                    <a:pt x="3615" y="2165"/>
                  </a:lnTo>
                  <a:lnTo>
                    <a:pt x="3641" y="1808"/>
                  </a:lnTo>
                  <a:lnTo>
                    <a:pt x="3615" y="1426"/>
                  </a:lnTo>
                  <a:lnTo>
                    <a:pt x="3335" y="790"/>
                  </a:lnTo>
                  <a:lnTo>
                    <a:pt x="2851" y="281"/>
                  </a:lnTo>
                  <a:lnTo>
                    <a:pt x="2190" y="26"/>
                  </a:lnTo>
                  <a:lnTo>
                    <a:pt x="1833" y="1"/>
                  </a:lnTo>
                  <a:close/>
                </a:path>
              </a:pathLst>
            </a:custGeom>
            <a:solidFill>
              <a:srgbClr val="5931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2"/>
            <p:cNvSpPr/>
            <p:nvPr/>
          </p:nvSpPr>
          <p:spPr>
            <a:xfrm>
              <a:off x="2062875" y="1359225"/>
              <a:ext cx="1041925" cy="210050"/>
            </a:xfrm>
            <a:custGeom>
              <a:rect b="b" l="l" r="r" t="t"/>
              <a:pathLst>
                <a:path extrusionOk="0" h="8402" w="41677">
                  <a:moveTo>
                    <a:pt x="16625" y="1"/>
                  </a:moveTo>
                  <a:lnTo>
                    <a:pt x="12297" y="153"/>
                  </a:lnTo>
                  <a:lnTo>
                    <a:pt x="11177" y="179"/>
                  </a:lnTo>
                  <a:lnTo>
                    <a:pt x="9115" y="484"/>
                  </a:lnTo>
                  <a:lnTo>
                    <a:pt x="7307" y="1070"/>
                  </a:lnTo>
                  <a:lnTo>
                    <a:pt x="5678" y="1910"/>
                  </a:lnTo>
                  <a:lnTo>
                    <a:pt x="4227" y="2979"/>
                  </a:lnTo>
                  <a:lnTo>
                    <a:pt x="2903" y="4303"/>
                  </a:lnTo>
                  <a:lnTo>
                    <a:pt x="1681" y="5805"/>
                  </a:lnTo>
                  <a:lnTo>
                    <a:pt x="535" y="7485"/>
                  </a:lnTo>
                  <a:lnTo>
                    <a:pt x="0" y="8402"/>
                  </a:lnTo>
                  <a:lnTo>
                    <a:pt x="41677" y="8402"/>
                  </a:lnTo>
                  <a:lnTo>
                    <a:pt x="41142" y="7485"/>
                  </a:lnTo>
                  <a:lnTo>
                    <a:pt x="39996" y="5805"/>
                  </a:lnTo>
                  <a:lnTo>
                    <a:pt x="38774" y="4303"/>
                  </a:lnTo>
                  <a:lnTo>
                    <a:pt x="37450" y="2979"/>
                  </a:lnTo>
                  <a:lnTo>
                    <a:pt x="35999" y="1910"/>
                  </a:lnTo>
                  <a:lnTo>
                    <a:pt x="34370" y="1070"/>
                  </a:lnTo>
                  <a:lnTo>
                    <a:pt x="32562" y="484"/>
                  </a:lnTo>
                  <a:lnTo>
                    <a:pt x="30500" y="179"/>
                  </a:lnTo>
                  <a:lnTo>
                    <a:pt x="29380" y="153"/>
                  </a:lnTo>
                  <a:lnTo>
                    <a:pt x="25052" y="1"/>
                  </a:lnTo>
                  <a:lnTo>
                    <a:pt x="25027" y="433"/>
                  </a:lnTo>
                  <a:lnTo>
                    <a:pt x="24874" y="1248"/>
                  </a:lnTo>
                  <a:lnTo>
                    <a:pt x="24543" y="2012"/>
                  </a:lnTo>
                  <a:lnTo>
                    <a:pt x="24085" y="2674"/>
                  </a:lnTo>
                  <a:lnTo>
                    <a:pt x="23524" y="3259"/>
                  </a:lnTo>
                  <a:lnTo>
                    <a:pt x="22863" y="3692"/>
                  </a:lnTo>
                  <a:lnTo>
                    <a:pt x="22099" y="4023"/>
                  </a:lnTo>
                  <a:lnTo>
                    <a:pt x="21284" y="4201"/>
                  </a:lnTo>
                  <a:lnTo>
                    <a:pt x="20418" y="4201"/>
                  </a:lnTo>
                  <a:lnTo>
                    <a:pt x="19578" y="4023"/>
                  </a:lnTo>
                  <a:lnTo>
                    <a:pt x="18840" y="3692"/>
                  </a:lnTo>
                  <a:lnTo>
                    <a:pt x="18153" y="3259"/>
                  </a:lnTo>
                  <a:lnTo>
                    <a:pt x="17593" y="2674"/>
                  </a:lnTo>
                  <a:lnTo>
                    <a:pt x="17134" y="2012"/>
                  </a:lnTo>
                  <a:lnTo>
                    <a:pt x="16803" y="1248"/>
                  </a:lnTo>
                  <a:lnTo>
                    <a:pt x="16651" y="433"/>
                  </a:lnTo>
                  <a:lnTo>
                    <a:pt x="16625" y="1"/>
                  </a:lnTo>
                  <a:close/>
                </a:path>
              </a:pathLst>
            </a:custGeom>
            <a:solidFill>
              <a:srgbClr val="F586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32"/>
            <p:cNvSpPr/>
            <p:nvPr/>
          </p:nvSpPr>
          <p:spPr>
            <a:xfrm>
              <a:off x="2439675" y="1359225"/>
              <a:ext cx="288325" cy="148950"/>
            </a:xfrm>
            <a:custGeom>
              <a:rect b="b" l="l" r="r" t="t"/>
              <a:pathLst>
                <a:path extrusionOk="0" h="5958" w="11533">
                  <a:moveTo>
                    <a:pt x="1553" y="1"/>
                  </a:moveTo>
                  <a:lnTo>
                    <a:pt x="0" y="51"/>
                  </a:lnTo>
                  <a:lnTo>
                    <a:pt x="0" y="128"/>
                  </a:lnTo>
                  <a:lnTo>
                    <a:pt x="0" y="179"/>
                  </a:lnTo>
                  <a:lnTo>
                    <a:pt x="0" y="790"/>
                  </a:lnTo>
                  <a:lnTo>
                    <a:pt x="255" y="1910"/>
                  </a:lnTo>
                  <a:lnTo>
                    <a:pt x="688" y="2954"/>
                  </a:lnTo>
                  <a:lnTo>
                    <a:pt x="1299" y="3870"/>
                  </a:lnTo>
                  <a:lnTo>
                    <a:pt x="2088" y="4659"/>
                  </a:lnTo>
                  <a:lnTo>
                    <a:pt x="3004" y="5270"/>
                  </a:lnTo>
                  <a:lnTo>
                    <a:pt x="4048" y="5703"/>
                  </a:lnTo>
                  <a:lnTo>
                    <a:pt x="5168" y="5958"/>
                  </a:lnTo>
                  <a:lnTo>
                    <a:pt x="6365" y="5958"/>
                  </a:lnTo>
                  <a:lnTo>
                    <a:pt x="7485" y="5703"/>
                  </a:lnTo>
                  <a:lnTo>
                    <a:pt x="8529" y="5270"/>
                  </a:lnTo>
                  <a:lnTo>
                    <a:pt x="9445" y="4659"/>
                  </a:lnTo>
                  <a:lnTo>
                    <a:pt x="10235" y="3870"/>
                  </a:lnTo>
                  <a:lnTo>
                    <a:pt x="10846" y="2954"/>
                  </a:lnTo>
                  <a:lnTo>
                    <a:pt x="11304" y="1910"/>
                  </a:lnTo>
                  <a:lnTo>
                    <a:pt x="11533" y="790"/>
                  </a:lnTo>
                  <a:lnTo>
                    <a:pt x="11533" y="179"/>
                  </a:lnTo>
                  <a:lnTo>
                    <a:pt x="11533" y="128"/>
                  </a:lnTo>
                  <a:lnTo>
                    <a:pt x="11533" y="51"/>
                  </a:lnTo>
                  <a:lnTo>
                    <a:pt x="9980" y="1"/>
                  </a:lnTo>
                  <a:lnTo>
                    <a:pt x="9955" y="433"/>
                  </a:lnTo>
                  <a:lnTo>
                    <a:pt x="9802" y="1248"/>
                  </a:lnTo>
                  <a:lnTo>
                    <a:pt x="9471" y="2012"/>
                  </a:lnTo>
                  <a:lnTo>
                    <a:pt x="9013" y="2674"/>
                  </a:lnTo>
                  <a:lnTo>
                    <a:pt x="8452" y="3259"/>
                  </a:lnTo>
                  <a:lnTo>
                    <a:pt x="7791" y="3692"/>
                  </a:lnTo>
                  <a:lnTo>
                    <a:pt x="7027" y="4023"/>
                  </a:lnTo>
                  <a:lnTo>
                    <a:pt x="6212" y="4201"/>
                  </a:lnTo>
                  <a:lnTo>
                    <a:pt x="5346" y="4201"/>
                  </a:lnTo>
                  <a:lnTo>
                    <a:pt x="4506" y="4023"/>
                  </a:lnTo>
                  <a:lnTo>
                    <a:pt x="3768" y="3692"/>
                  </a:lnTo>
                  <a:lnTo>
                    <a:pt x="3081" y="3259"/>
                  </a:lnTo>
                  <a:lnTo>
                    <a:pt x="2521" y="2674"/>
                  </a:lnTo>
                  <a:lnTo>
                    <a:pt x="2062" y="2012"/>
                  </a:lnTo>
                  <a:lnTo>
                    <a:pt x="1731" y="1248"/>
                  </a:lnTo>
                  <a:lnTo>
                    <a:pt x="1579" y="433"/>
                  </a:lnTo>
                  <a:lnTo>
                    <a:pt x="1553" y="1"/>
                  </a:lnTo>
                  <a:close/>
                </a:path>
              </a:pathLst>
            </a:custGeom>
            <a:solidFill>
              <a:srgbClr val="E5C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2"/>
            <p:cNvSpPr/>
            <p:nvPr/>
          </p:nvSpPr>
          <p:spPr>
            <a:xfrm>
              <a:off x="2540875" y="974800"/>
              <a:ext cx="82125" cy="119675"/>
            </a:xfrm>
            <a:custGeom>
              <a:rect b="b" l="l" r="r" t="t"/>
              <a:pathLst>
                <a:path extrusionOk="0" h="4787" w="3285">
                  <a:moveTo>
                    <a:pt x="1553" y="0"/>
                  </a:moveTo>
                  <a:lnTo>
                    <a:pt x="1375" y="306"/>
                  </a:lnTo>
                  <a:lnTo>
                    <a:pt x="1298" y="586"/>
                  </a:lnTo>
                  <a:lnTo>
                    <a:pt x="0" y="4252"/>
                  </a:lnTo>
                  <a:lnTo>
                    <a:pt x="0" y="4303"/>
                  </a:lnTo>
                  <a:lnTo>
                    <a:pt x="0" y="4354"/>
                  </a:lnTo>
                  <a:lnTo>
                    <a:pt x="407" y="4558"/>
                  </a:lnTo>
                  <a:lnTo>
                    <a:pt x="1222" y="4787"/>
                  </a:lnTo>
                  <a:lnTo>
                    <a:pt x="2062" y="4787"/>
                  </a:lnTo>
                  <a:lnTo>
                    <a:pt x="2902" y="4558"/>
                  </a:lnTo>
                  <a:lnTo>
                    <a:pt x="3284" y="4354"/>
                  </a:lnTo>
                  <a:lnTo>
                    <a:pt x="3284" y="4303"/>
                  </a:lnTo>
                  <a:lnTo>
                    <a:pt x="3284" y="4252"/>
                  </a:lnTo>
                  <a:lnTo>
                    <a:pt x="2011" y="586"/>
                  </a:lnTo>
                  <a:lnTo>
                    <a:pt x="1935" y="306"/>
                  </a:lnTo>
                  <a:lnTo>
                    <a:pt x="1731" y="0"/>
                  </a:lnTo>
                  <a:close/>
                </a:path>
              </a:pathLst>
            </a:custGeom>
            <a:solidFill>
              <a:srgbClr val="D3A6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32"/>
            <p:cNvSpPr/>
            <p:nvPr/>
          </p:nvSpPr>
          <p:spPr>
            <a:xfrm>
              <a:off x="2540875" y="1083625"/>
              <a:ext cx="82125" cy="37575"/>
            </a:xfrm>
            <a:custGeom>
              <a:rect b="b" l="l" r="r" t="t"/>
              <a:pathLst>
                <a:path extrusionOk="0" h="1503" w="3285">
                  <a:moveTo>
                    <a:pt x="0" y="1"/>
                  </a:moveTo>
                  <a:lnTo>
                    <a:pt x="0" y="306"/>
                  </a:lnTo>
                  <a:lnTo>
                    <a:pt x="280" y="841"/>
                  </a:lnTo>
                  <a:lnTo>
                    <a:pt x="764" y="1248"/>
                  </a:lnTo>
                  <a:lnTo>
                    <a:pt x="1298" y="1477"/>
                  </a:lnTo>
                  <a:lnTo>
                    <a:pt x="1528" y="1503"/>
                  </a:lnTo>
                  <a:lnTo>
                    <a:pt x="1782" y="1503"/>
                  </a:lnTo>
                  <a:lnTo>
                    <a:pt x="2011" y="1477"/>
                  </a:lnTo>
                  <a:lnTo>
                    <a:pt x="2521" y="1248"/>
                  </a:lnTo>
                  <a:lnTo>
                    <a:pt x="3004" y="841"/>
                  </a:lnTo>
                  <a:lnTo>
                    <a:pt x="3284" y="306"/>
                  </a:lnTo>
                  <a:lnTo>
                    <a:pt x="3284" y="1"/>
                  </a:lnTo>
                  <a:lnTo>
                    <a:pt x="2902" y="205"/>
                  </a:lnTo>
                  <a:lnTo>
                    <a:pt x="2062" y="434"/>
                  </a:lnTo>
                  <a:lnTo>
                    <a:pt x="1222" y="434"/>
                  </a:lnTo>
                  <a:lnTo>
                    <a:pt x="407" y="205"/>
                  </a:lnTo>
                  <a:lnTo>
                    <a:pt x="0" y="1"/>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32"/>
            <p:cNvSpPr/>
            <p:nvPr/>
          </p:nvSpPr>
          <p:spPr>
            <a:xfrm>
              <a:off x="2377300" y="949350"/>
              <a:ext cx="26100" cy="26100"/>
            </a:xfrm>
            <a:custGeom>
              <a:rect b="b" l="l" r="r" t="t"/>
              <a:pathLst>
                <a:path extrusionOk="0" h="1044" w="1044">
                  <a:moveTo>
                    <a:pt x="509" y="0"/>
                  </a:moveTo>
                  <a:lnTo>
                    <a:pt x="306" y="26"/>
                  </a:lnTo>
                  <a:lnTo>
                    <a:pt x="26" y="306"/>
                  </a:lnTo>
                  <a:lnTo>
                    <a:pt x="0" y="509"/>
                  </a:lnTo>
                  <a:lnTo>
                    <a:pt x="26" y="738"/>
                  </a:lnTo>
                  <a:lnTo>
                    <a:pt x="306" y="1018"/>
                  </a:lnTo>
                  <a:lnTo>
                    <a:pt x="509" y="1044"/>
                  </a:lnTo>
                  <a:lnTo>
                    <a:pt x="738" y="1018"/>
                  </a:lnTo>
                  <a:lnTo>
                    <a:pt x="1019" y="738"/>
                  </a:lnTo>
                  <a:lnTo>
                    <a:pt x="1044" y="509"/>
                  </a:lnTo>
                  <a:lnTo>
                    <a:pt x="1019" y="306"/>
                  </a:lnTo>
                  <a:lnTo>
                    <a:pt x="738" y="26"/>
                  </a:lnTo>
                  <a:lnTo>
                    <a:pt x="50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2"/>
            <p:cNvSpPr/>
            <p:nvPr/>
          </p:nvSpPr>
          <p:spPr>
            <a:xfrm>
              <a:off x="2737525" y="949350"/>
              <a:ext cx="26775" cy="26100"/>
            </a:xfrm>
            <a:custGeom>
              <a:rect b="b" l="l" r="r" t="t"/>
              <a:pathLst>
                <a:path extrusionOk="0" h="1044" w="1071">
                  <a:moveTo>
                    <a:pt x="535" y="0"/>
                  </a:moveTo>
                  <a:lnTo>
                    <a:pt x="332" y="26"/>
                  </a:lnTo>
                  <a:lnTo>
                    <a:pt x="26" y="306"/>
                  </a:lnTo>
                  <a:lnTo>
                    <a:pt x="1" y="509"/>
                  </a:lnTo>
                  <a:lnTo>
                    <a:pt x="26" y="738"/>
                  </a:lnTo>
                  <a:lnTo>
                    <a:pt x="332" y="1018"/>
                  </a:lnTo>
                  <a:lnTo>
                    <a:pt x="535" y="1044"/>
                  </a:lnTo>
                  <a:lnTo>
                    <a:pt x="739" y="1018"/>
                  </a:lnTo>
                  <a:lnTo>
                    <a:pt x="1045" y="738"/>
                  </a:lnTo>
                  <a:lnTo>
                    <a:pt x="1070" y="509"/>
                  </a:lnTo>
                  <a:lnTo>
                    <a:pt x="1045" y="306"/>
                  </a:lnTo>
                  <a:lnTo>
                    <a:pt x="739"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32"/>
            <p:cNvSpPr/>
            <p:nvPr/>
          </p:nvSpPr>
          <p:spPr>
            <a:xfrm>
              <a:off x="2330825" y="1037175"/>
              <a:ext cx="145775" cy="68750"/>
            </a:xfrm>
            <a:custGeom>
              <a:rect b="b" l="l" r="r" t="t"/>
              <a:pathLst>
                <a:path extrusionOk="0" h="2750" w="5831">
                  <a:moveTo>
                    <a:pt x="1350" y="0"/>
                  </a:moveTo>
                  <a:lnTo>
                    <a:pt x="1095" y="26"/>
                  </a:lnTo>
                  <a:lnTo>
                    <a:pt x="586" y="229"/>
                  </a:lnTo>
                  <a:lnTo>
                    <a:pt x="230" y="611"/>
                  </a:lnTo>
                  <a:lnTo>
                    <a:pt x="1" y="1095"/>
                  </a:lnTo>
                  <a:lnTo>
                    <a:pt x="1" y="1375"/>
                  </a:lnTo>
                  <a:lnTo>
                    <a:pt x="1" y="1655"/>
                  </a:lnTo>
                  <a:lnTo>
                    <a:pt x="230" y="2164"/>
                  </a:lnTo>
                  <a:lnTo>
                    <a:pt x="586" y="2521"/>
                  </a:lnTo>
                  <a:lnTo>
                    <a:pt x="1095" y="2750"/>
                  </a:lnTo>
                  <a:lnTo>
                    <a:pt x="4736" y="2750"/>
                  </a:lnTo>
                  <a:lnTo>
                    <a:pt x="5220" y="2521"/>
                  </a:lnTo>
                  <a:lnTo>
                    <a:pt x="5602" y="2164"/>
                  </a:lnTo>
                  <a:lnTo>
                    <a:pt x="5805" y="1655"/>
                  </a:lnTo>
                  <a:lnTo>
                    <a:pt x="5831" y="1375"/>
                  </a:lnTo>
                  <a:lnTo>
                    <a:pt x="5805" y="1095"/>
                  </a:lnTo>
                  <a:lnTo>
                    <a:pt x="5602" y="611"/>
                  </a:lnTo>
                  <a:lnTo>
                    <a:pt x="5220" y="229"/>
                  </a:lnTo>
                  <a:lnTo>
                    <a:pt x="4736" y="26"/>
                  </a:lnTo>
                  <a:lnTo>
                    <a:pt x="4456" y="0"/>
                  </a:lnTo>
                  <a:close/>
                </a:path>
              </a:pathLst>
            </a:custGeom>
            <a:solidFill>
              <a:srgbClr val="C66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32"/>
            <p:cNvSpPr/>
            <p:nvPr/>
          </p:nvSpPr>
          <p:spPr>
            <a:xfrm>
              <a:off x="2691075" y="1037175"/>
              <a:ext cx="146400" cy="68750"/>
            </a:xfrm>
            <a:custGeom>
              <a:rect b="b" l="l" r="r" t="t"/>
              <a:pathLst>
                <a:path extrusionOk="0" h="2750" w="5856">
                  <a:moveTo>
                    <a:pt x="1375" y="0"/>
                  </a:moveTo>
                  <a:lnTo>
                    <a:pt x="1095" y="26"/>
                  </a:lnTo>
                  <a:lnTo>
                    <a:pt x="611" y="229"/>
                  </a:lnTo>
                  <a:lnTo>
                    <a:pt x="229" y="611"/>
                  </a:lnTo>
                  <a:lnTo>
                    <a:pt x="26" y="1095"/>
                  </a:lnTo>
                  <a:lnTo>
                    <a:pt x="0" y="1375"/>
                  </a:lnTo>
                  <a:lnTo>
                    <a:pt x="26" y="1655"/>
                  </a:lnTo>
                  <a:lnTo>
                    <a:pt x="229" y="2164"/>
                  </a:lnTo>
                  <a:lnTo>
                    <a:pt x="611" y="2521"/>
                  </a:lnTo>
                  <a:lnTo>
                    <a:pt x="1095" y="2750"/>
                  </a:lnTo>
                  <a:lnTo>
                    <a:pt x="4761" y="2750"/>
                  </a:lnTo>
                  <a:lnTo>
                    <a:pt x="5245" y="2521"/>
                  </a:lnTo>
                  <a:lnTo>
                    <a:pt x="5627" y="2164"/>
                  </a:lnTo>
                  <a:lnTo>
                    <a:pt x="5830" y="1655"/>
                  </a:lnTo>
                  <a:lnTo>
                    <a:pt x="5856" y="1375"/>
                  </a:lnTo>
                  <a:lnTo>
                    <a:pt x="5830" y="1095"/>
                  </a:lnTo>
                  <a:lnTo>
                    <a:pt x="5627" y="611"/>
                  </a:lnTo>
                  <a:lnTo>
                    <a:pt x="5245" y="229"/>
                  </a:lnTo>
                  <a:lnTo>
                    <a:pt x="4761" y="26"/>
                  </a:lnTo>
                  <a:lnTo>
                    <a:pt x="4481" y="0"/>
                  </a:lnTo>
                  <a:close/>
                </a:path>
              </a:pathLst>
            </a:custGeom>
            <a:solidFill>
              <a:srgbClr val="C66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32"/>
            <p:cNvSpPr/>
            <p:nvPr/>
          </p:nvSpPr>
          <p:spPr>
            <a:xfrm>
              <a:off x="2188250" y="394325"/>
              <a:ext cx="791175" cy="526400"/>
            </a:xfrm>
            <a:custGeom>
              <a:rect b="b" l="l" r="r" t="t"/>
              <a:pathLst>
                <a:path extrusionOk="0" h="21056" w="31647">
                  <a:moveTo>
                    <a:pt x="15836" y="1"/>
                  </a:moveTo>
                  <a:lnTo>
                    <a:pt x="15022" y="26"/>
                  </a:lnTo>
                  <a:lnTo>
                    <a:pt x="13418" y="179"/>
                  </a:lnTo>
                  <a:lnTo>
                    <a:pt x="11865" y="510"/>
                  </a:lnTo>
                  <a:lnTo>
                    <a:pt x="10388" y="968"/>
                  </a:lnTo>
                  <a:lnTo>
                    <a:pt x="8962" y="1554"/>
                  </a:lnTo>
                  <a:lnTo>
                    <a:pt x="7613" y="2292"/>
                  </a:lnTo>
                  <a:lnTo>
                    <a:pt x="6366" y="3158"/>
                  </a:lnTo>
                  <a:lnTo>
                    <a:pt x="5194" y="4125"/>
                  </a:lnTo>
                  <a:lnTo>
                    <a:pt x="4100" y="5195"/>
                  </a:lnTo>
                  <a:lnTo>
                    <a:pt x="3132" y="6366"/>
                  </a:lnTo>
                  <a:lnTo>
                    <a:pt x="2292" y="7639"/>
                  </a:lnTo>
                  <a:lnTo>
                    <a:pt x="1554" y="8988"/>
                  </a:lnTo>
                  <a:lnTo>
                    <a:pt x="943" y="10388"/>
                  </a:lnTo>
                  <a:lnTo>
                    <a:pt x="485" y="11890"/>
                  </a:lnTo>
                  <a:lnTo>
                    <a:pt x="179" y="13418"/>
                  </a:lnTo>
                  <a:lnTo>
                    <a:pt x="1" y="15022"/>
                  </a:lnTo>
                  <a:lnTo>
                    <a:pt x="1" y="15836"/>
                  </a:lnTo>
                  <a:lnTo>
                    <a:pt x="1" y="21055"/>
                  </a:lnTo>
                  <a:lnTo>
                    <a:pt x="739" y="20597"/>
                  </a:lnTo>
                  <a:lnTo>
                    <a:pt x="2954" y="19044"/>
                  </a:lnTo>
                  <a:lnTo>
                    <a:pt x="5704" y="16702"/>
                  </a:lnTo>
                  <a:lnTo>
                    <a:pt x="7893" y="14411"/>
                  </a:lnTo>
                  <a:lnTo>
                    <a:pt x="9293" y="12654"/>
                  </a:lnTo>
                  <a:lnTo>
                    <a:pt x="9955" y="11687"/>
                  </a:lnTo>
                  <a:lnTo>
                    <a:pt x="10006" y="11839"/>
                  </a:lnTo>
                  <a:lnTo>
                    <a:pt x="10592" y="12883"/>
                  </a:lnTo>
                  <a:lnTo>
                    <a:pt x="11279" y="13825"/>
                  </a:lnTo>
                  <a:lnTo>
                    <a:pt x="12247" y="14894"/>
                  </a:lnTo>
                  <a:lnTo>
                    <a:pt x="13570" y="15989"/>
                  </a:lnTo>
                  <a:lnTo>
                    <a:pt x="15276" y="17007"/>
                  </a:lnTo>
                  <a:lnTo>
                    <a:pt x="17415" y="17822"/>
                  </a:lnTo>
                  <a:lnTo>
                    <a:pt x="18662" y="18102"/>
                  </a:lnTo>
                  <a:lnTo>
                    <a:pt x="18713" y="17440"/>
                  </a:lnTo>
                  <a:lnTo>
                    <a:pt x="18611" y="14971"/>
                  </a:lnTo>
                  <a:lnTo>
                    <a:pt x="18739" y="15098"/>
                  </a:lnTo>
                  <a:lnTo>
                    <a:pt x="20393" y="16346"/>
                  </a:lnTo>
                  <a:lnTo>
                    <a:pt x="22736" y="17720"/>
                  </a:lnTo>
                  <a:lnTo>
                    <a:pt x="24772" y="18662"/>
                  </a:lnTo>
                  <a:lnTo>
                    <a:pt x="27216" y="19579"/>
                  </a:lnTo>
                  <a:lnTo>
                    <a:pt x="30068" y="20368"/>
                  </a:lnTo>
                  <a:lnTo>
                    <a:pt x="31646" y="20674"/>
                  </a:lnTo>
                  <a:lnTo>
                    <a:pt x="31646" y="15836"/>
                  </a:lnTo>
                  <a:lnTo>
                    <a:pt x="31646" y="15022"/>
                  </a:lnTo>
                  <a:lnTo>
                    <a:pt x="31468" y="13418"/>
                  </a:lnTo>
                  <a:lnTo>
                    <a:pt x="31163" y="11890"/>
                  </a:lnTo>
                  <a:lnTo>
                    <a:pt x="30704" y="10388"/>
                  </a:lnTo>
                  <a:lnTo>
                    <a:pt x="30093" y="8988"/>
                  </a:lnTo>
                  <a:lnTo>
                    <a:pt x="29355" y="7639"/>
                  </a:lnTo>
                  <a:lnTo>
                    <a:pt x="28515" y="6366"/>
                  </a:lnTo>
                  <a:lnTo>
                    <a:pt x="27547" y="5195"/>
                  </a:lnTo>
                  <a:lnTo>
                    <a:pt x="26478" y="4125"/>
                  </a:lnTo>
                  <a:lnTo>
                    <a:pt x="25282" y="3158"/>
                  </a:lnTo>
                  <a:lnTo>
                    <a:pt x="24034" y="2292"/>
                  </a:lnTo>
                  <a:lnTo>
                    <a:pt x="22685" y="1554"/>
                  </a:lnTo>
                  <a:lnTo>
                    <a:pt x="21259" y="968"/>
                  </a:lnTo>
                  <a:lnTo>
                    <a:pt x="19782" y="510"/>
                  </a:lnTo>
                  <a:lnTo>
                    <a:pt x="18229" y="179"/>
                  </a:lnTo>
                  <a:lnTo>
                    <a:pt x="16651" y="26"/>
                  </a:lnTo>
                  <a:lnTo>
                    <a:pt x="15836" y="1"/>
                  </a:lnTo>
                  <a:close/>
                </a:path>
              </a:pathLst>
            </a:custGeom>
            <a:solidFill>
              <a:srgbClr val="542D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2"/>
            <p:cNvSpPr/>
            <p:nvPr/>
          </p:nvSpPr>
          <p:spPr>
            <a:xfrm>
              <a:off x="2348025" y="857050"/>
              <a:ext cx="110750" cy="21675"/>
            </a:xfrm>
            <a:custGeom>
              <a:rect b="b" l="l" r="r" t="t"/>
              <a:pathLst>
                <a:path extrusionOk="0" fill="none" h="867" w="4430">
                  <a:moveTo>
                    <a:pt x="4430" y="866"/>
                  </a:moveTo>
                  <a:lnTo>
                    <a:pt x="4201" y="662"/>
                  </a:lnTo>
                  <a:lnTo>
                    <a:pt x="3666" y="306"/>
                  </a:lnTo>
                  <a:lnTo>
                    <a:pt x="2826" y="1"/>
                  </a:lnTo>
                  <a:lnTo>
                    <a:pt x="1629" y="1"/>
                  </a:lnTo>
                  <a:lnTo>
                    <a:pt x="764" y="306"/>
                  </a:lnTo>
                  <a:lnTo>
                    <a:pt x="255" y="662"/>
                  </a:lnTo>
                  <a:lnTo>
                    <a:pt x="0" y="866"/>
                  </a:lnTo>
                </a:path>
              </a:pathLst>
            </a:custGeom>
            <a:noFill/>
            <a:ln cap="rnd" cmpd="sng" w="21000">
              <a:solidFill>
                <a:srgbClr val="713C23"/>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2"/>
            <p:cNvSpPr/>
            <p:nvPr/>
          </p:nvSpPr>
          <p:spPr>
            <a:xfrm>
              <a:off x="2708900" y="857050"/>
              <a:ext cx="110775" cy="21675"/>
            </a:xfrm>
            <a:custGeom>
              <a:rect b="b" l="l" r="r" t="t"/>
              <a:pathLst>
                <a:path extrusionOk="0" fill="none" h="867" w="4431">
                  <a:moveTo>
                    <a:pt x="4430" y="866"/>
                  </a:moveTo>
                  <a:lnTo>
                    <a:pt x="4175" y="662"/>
                  </a:lnTo>
                  <a:lnTo>
                    <a:pt x="3666" y="306"/>
                  </a:lnTo>
                  <a:lnTo>
                    <a:pt x="2801" y="1"/>
                  </a:lnTo>
                  <a:lnTo>
                    <a:pt x="1604" y="1"/>
                  </a:lnTo>
                  <a:lnTo>
                    <a:pt x="764" y="306"/>
                  </a:lnTo>
                  <a:lnTo>
                    <a:pt x="229" y="662"/>
                  </a:lnTo>
                  <a:lnTo>
                    <a:pt x="0" y="866"/>
                  </a:lnTo>
                </a:path>
              </a:pathLst>
            </a:custGeom>
            <a:noFill/>
            <a:ln cap="rnd" cmpd="sng" w="21000">
              <a:solidFill>
                <a:srgbClr val="713C23"/>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2"/>
            <p:cNvSpPr/>
            <p:nvPr/>
          </p:nvSpPr>
          <p:spPr>
            <a:xfrm>
              <a:off x="2521775" y="1172750"/>
              <a:ext cx="124125" cy="35650"/>
            </a:xfrm>
            <a:custGeom>
              <a:rect b="b" l="l" r="r" t="t"/>
              <a:pathLst>
                <a:path extrusionOk="0" h="1426" w="4965">
                  <a:moveTo>
                    <a:pt x="0" y="0"/>
                  </a:moveTo>
                  <a:lnTo>
                    <a:pt x="153" y="306"/>
                  </a:lnTo>
                  <a:lnTo>
                    <a:pt x="637" y="815"/>
                  </a:lnTo>
                  <a:lnTo>
                    <a:pt x="1273" y="1197"/>
                  </a:lnTo>
                  <a:lnTo>
                    <a:pt x="2062" y="1400"/>
                  </a:lnTo>
                  <a:lnTo>
                    <a:pt x="2495" y="1426"/>
                  </a:lnTo>
                  <a:lnTo>
                    <a:pt x="2903" y="1400"/>
                  </a:lnTo>
                  <a:lnTo>
                    <a:pt x="3692" y="1197"/>
                  </a:lnTo>
                  <a:lnTo>
                    <a:pt x="4328" y="815"/>
                  </a:lnTo>
                  <a:lnTo>
                    <a:pt x="4812" y="306"/>
                  </a:lnTo>
                  <a:lnTo>
                    <a:pt x="4965" y="0"/>
                  </a:lnTo>
                  <a:close/>
                </a:path>
              </a:pathLst>
            </a:custGeom>
            <a:solidFill>
              <a:srgbClr val="AE4C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32"/>
            <p:cNvSpPr/>
            <p:nvPr/>
          </p:nvSpPr>
          <p:spPr>
            <a:xfrm>
              <a:off x="3100950" y="970350"/>
              <a:ext cx="356450" cy="585575"/>
            </a:xfrm>
            <a:custGeom>
              <a:rect b="b" l="l" r="r" t="t"/>
              <a:pathLst>
                <a:path extrusionOk="0" h="23423" w="14258">
                  <a:moveTo>
                    <a:pt x="9192" y="0"/>
                  </a:moveTo>
                  <a:lnTo>
                    <a:pt x="8784" y="77"/>
                  </a:lnTo>
                  <a:lnTo>
                    <a:pt x="8402" y="357"/>
                  </a:lnTo>
                  <a:lnTo>
                    <a:pt x="8148" y="738"/>
                  </a:lnTo>
                  <a:lnTo>
                    <a:pt x="8071" y="993"/>
                  </a:lnTo>
                  <a:lnTo>
                    <a:pt x="6340" y="8529"/>
                  </a:lnTo>
                  <a:lnTo>
                    <a:pt x="6035" y="8453"/>
                  </a:lnTo>
                  <a:lnTo>
                    <a:pt x="7588" y="1757"/>
                  </a:lnTo>
                  <a:lnTo>
                    <a:pt x="7613" y="1502"/>
                  </a:lnTo>
                  <a:lnTo>
                    <a:pt x="7562" y="1019"/>
                  </a:lnTo>
                  <a:lnTo>
                    <a:pt x="7358" y="637"/>
                  </a:lnTo>
                  <a:lnTo>
                    <a:pt x="7027" y="357"/>
                  </a:lnTo>
                  <a:lnTo>
                    <a:pt x="6798" y="280"/>
                  </a:lnTo>
                  <a:lnTo>
                    <a:pt x="6595" y="255"/>
                  </a:lnTo>
                  <a:lnTo>
                    <a:pt x="6162" y="357"/>
                  </a:lnTo>
                  <a:lnTo>
                    <a:pt x="5805" y="611"/>
                  </a:lnTo>
                  <a:lnTo>
                    <a:pt x="5551" y="1019"/>
                  </a:lnTo>
                  <a:lnTo>
                    <a:pt x="5475" y="1273"/>
                  </a:lnTo>
                  <a:lnTo>
                    <a:pt x="3361" y="10413"/>
                  </a:lnTo>
                  <a:lnTo>
                    <a:pt x="3132" y="9547"/>
                  </a:lnTo>
                  <a:lnTo>
                    <a:pt x="2623" y="8172"/>
                  </a:lnTo>
                  <a:lnTo>
                    <a:pt x="2114" y="7205"/>
                  </a:lnTo>
                  <a:lnTo>
                    <a:pt x="1630" y="6594"/>
                  </a:lnTo>
                  <a:lnTo>
                    <a:pt x="943" y="6110"/>
                  </a:lnTo>
                  <a:lnTo>
                    <a:pt x="383" y="6034"/>
                  </a:lnTo>
                  <a:lnTo>
                    <a:pt x="332" y="6059"/>
                  </a:lnTo>
                  <a:lnTo>
                    <a:pt x="154" y="6136"/>
                  </a:lnTo>
                  <a:lnTo>
                    <a:pt x="1" y="6441"/>
                  </a:lnTo>
                  <a:lnTo>
                    <a:pt x="1" y="6950"/>
                  </a:lnTo>
                  <a:lnTo>
                    <a:pt x="26" y="7052"/>
                  </a:lnTo>
                  <a:lnTo>
                    <a:pt x="561" y="9980"/>
                  </a:lnTo>
                  <a:lnTo>
                    <a:pt x="1147" y="13493"/>
                  </a:lnTo>
                  <a:lnTo>
                    <a:pt x="1197" y="13875"/>
                  </a:lnTo>
                  <a:lnTo>
                    <a:pt x="1427" y="14537"/>
                  </a:lnTo>
                  <a:lnTo>
                    <a:pt x="1885" y="15301"/>
                  </a:lnTo>
                  <a:lnTo>
                    <a:pt x="2929" y="16116"/>
                  </a:lnTo>
                  <a:lnTo>
                    <a:pt x="3158" y="16192"/>
                  </a:lnTo>
                  <a:lnTo>
                    <a:pt x="1859" y="21844"/>
                  </a:lnTo>
                  <a:lnTo>
                    <a:pt x="8784" y="23422"/>
                  </a:lnTo>
                  <a:lnTo>
                    <a:pt x="10133" y="17669"/>
                  </a:lnTo>
                  <a:lnTo>
                    <a:pt x="10261" y="17694"/>
                  </a:lnTo>
                  <a:lnTo>
                    <a:pt x="10694" y="17592"/>
                  </a:lnTo>
                  <a:lnTo>
                    <a:pt x="11203" y="17312"/>
                  </a:lnTo>
                  <a:lnTo>
                    <a:pt x="11610" y="16778"/>
                  </a:lnTo>
                  <a:lnTo>
                    <a:pt x="11737" y="16396"/>
                  </a:lnTo>
                  <a:lnTo>
                    <a:pt x="12068" y="14944"/>
                  </a:lnTo>
                  <a:lnTo>
                    <a:pt x="12832" y="11737"/>
                  </a:lnTo>
                  <a:lnTo>
                    <a:pt x="13087" y="10617"/>
                  </a:lnTo>
                  <a:lnTo>
                    <a:pt x="13189" y="10107"/>
                  </a:lnTo>
                  <a:lnTo>
                    <a:pt x="14232" y="5627"/>
                  </a:lnTo>
                  <a:lnTo>
                    <a:pt x="14258" y="5397"/>
                  </a:lnTo>
                  <a:lnTo>
                    <a:pt x="14207" y="4965"/>
                  </a:lnTo>
                  <a:lnTo>
                    <a:pt x="14029" y="4608"/>
                  </a:lnTo>
                  <a:lnTo>
                    <a:pt x="13698" y="4354"/>
                  </a:lnTo>
                  <a:lnTo>
                    <a:pt x="13520" y="4277"/>
                  </a:lnTo>
                  <a:lnTo>
                    <a:pt x="13316" y="4252"/>
                  </a:lnTo>
                  <a:lnTo>
                    <a:pt x="12908" y="4354"/>
                  </a:lnTo>
                  <a:lnTo>
                    <a:pt x="12578" y="4583"/>
                  </a:lnTo>
                  <a:lnTo>
                    <a:pt x="12348" y="4965"/>
                  </a:lnTo>
                  <a:lnTo>
                    <a:pt x="12272" y="5194"/>
                  </a:lnTo>
                  <a:lnTo>
                    <a:pt x="11254" y="9649"/>
                  </a:lnTo>
                  <a:lnTo>
                    <a:pt x="10872" y="9573"/>
                  </a:lnTo>
                  <a:lnTo>
                    <a:pt x="12323" y="3284"/>
                  </a:lnTo>
                  <a:lnTo>
                    <a:pt x="12348" y="3030"/>
                  </a:lnTo>
                  <a:lnTo>
                    <a:pt x="12297" y="2546"/>
                  </a:lnTo>
                  <a:lnTo>
                    <a:pt x="12094" y="2164"/>
                  </a:lnTo>
                  <a:lnTo>
                    <a:pt x="11763" y="1884"/>
                  </a:lnTo>
                  <a:lnTo>
                    <a:pt x="11534" y="1808"/>
                  </a:lnTo>
                  <a:lnTo>
                    <a:pt x="11330" y="1782"/>
                  </a:lnTo>
                  <a:lnTo>
                    <a:pt x="10897" y="1884"/>
                  </a:lnTo>
                  <a:lnTo>
                    <a:pt x="10541" y="2139"/>
                  </a:lnTo>
                  <a:lnTo>
                    <a:pt x="10286" y="2546"/>
                  </a:lnTo>
                  <a:lnTo>
                    <a:pt x="10210" y="2801"/>
                  </a:lnTo>
                  <a:lnTo>
                    <a:pt x="8759" y="9089"/>
                  </a:lnTo>
                  <a:lnTo>
                    <a:pt x="8453" y="9013"/>
                  </a:lnTo>
                  <a:lnTo>
                    <a:pt x="10184" y="1477"/>
                  </a:lnTo>
                  <a:lnTo>
                    <a:pt x="10235" y="1222"/>
                  </a:lnTo>
                  <a:lnTo>
                    <a:pt x="10159" y="764"/>
                  </a:lnTo>
                  <a:lnTo>
                    <a:pt x="9955" y="357"/>
                  </a:lnTo>
                  <a:lnTo>
                    <a:pt x="9624" y="77"/>
                  </a:lnTo>
                  <a:lnTo>
                    <a:pt x="9421" y="26"/>
                  </a:lnTo>
                  <a:lnTo>
                    <a:pt x="9192" y="0"/>
                  </a:lnTo>
                  <a:close/>
                </a:path>
              </a:pathLst>
            </a:custGeom>
            <a:solidFill>
              <a:srgbClr val="C08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2"/>
            <p:cNvSpPr/>
            <p:nvPr/>
          </p:nvSpPr>
          <p:spPr>
            <a:xfrm>
              <a:off x="3184975" y="1230025"/>
              <a:ext cx="25" cy="25"/>
            </a:xfrm>
            <a:custGeom>
              <a:rect b="b" l="l" r="r" t="t"/>
              <a:pathLst>
                <a:path extrusionOk="0" h="1" w="1">
                  <a:moveTo>
                    <a:pt x="0" y="0"/>
                  </a:moveTo>
                  <a:lnTo>
                    <a:pt x="0" y="0"/>
                  </a:lnTo>
                  <a:lnTo>
                    <a:pt x="0" y="0"/>
                  </a:lnTo>
                  <a:lnTo>
                    <a:pt x="0" y="0"/>
                  </a:lnTo>
                  <a:lnTo>
                    <a:pt x="0"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32"/>
            <p:cNvSpPr/>
            <p:nvPr/>
          </p:nvSpPr>
          <p:spPr>
            <a:xfrm>
              <a:off x="3218075" y="1174650"/>
              <a:ext cx="190950" cy="55400"/>
            </a:xfrm>
            <a:custGeom>
              <a:rect b="b" l="l" r="r" t="t"/>
              <a:pathLst>
                <a:path extrusionOk="0" h="2216" w="7638">
                  <a:moveTo>
                    <a:pt x="102" y="0"/>
                  </a:moveTo>
                  <a:lnTo>
                    <a:pt x="0" y="484"/>
                  </a:lnTo>
                  <a:lnTo>
                    <a:pt x="7536" y="2215"/>
                  </a:lnTo>
                  <a:lnTo>
                    <a:pt x="7638" y="1732"/>
                  </a:lnTo>
                  <a:lnTo>
                    <a:pt x="6569" y="1477"/>
                  </a:lnTo>
                  <a:lnTo>
                    <a:pt x="6187" y="1401"/>
                  </a:lnTo>
                  <a:lnTo>
                    <a:pt x="4074" y="917"/>
                  </a:lnTo>
                  <a:lnTo>
                    <a:pt x="3768" y="841"/>
                  </a:lnTo>
                  <a:lnTo>
                    <a:pt x="1655" y="357"/>
                  </a:lnTo>
                  <a:lnTo>
                    <a:pt x="1350" y="281"/>
                  </a:lnTo>
                  <a:lnTo>
                    <a:pt x="102"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32"/>
            <p:cNvSpPr/>
            <p:nvPr/>
          </p:nvSpPr>
          <p:spPr>
            <a:xfrm>
              <a:off x="3184975" y="1223650"/>
              <a:ext cx="105675" cy="159150"/>
            </a:xfrm>
            <a:custGeom>
              <a:rect b="b" l="l" r="r" t="t"/>
              <a:pathLst>
                <a:path extrusionOk="0" h="6366" w="4227">
                  <a:moveTo>
                    <a:pt x="77" y="1"/>
                  </a:moveTo>
                  <a:lnTo>
                    <a:pt x="51" y="26"/>
                  </a:lnTo>
                  <a:lnTo>
                    <a:pt x="0" y="255"/>
                  </a:lnTo>
                  <a:lnTo>
                    <a:pt x="230" y="306"/>
                  </a:lnTo>
                  <a:lnTo>
                    <a:pt x="1121" y="612"/>
                  </a:lnTo>
                  <a:lnTo>
                    <a:pt x="1859" y="1019"/>
                  </a:lnTo>
                  <a:lnTo>
                    <a:pt x="2597" y="1656"/>
                  </a:lnTo>
                  <a:lnTo>
                    <a:pt x="3259" y="2572"/>
                  </a:lnTo>
                  <a:lnTo>
                    <a:pt x="3717" y="3794"/>
                  </a:lnTo>
                  <a:lnTo>
                    <a:pt x="3896" y="5347"/>
                  </a:lnTo>
                  <a:lnTo>
                    <a:pt x="3819" y="6315"/>
                  </a:lnTo>
                  <a:lnTo>
                    <a:pt x="4125" y="6365"/>
                  </a:lnTo>
                  <a:lnTo>
                    <a:pt x="4150" y="6213"/>
                  </a:lnTo>
                  <a:lnTo>
                    <a:pt x="4227" y="5118"/>
                  </a:lnTo>
                  <a:lnTo>
                    <a:pt x="4176" y="4125"/>
                  </a:lnTo>
                  <a:lnTo>
                    <a:pt x="3896" y="3005"/>
                  </a:lnTo>
                  <a:lnTo>
                    <a:pt x="3361" y="1936"/>
                  </a:lnTo>
                  <a:lnTo>
                    <a:pt x="2419" y="968"/>
                  </a:lnTo>
                  <a:lnTo>
                    <a:pt x="1401" y="383"/>
                  </a:lnTo>
                  <a:lnTo>
                    <a:pt x="561" y="103"/>
                  </a:lnTo>
                  <a:lnTo>
                    <a:pt x="77" y="1"/>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2"/>
            <p:cNvSpPr/>
            <p:nvPr/>
          </p:nvSpPr>
          <p:spPr>
            <a:xfrm>
              <a:off x="3162700" y="1403775"/>
              <a:ext cx="183950" cy="84675"/>
            </a:xfrm>
            <a:custGeom>
              <a:rect b="b" l="l" r="r" t="t"/>
              <a:pathLst>
                <a:path extrusionOk="0" h="3387" w="7358">
                  <a:moveTo>
                    <a:pt x="408" y="1"/>
                  </a:moveTo>
                  <a:lnTo>
                    <a:pt x="0" y="1783"/>
                  </a:lnTo>
                  <a:lnTo>
                    <a:pt x="6951" y="3387"/>
                  </a:lnTo>
                  <a:lnTo>
                    <a:pt x="7358" y="1605"/>
                  </a:lnTo>
                  <a:lnTo>
                    <a:pt x="408" y="1"/>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2"/>
            <p:cNvSpPr/>
            <p:nvPr/>
          </p:nvSpPr>
          <p:spPr>
            <a:xfrm>
              <a:off x="3123225" y="1425425"/>
              <a:ext cx="238075" cy="100575"/>
            </a:xfrm>
            <a:custGeom>
              <a:rect b="b" l="l" r="r" t="t"/>
              <a:pathLst>
                <a:path extrusionOk="0" h="4023" w="9523">
                  <a:moveTo>
                    <a:pt x="434" y="0"/>
                  </a:moveTo>
                  <a:lnTo>
                    <a:pt x="1" y="1935"/>
                  </a:lnTo>
                  <a:lnTo>
                    <a:pt x="9064" y="4023"/>
                  </a:lnTo>
                  <a:lnTo>
                    <a:pt x="9523" y="2113"/>
                  </a:lnTo>
                  <a:lnTo>
                    <a:pt x="434" y="0"/>
                  </a:lnTo>
                  <a:close/>
                </a:path>
              </a:pathLst>
            </a:custGeom>
            <a:solidFill>
              <a:srgbClr val="E5C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2"/>
            <p:cNvSpPr/>
            <p:nvPr/>
          </p:nvSpPr>
          <p:spPr>
            <a:xfrm>
              <a:off x="3100950" y="1463600"/>
              <a:ext cx="251450" cy="105675"/>
            </a:xfrm>
            <a:custGeom>
              <a:rect b="b" l="l" r="r" t="t"/>
              <a:pathLst>
                <a:path extrusionOk="0" h="4227" w="10058">
                  <a:moveTo>
                    <a:pt x="994" y="1"/>
                  </a:moveTo>
                  <a:lnTo>
                    <a:pt x="1" y="4227"/>
                  </a:lnTo>
                  <a:lnTo>
                    <a:pt x="9573" y="4227"/>
                  </a:lnTo>
                  <a:lnTo>
                    <a:pt x="10057" y="2088"/>
                  </a:lnTo>
                  <a:lnTo>
                    <a:pt x="994" y="1"/>
                  </a:lnTo>
                  <a:close/>
                </a:path>
              </a:pathLst>
            </a:custGeom>
            <a:solidFill>
              <a:srgbClr val="F586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6" name="Google Shape;366;p32"/>
          <p:cNvSpPr txBox="1"/>
          <p:nvPr>
            <p:ph idx="1" type="body"/>
          </p:nvPr>
        </p:nvSpPr>
        <p:spPr>
          <a:xfrm>
            <a:off x="653625" y="1526915"/>
            <a:ext cx="5969100" cy="3237000"/>
          </a:xfrm>
          <a:prstGeom prst="rect">
            <a:avLst/>
          </a:prstGeom>
        </p:spPr>
        <p:txBody>
          <a:bodyPr anchorCtr="0" anchor="t" bIns="91425" lIns="91425" spcFirstLastPara="1" rIns="91425" wrap="square" tIns="91425">
            <a:noAutofit/>
          </a:bodyPr>
          <a:lstStyle/>
          <a:p>
            <a:pPr indent="-381000" lvl="0" marL="457200" rtl="0" algn="l">
              <a:spcBef>
                <a:spcPts val="600"/>
              </a:spcBef>
              <a:spcAft>
                <a:spcPts val="0"/>
              </a:spcAft>
              <a:buClr>
                <a:srgbClr val="474F67"/>
              </a:buClr>
              <a:buSzPts val="2400"/>
              <a:buChar char="●"/>
            </a:pPr>
            <a:r>
              <a:rPr lang="en">
                <a:solidFill>
                  <a:srgbClr val="474F67"/>
                </a:solidFill>
              </a:rPr>
              <a:t>Conduct a needs assessment of student &amp; family needs </a:t>
            </a:r>
            <a:endParaRPr>
              <a:solidFill>
                <a:srgbClr val="474F67"/>
              </a:solidFill>
            </a:endParaRPr>
          </a:p>
          <a:p>
            <a:pPr indent="-381000" lvl="0" marL="457200" rtl="0" algn="l">
              <a:spcBef>
                <a:spcPts val="0"/>
              </a:spcBef>
              <a:spcAft>
                <a:spcPts val="0"/>
              </a:spcAft>
              <a:buClr>
                <a:srgbClr val="474F67"/>
              </a:buClr>
              <a:buSzPts val="2400"/>
              <a:buChar char="●"/>
            </a:pPr>
            <a:r>
              <a:rPr lang="en">
                <a:solidFill>
                  <a:srgbClr val="474F67"/>
                </a:solidFill>
              </a:rPr>
              <a:t>Review current programs, implementation of along with gaps/barriers </a:t>
            </a:r>
            <a:endParaRPr>
              <a:solidFill>
                <a:srgbClr val="474F67"/>
              </a:solidFill>
            </a:endParaRPr>
          </a:p>
          <a:p>
            <a:pPr indent="-381000" lvl="0" marL="457200" rtl="0" algn="l">
              <a:spcBef>
                <a:spcPts val="0"/>
              </a:spcBef>
              <a:spcAft>
                <a:spcPts val="0"/>
              </a:spcAft>
              <a:buClr>
                <a:srgbClr val="474F67"/>
              </a:buClr>
              <a:buSzPts val="2400"/>
              <a:buChar char="●"/>
            </a:pPr>
            <a:r>
              <a:rPr lang="en">
                <a:solidFill>
                  <a:srgbClr val="474F67"/>
                </a:solidFill>
              </a:rPr>
              <a:t>Establish data collection systems </a:t>
            </a:r>
            <a:endParaRPr>
              <a:solidFill>
                <a:srgbClr val="474F67"/>
              </a:solidFill>
            </a:endParaRPr>
          </a:p>
          <a:p>
            <a:pPr indent="-381000" lvl="0" marL="457200" rtl="0" algn="l">
              <a:spcBef>
                <a:spcPts val="0"/>
              </a:spcBef>
              <a:spcAft>
                <a:spcPts val="0"/>
              </a:spcAft>
              <a:buClr>
                <a:srgbClr val="474F67"/>
              </a:buClr>
              <a:buSzPts val="2400"/>
              <a:buChar char="●"/>
            </a:pPr>
            <a:r>
              <a:rPr lang="en">
                <a:solidFill>
                  <a:srgbClr val="474F67"/>
                </a:solidFill>
              </a:rPr>
              <a:t>Form community partnerships </a:t>
            </a:r>
            <a:endParaRPr>
              <a:solidFill>
                <a:srgbClr val="474F67"/>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3"/>
          <p:cNvSpPr txBox="1"/>
          <p:nvPr>
            <p:ph type="title"/>
          </p:nvPr>
        </p:nvSpPr>
        <p:spPr>
          <a:xfrm>
            <a:off x="653625" y="739375"/>
            <a:ext cx="5969100" cy="74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Phase 2: Program Development</a:t>
            </a:r>
            <a:endParaRPr b="0">
              <a:solidFill>
                <a:srgbClr val="F58617"/>
              </a:solidFill>
            </a:endParaRPr>
          </a:p>
        </p:txBody>
      </p:sp>
      <p:sp>
        <p:nvSpPr>
          <p:cNvPr id="372" name="Google Shape;372;p33"/>
          <p:cNvSpPr txBox="1"/>
          <p:nvPr>
            <p:ph idx="1" type="body"/>
          </p:nvPr>
        </p:nvSpPr>
        <p:spPr>
          <a:xfrm>
            <a:off x="653625" y="1526915"/>
            <a:ext cx="5969100" cy="3237000"/>
          </a:xfrm>
          <a:prstGeom prst="rect">
            <a:avLst/>
          </a:prstGeom>
        </p:spPr>
        <p:txBody>
          <a:bodyPr anchorCtr="0" anchor="t" bIns="91425" lIns="91425" spcFirstLastPara="1" rIns="91425" wrap="square" tIns="91425">
            <a:noAutofit/>
          </a:bodyPr>
          <a:lstStyle/>
          <a:p>
            <a:pPr indent="-381000" lvl="0" marL="457200" rtl="0" algn="l">
              <a:spcBef>
                <a:spcPts val="600"/>
              </a:spcBef>
              <a:spcAft>
                <a:spcPts val="0"/>
              </a:spcAft>
              <a:buClr>
                <a:srgbClr val="474F67"/>
              </a:buClr>
              <a:buSzPts val="2400"/>
              <a:buChar char="●"/>
            </a:pPr>
            <a:r>
              <a:rPr lang="en">
                <a:solidFill>
                  <a:srgbClr val="474F67"/>
                </a:solidFill>
              </a:rPr>
              <a:t>Design comprehensive support programs </a:t>
            </a:r>
            <a:endParaRPr>
              <a:solidFill>
                <a:srgbClr val="474F67"/>
              </a:solidFill>
            </a:endParaRPr>
          </a:p>
          <a:p>
            <a:pPr indent="-381000" lvl="0" marL="457200" rtl="0" algn="l">
              <a:spcBef>
                <a:spcPts val="0"/>
              </a:spcBef>
              <a:spcAft>
                <a:spcPts val="0"/>
              </a:spcAft>
              <a:buClr>
                <a:srgbClr val="474F67"/>
              </a:buClr>
              <a:buSzPts val="2400"/>
              <a:buChar char="●"/>
            </a:pPr>
            <a:r>
              <a:rPr lang="en">
                <a:solidFill>
                  <a:srgbClr val="474F67"/>
                </a:solidFill>
              </a:rPr>
              <a:t>Train staff on trauma-informed practices </a:t>
            </a:r>
            <a:endParaRPr>
              <a:solidFill>
                <a:srgbClr val="474F67"/>
              </a:solidFill>
            </a:endParaRPr>
          </a:p>
          <a:p>
            <a:pPr indent="-381000" lvl="0" marL="457200" rtl="0" algn="l">
              <a:spcBef>
                <a:spcPts val="0"/>
              </a:spcBef>
              <a:spcAft>
                <a:spcPts val="0"/>
              </a:spcAft>
              <a:buClr>
                <a:srgbClr val="474F67"/>
              </a:buClr>
              <a:buSzPts val="2400"/>
              <a:buChar char="●"/>
            </a:pPr>
            <a:r>
              <a:rPr lang="en">
                <a:solidFill>
                  <a:srgbClr val="474F67"/>
                </a:solidFill>
              </a:rPr>
              <a:t>Establish community partnerships</a:t>
            </a:r>
            <a:endParaRPr>
              <a:solidFill>
                <a:srgbClr val="474F67"/>
              </a:solidFill>
            </a:endParaRPr>
          </a:p>
          <a:p>
            <a:pPr indent="-381000" lvl="0" marL="457200" rtl="0" algn="l">
              <a:spcBef>
                <a:spcPts val="0"/>
              </a:spcBef>
              <a:spcAft>
                <a:spcPts val="0"/>
              </a:spcAft>
              <a:buClr>
                <a:srgbClr val="474F67"/>
              </a:buClr>
              <a:buSzPts val="2400"/>
              <a:buChar char="●"/>
            </a:pPr>
            <a:r>
              <a:rPr lang="en">
                <a:solidFill>
                  <a:srgbClr val="474F67"/>
                </a:solidFill>
              </a:rPr>
              <a:t>Create a family engagement plan </a:t>
            </a:r>
            <a:endParaRPr>
              <a:solidFill>
                <a:srgbClr val="474F67"/>
              </a:solidFill>
            </a:endParaRPr>
          </a:p>
        </p:txBody>
      </p:sp>
      <p:grpSp>
        <p:nvGrpSpPr>
          <p:cNvPr id="373" name="Google Shape;373;p33"/>
          <p:cNvGrpSpPr/>
          <p:nvPr/>
        </p:nvGrpSpPr>
        <p:grpSpPr>
          <a:xfrm flipH="1">
            <a:off x="7710593" y="3516738"/>
            <a:ext cx="1395681" cy="1626718"/>
            <a:chOff x="238125" y="394325"/>
            <a:chExt cx="1399600" cy="1174950"/>
          </a:xfrm>
        </p:grpSpPr>
        <p:sp>
          <p:nvSpPr>
            <p:cNvPr id="374" name="Google Shape;374;p33"/>
            <p:cNvSpPr/>
            <p:nvPr/>
          </p:nvSpPr>
          <p:spPr>
            <a:xfrm>
              <a:off x="352675" y="866600"/>
              <a:ext cx="68125" cy="190975"/>
            </a:xfrm>
            <a:custGeom>
              <a:rect b="b" l="l" r="r" t="t"/>
              <a:pathLst>
                <a:path extrusionOk="0" h="7639" w="2725">
                  <a:moveTo>
                    <a:pt x="2725" y="0"/>
                  </a:moveTo>
                  <a:lnTo>
                    <a:pt x="2190" y="51"/>
                  </a:lnTo>
                  <a:lnTo>
                    <a:pt x="1197" y="459"/>
                  </a:lnTo>
                  <a:lnTo>
                    <a:pt x="459" y="1197"/>
                  </a:lnTo>
                  <a:lnTo>
                    <a:pt x="52" y="2190"/>
                  </a:lnTo>
                  <a:lnTo>
                    <a:pt x="1" y="2750"/>
                  </a:lnTo>
                  <a:lnTo>
                    <a:pt x="1" y="4914"/>
                  </a:lnTo>
                  <a:lnTo>
                    <a:pt x="52" y="5474"/>
                  </a:lnTo>
                  <a:lnTo>
                    <a:pt x="459" y="6467"/>
                  </a:lnTo>
                  <a:lnTo>
                    <a:pt x="1197" y="7205"/>
                  </a:lnTo>
                  <a:lnTo>
                    <a:pt x="2190" y="7613"/>
                  </a:lnTo>
                  <a:lnTo>
                    <a:pt x="2725" y="7638"/>
                  </a:lnTo>
                  <a:lnTo>
                    <a:pt x="2725"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33"/>
            <p:cNvSpPr/>
            <p:nvPr/>
          </p:nvSpPr>
          <p:spPr>
            <a:xfrm>
              <a:off x="1097350" y="866600"/>
              <a:ext cx="68125" cy="190975"/>
            </a:xfrm>
            <a:custGeom>
              <a:rect b="b" l="l" r="r" t="t"/>
              <a:pathLst>
                <a:path extrusionOk="0" h="7639" w="2725">
                  <a:moveTo>
                    <a:pt x="0" y="0"/>
                  </a:moveTo>
                  <a:lnTo>
                    <a:pt x="0" y="7638"/>
                  </a:lnTo>
                  <a:lnTo>
                    <a:pt x="561" y="7613"/>
                  </a:lnTo>
                  <a:lnTo>
                    <a:pt x="1553" y="7205"/>
                  </a:lnTo>
                  <a:lnTo>
                    <a:pt x="2292" y="6467"/>
                  </a:lnTo>
                  <a:lnTo>
                    <a:pt x="2699" y="5474"/>
                  </a:lnTo>
                  <a:lnTo>
                    <a:pt x="2725" y="4914"/>
                  </a:lnTo>
                  <a:lnTo>
                    <a:pt x="2725" y="2750"/>
                  </a:lnTo>
                  <a:lnTo>
                    <a:pt x="2699" y="2190"/>
                  </a:lnTo>
                  <a:lnTo>
                    <a:pt x="2292" y="1197"/>
                  </a:lnTo>
                  <a:lnTo>
                    <a:pt x="1553" y="459"/>
                  </a:lnTo>
                  <a:lnTo>
                    <a:pt x="561" y="51"/>
                  </a:lnTo>
                  <a:lnTo>
                    <a:pt x="0"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33"/>
            <p:cNvSpPr/>
            <p:nvPr/>
          </p:nvSpPr>
          <p:spPr>
            <a:xfrm>
              <a:off x="654375" y="1254850"/>
              <a:ext cx="210675" cy="264150"/>
            </a:xfrm>
            <a:custGeom>
              <a:rect b="b" l="l" r="r" t="t"/>
              <a:pathLst>
                <a:path extrusionOk="0" h="10566" w="8427">
                  <a:moveTo>
                    <a:pt x="0" y="0"/>
                  </a:moveTo>
                  <a:lnTo>
                    <a:pt x="0" y="10566"/>
                  </a:lnTo>
                  <a:lnTo>
                    <a:pt x="8427" y="10566"/>
                  </a:lnTo>
                  <a:lnTo>
                    <a:pt x="8427"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3"/>
            <p:cNvSpPr/>
            <p:nvPr/>
          </p:nvSpPr>
          <p:spPr>
            <a:xfrm>
              <a:off x="408675" y="439525"/>
              <a:ext cx="701425" cy="875800"/>
            </a:xfrm>
            <a:custGeom>
              <a:rect b="b" l="l" r="r" t="t"/>
              <a:pathLst>
                <a:path extrusionOk="0" h="35032" w="28057">
                  <a:moveTo>
                    <a:pt x="14029" y="1"/>
                  </a:moveTo>
                  <a:lnTo>
                    <a:pt x="13290" y="26"/>
                  </a:lnTo>
                  <a:lnTo>
                    <a:pt x="11890" y="153"/>
                  </a:lnTo>
                  <a:lnTo>
                    <a:pt x="10515" y="433"/>
                  </a:lnTo>
                  <a:lnTo>
                    <a:pt x="9192" y="841"/>
                  </a:lnTo>
                  <a:lnTo>
                    <a:pt x="7944" y="1375"/>
                  </a:lnTo>
                  <a:lnTo>
                    <a:pt x="6748" y="2037"/>
                  </a:lnTo>
                  <a:lnTo>
                    <a:pt x="5627" y="2776"/>
                  </a:lnTo>
                  <a:lnTo>
                    <a:pt x="4584" y="3641"/>
                  </a:lnTo>
                  <a:lnTo>
                    <a:pt x="3642" y="4583"/>
                  </a:lnTo>
                  <a:lnTo>
                    <a:pt x="2776" y="5627"/>
                  </a:lnTo>
                  <a:lnTo>
                    <a:pt x="2038" y="6747"/>
                  </a:lnTo>
                  <a:lnTo>
                    <a:pt x="1376" y="7944"/>
                  </a:lnTo>
                  <a:lnTo>
                    <a:pt x="841" y="9191"/>
                  </a:lnTo>
                  <a:lnTo>
                    <a:pt x="434" y="10515"/>
                  </a:lnTo>
                  <a:lnTo>
                    <a:pt x="154" y="11890"/>
                  </a:lnTo>
                  <a:lnTo>
                    <a:pt x="1" y="13316"/>
                  </a:lnTo>
                  <a:lnTo>
                    <a:pt x="1" y="14028"/>
                  </a:lnTo>
                  <a:lnTo>
                    <a:pt x="1" y="21004"/>
                  </a:lnTo>
                  <a:lnTo>
                    <a:pt x="1" y="21717"/>
                  </a:lnTo>
                  <a:lnTo>
                    <a:pt x="154" y="23143"/>
                  </a:lnTo>
                  <a:lnTo>
                    <a:pt x="434" y="24517"/>
                  </a:lnTo>
                  <a:lnTo>
                    <a:pt x="841" y="25841"/>
                  </a:lnTo>
                  <a:lnTo>
                    <a:pt x="1376" y="27089"/>
                  </a:lnTo>
                  <a:lnTo>
                    <a:pt x="2038" y="28285"/>
                  </a:lnTo>
                  <a:lnTo>
                    <a:pt x="2776" y="29405"/>
                  </a:lnTo>
                  <a:lnTo>
                    <a:pt x="3642" y="30449"/>
                  </a:lnTo>
                  <a:lnTo>
                    <a:pt x="4584" y="31391"/>
                  </a:lnTo>
                  <a:lnTo>
                    <a:pt x="5627" y="32257"/>
                  </a:lnTo>
                  <a:lnTo>
                    <a:pt x="6748" y="32995"/>
                  </a:lnTo>
                  <a:lnTo>
                    <a:pt x="7944" y="33657"/>
                  </a:lnTo>
                  <a:lnTo>
                    <a:pt x="9192" y="34192"/>
                  </a:lnTo>
                  <a:lnTo>
                    <a:pt x="10515" y="34599"/>
                  </a:lnTo>
                  <a:lnTo>
                    <a:pt x="11890" y="34879"/>
                  </a:lnTo>
                  <a:lnTo>
                    <a:pt x="13290" y="35006"/>
                  </a:lnTo>
                  <a:lnTo>
                    <a:pt x="14029" y="35032"/>
                  </a:lnTo>
                  <a:lnTo>
                    <a:pt x="14742" y="35006"/>
                  </a:lnTo>
                  <a:lnTo>
                    <a:pt x="16167" y="34879"/>
                  </a:lnTo>
                  <a:lnTo>
                    <a:pt x="17542" y="34599"/>
                  </a:lnTo>
                  <a:lnTo>
                    <a:pt x="18841" y="34192"/>
                  </a:lnTo>
                  <a:lnTo>
                    <a:pt x="20113" y="33657"/>
                  </a:lnTo>
                  <a:lnTo>
                    <a:pt x="21310" y="32995"/>
                  </a:lnTo>
                  <a:lnTo>
                    <a:pt x="22430" y="32257"/>
                  </a:lnTo>
                  <a:lnTo>
                    <a:pt x="23449" y="31391"/>
                  </a:lnTo>
                  <a:lnTo>
                    <a:pt x="24416" y="30449"/>
                  </a:lnTo>
                  <a:lnTo>
                    <a:pt x="25282" y="29405"/>
                  </a:lnTo>
                  <a:lnTo>
                    <a:pt x="26020" y="28285"/>
                  </a:lnTo>
                  <a:lnTo>
                    <a:pt x="26682" y="27089"/>
                  </a:lnTo>
                  <a:lnTo>
                    <a:pt x="27216" y="25841"/>
                  </a:lnTo>
                  <a:lnTo>
                    <a:pt x="27624" y="24517"/>
                  </a:lnTo>
                  <a:lnTo>
                    <a:pt x="27904" y="23143"/>
                  </a:lnTo>
                  <a:lnTo>
                    <a:pt x="28031" y="21717"/>
                  </a:lnTo>
                  <a:lnTo>
                    <a:pt x="28057" y="21004"/>
                  </a:lnTo>
                  <a:lnTo>
                    <a:pt x="28057" y="14028"/>
                  </a:lnTo>
                  <a:lnTo>
                    <a:pt x="28031" y="13316"/>
                  </a:lnTo>
                  <a:lnTo>
                    <a:pt x="27904" y="11890"/>
                  </a:lnTo>
                  <a:lnTo>
                    <a:pt x="27624" y="10515"/>
                  </a:lnTo>
                  <a:lnTo>
                    <a:pt x="27216" y="9191"/>
                  </a:lnTo>
                  <a:lnTo>
                    <a:pt x="26682" y="7944"/>
                  </a:lnTo>
                  <a:lnTo>
                    <a:pt x="26020" y="6747"/>
                  </a:lnTo>
                  <a:lnTo>
                    <a:pt x="25282" y="5627"/>
                  </a:lnTo>
                  <a:lnTo>
                    <a:pt x="24416" y="4583"/>
                  </a:lnTo>
                  <a:lnTo>
                    <a:pt x="23449" y="3641"/>
                  </a:lnTo>
                  <a:lnTo>
                    <a:pt x="22430" y="2776"/>
                  </a:lnTo>
                  <a:lnTo>
                    <a:pt x="21310" y="2037"/>
                  </a:lnTo>
                  <a:lnTo>
                    <a:pt x="20113" y="1375"/>
                  </a:lnTo>
                  <a:lnTo>
                    <a:pt x="18841" y="841"/>
                  </a:lnTo>
                  <a:lnTo>
                    <a:pt x="17542" y="433"/>
                  </a:lnTo>
                  <a:lnTo>
                    <a:pt x="16167" y="153"/>
                  </a:lnTo>
                  <a:lnTo>
                    <a:pt x="14742" y="26"/>
                  </a:lnTo>
                  <a:lnTo>
                    <a:pt x="14029" y="1"/>
                  </a:lnTo>
                  <a:close/>
                </a:path>
              </a:pathLst>
            </a:custGeom>
            <a:solidFill>
              <a:srgbClr val="C08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33"/>
            <p:cNvSpPr/>
            <p:nvPr/>
          </p:nvSpPr>
          <p:spPr>
            <a:xfrm>
              <a:off x="533425" y="933425"/>
              <a:ext cx="91050" cy="90400"/>
            </a:xfrm>
            <a:custGeom>
              <a:rect b="b" l="l" r="r" t="t"/>
              <a:pathLst>
                <a:path extrusionOk="0" h="3616" w="3642">
                  <a:moveTo>
                    <a:pt x="1834" y="1"/>
                  </a:moveTo>
                  <a:lnTo>
                    <a:pt x="1452" y="26"/>
                  </a:lnTo>
                  <a:lnTo>
                    <a:pt x="790" y="281"/>
                  </a:lnTo>
                  <a:lnTo>
                    <a:pt x="306" y="790"/>
                  </a:lnTo>
                  <a:lnTo>
                    <a:pt x="26" y="1426"/>
                  </a:lnTo>
                  <a:lnTo>
                    <a:pt x="1" y="1808"/>
                  </a:lnTo>
                  <a:lnTo>
                    <a:pt x="26" y="2165"/>
                  </a:lnTo>
                  <a:lnTo>
                    <a:pt x="306" y="2827"/>
                  </a:lnTo>
                  <a:lnTo>
                    <a:pt x="790" y="3310"/>
                  </a:lnTo>
                  <a:lnTo>
                    <a:pt x="1452" y="3590"/>
                  </a:lnTo>
                  <a:lnTo>
                    <a:pt x="1834" y="3616"/>
                  </a:lnTo>
                  <a:lnTo>
                    <a:pt x="2190" y="3590"/>
                  </a:lnTo>
                  <a:lnTo>
                    <a:pt x="2852" y="3310"/>
                  </a:lnTo>
                  <a:lnTo>
                    <a:pt x="3336" y="2827"/>
                  </a:lnTo>
                  <a:lnTo>
                    <a:pt x="3616" y="2165"/>
                  </a:lnTo>
                  <a:lnTo>
                    <a:pt x="3642" y="1808"/>
                  </a:lnTo>
                  <a:lnTo>
                    <a:pt x="3616" y="1426"/>
                  </a:lnTo>
                  <a:lnTo>
                    <a:pt x="3336" y="790"/>
                  </a:lnTo>
                  <a:lnTo>
                    <a:pt x="2852" y="281"/>
                  </a:lnTo>
                  <a:lnTo>
                    <a:pt x="2190" y="26"/>
                  </a:lnTo>
                  <a:lnTo>
                    <a:pt x="1834" y="1"/>
                  </a:lnTo>
                  <a:close/>
                </a:path>
              </a:pathLst>
            </a:custGeom>
            <a:solidFill>
              <a:srgbClr val="5931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3"/>
            <p:cNvSpPr/>
            <p:nvPr/>
          </p:nvSpPr>
          <p:spPr>
            <a:xfrm>
              <a:off x="894325" y="933425"/>
              <a:ext cx="91025" cy="90400"/>
            </a:xfrm>
            <a:custGeom>
              <a:rect b="b" l="l" r="r" t="t"/>
              <a:pathLst>
                <a:path extrusionOk="0" h="3616" w="3641">
                  <a:moveTo>
                    <a:pt x="1808" y="1"/>
                  </a:moveTo>
                  <a:lnTo>
                    <a:pt x="1451" y="26"/>
                  </a:lnTo>
                  <a:lnTo>
                    <a:pt x="789" y="281"/>
                  </a:lnTo>
                  <a:lnTo>
                    <a:pt x="306" y="790"/>
                  </a:lnTo>
                  <a:lnTo>
                    <a:pt x="26" y="1426"/>
                  </a:lnTo>
                  <a:lnTo>
                    <a:pt x="0" y="1808"/>
                  </a:lnTo>
                  <a:lnTo>
                    <a:pt x="26" y="2165"/>
                  </a:lnTo>
                  <a:lnTo>
                    <a:pt x="306" y="2827"/>
                  </a:lnTo>
                  <a:lnTo>
                    <a:pt x="789" y="3310"/>
                  </a:lnTo>
                  <a:lnTo>
                    <a:pt x="1451" y="3590"/>
                  </a:lnTo>
                  <a:lnTo>
                    <a:pt x="1808" y="3616"/>
                  </a:lnTo>
                  <a:lnTo>
                    <a:pt x="2190" y="3590"/>
                  </a:lnTo>
                  <a:lnTo>
                    <a:pt x="2826" y="3310"/>
                  </a:lnTo>
                  <a:lnTo>
                    <a:pt x="3335" y="2827"/>
                  </a:lnTo>
                  <a:lnTo>
                    <a:pt x="3615" y="2165"/>
                  </a:lnTo>
                  <a:lnTo>
                    <a:pt x="3641" y="1808"/>
                  </a:lnTo>
                  <a:lnTo>
                    <a:pt x="3615" y="1426"/>
                  </a:lnTo>
                  <a:lnTo>
                    <a:pt x="3335" y="790"/>
                  </a:lnTo>
                  <a:lnTo>
                    <a:pt x="2826" y="281"/>
                  </a:lnTo>
                  <a:lnTo>
                    <a:pt x="2190" y="26"/>
                  </a:lnTo>
                  <a:lnTo>
                    <a:pt x="1808" y="1"/>
                  </a:lnTo>
                  <a:close/>
                </a:path>
              </a:pathLst>
            </a:custGeom>
            <a:solidFill>
              <a:srgbClr val="5931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33"/>
            <p:cNvSpPr/>
            <p:nvPr/>
          </p:nvSpPr>
          <p:spPr>
            <a:xfrm>
              <a:off x="238125" y="1359225"/>
              <a:ext cx="1042550" cy="210050"/>
            </a:xfrm>
            <a:custGeom>
              <a:rect b="b" l="l" r="r" t="t"/>
              <a:pathLst>
                <a:path extrusionOk="0" h="8402" w="41702">
                  <a:moveTo>
                    <a:pt x="16625" y="1"/>
                  </a:moveTo>
                  <a:lnTo>
                    <a:pt x="12297" y="153"/>
                  </a:lnTo>
                  <a:lnTo>
                    <a:pt x="11176" y="179"/>
                  </a:lnTo>
                  <a:lnTo>
                    <a:pt x="9140" y="484"/>
                  </a:lnTo>
                  <a:lnTo>
                    <a:pt x="7307" y="1070"/>
                  </a:lnTo>
                  <a:lnTo>
                    <a:pt x="5677" y="1910"/>
                  </a:lnTo>
                  <a:lnTo>
                    <a:pt x="4226" y="2979"/>
                  </a:lnTo>
                  <a:lnTo>
                    <a:pt x="2902" y="4303"/>
                  </a:lnTo>
                  <a:lnTo>
                    <a:pt x="1680" y="5805"/>
                  </a:lnTo>
                  <a:lnTo>
                    <a:pt x="560" y="7485"/>
                  </a:lnTo>
                  <a:lnTo>
                    <a:pt x="0" y="8402"/>
                  </a:lnTo>
                  <a:lnTo>
                    <a:pt x="41702" y="8402"/>
                  </a:lnTo>
                  <a:lnTo>
                    <a:pt x="41141" y="7485"/>
                  </a:lnTo>
                  <a:lnTo>
                    <a:pt x="39996" y="5805"/>
                  </a:lnTo>
                  <a:lnTo>
                    <a:pt x="38799" y="4303"/>
                  </a:lnTo>
                  <a:lnTo>
                    <a:pt x="37475" y="2979"/>
                  </a:lnTo>
                  <a:lnTo>
                    <a:pt x="36024" y="1910"/>
                  </a:lnTo>
                  <a:lnTo>
                    <a:pt x="34395" y="1070"/>
                  </a:lnTo>
                  <a:lnTo>
                    <a:pt x="32562" y="484"/>
                  </a:lnTo>
                  <a:lnTo>
                    <a:pt x="30525" y="179"/>
                  </a:lnTo>
                  <a:lnTo>
                    <a:pt x="29380" y="153"/>
                  </a:lnTo>
                  <a:lnTo>
                    <a:pt x="25051" y="1"/>
                  </a:lnTo>
                  <a:lnTo>
                    <a:pt x="25051" y="433"/>
                  </a:lnTo>
                  <a:lnTo>
                    <a:pt x="24873" y="1248"/>
                  </a:lnTo>
                  <a:lnTo>
                    <a:pt x="24568" y="2012"/>
                  </a:lnTo>
                  <a:lnTo>
                    <a:pt x="24110" y="2674"/>
                  </a:lnTo>
                  <a:lnTo>
                    <a:pt x="23524" y="3259"/>
                  </a:lnTo>
                  <a:lnTo>
                    <a:pt x="22862" y="3692"/>
                  </a:lnTo>
                  <a:lnTo>
                    <a:pt x="22098" y="4023"/>
                  </a:lnTo>
                  <a:lnTo>
                    <a:pt x="21284" y="4201"/>
                  </a:lnTo>
                  <a:lnTo>
                    <a:pt x="20418" y="4201"/>
                  </a:lnTo>
                  <a:lnTo>
                    <a:pt x="19603" y="4023"/>
                  </a:lnTo>
                  <a:lnTo>
                    <a:pt x="18840" y="3692"/>
                  </a:lnTo>
                  <a:lnTo>
                    <a:pt x="18178" y="3259"/>
                  </a:lnTo>
                  <a:lnTo>
                    <a:pt x="17592" y="2674"/>
                  </a:lnTo>
                  <a:lnTo>
                    <a:pt x="17134" y="2012"/>
                  </a:lnTo>
                  <a:lnTo>
                    <a:pt x="16828" y="1248"/>
                  </a:lnTo>
                  <a:lnTo>
                    <a:pt x="16650" y="433"/>
                  </a:lnTo>
                  <a:lnTo>
                    <a:pt x="16625" y="1"/>
                  </a:lnTo>
                  <a:close/>
                </a:path>
              </a:pathLst>
            </a:custGeom>
            <a:solidFill>
              <a:srgbClr val="419C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33"/>
            <p:cNvSpPr/>
            <p:nvPr/>
          </p:nvSpPr>
          <p:spPr>
            <a:xfrm>
              <a:off x="614900" y="1359225"/>
              <a:ext cx="288975" cy="148950"/>
            </a:xfrm>
            <a:custGeom>
              <a:rect b="b" l="l" r="r" t="t"/>
              <a:pathLst>
                <a:path extrusionOk="0" h="5958" w="11559">
                  <a:moveTo>
                    <a:pt x="1554" y="1"/>
                  </a:moveTo>
                  <a:lnTo>
                    <a:pt x="1" y="51"/>
                  </a:lnTo>
                  <a:lnTo>
                    <a:pt x="1" y="128"/>
                  </a:lnTo>
                  <a:lnTo>
                    <a:pt x="1" y="179"/>
                  </a:lnTo>
                  <a:lnTo>
                    <a:pt x="26" y="790"/>
                  </a:lnTo>
                  <a:lnTo>
                    <a:pt x="255" y="1910"/>
                  </a:lnTo>
                  <a:lnTo>
                    <a:pt x="688" y="2954"/>
                  </a:lnTo>
                  <a:lnTo>
                    <a:pt x="1324" y="3870"/>
                  </a:lnTo>
                  <a:lnTo>
                    <a:pt x="2088" y="4659"/>
                  </a:lnTo>
                  <a:lnTo>
                    <a:pt x="3030" y="5270"/>
                  </a:lnTo>
                  <a:lnTo>
                    <a:pt x="4049" y="5703"/>
                  </a:lnTo>
                  <a:lnTo>
                    <a:pt x="5194" y="5958"/>
                  </a:lnTo>
                  <a:lnTo>
                    <a:pt x="6365" y="5958"/>
                  </a:lnTo>
                  <a:lnTo>
                    <a:pt x="7486" y="5703"/>
                  </a:lnTo>
                  <a:lnTo>
                    <a:pt x="8529" y="5270"/>
                  </a:lnTo>
                  <a:lnTo>
                    <a:pt x="9446" y="4659"/>
                  </a:lnTo>
                  <a:lnTo>
                    <a:pt x="10235" y="3870"/>
                  </a:lnTo>
                  <a:lnTo>
                    <a:pt x="10872" y="2954"/>
                  </a:lnTo>
                  <a:lnTo>
                    <a:pt x="11304" y="1910"/>
                  </a:lnTo>
                  <a:lnTo>
                    <a:pt x="11533" y="790"/>
                  </a:lnTo>
                  <a:lnTo>
                    <a:pt x="11559" y="179"/>
                  </a:lnTo>
                  <a:lnTo>
                    <a:pt x="11559" y="128"/>
                  </a:lnTo>
                  <a:lnTo>
                    <a:pt x="11533" y="51"/>
                  </a:lnTo>
                  <a:lnTo>
                    <a:pt x="9980" y="1"/>
                  </a:lnTo>
                  <a:lnTo>
                    <a:pt x="9980" y="433"/>
                  </a:lnTo>
                  <a:lnTo>
                    <a:pt x="9802" y="1248"/>
                  </a:lnTo>
                  <a:lnTo>
                    <a:pt x="9497" y="2012"/>
                  </a:lnTo>
                  <a:lnTo>
                    <a:pt x="9039" y="2674"/>
                  </a:lnTo>
                  <a:lnTo>
                    <a:pt x="8453" y="3259"/>
                  </a:lnTo>
                  <a:lnTo>
                    <a:pt x="7791" y="3692"/>
                  </a:lnTo>
                  <a:lnTo>
                    <a:pt x="7027" y="4023"/>
                  </a:lnTo>
                  <a:lnTo>
                    <a:pt x="6213" y="4201"/>
                  </a:lnTo>
                  <a:lnTo>
                    <a:pt x="5347" y="4201"/>
                  </a:lnTo>
                  <a:lnTo>
                    <a:pt x="4532" y="4023"/>
                  </a:lnTo>
                  <a:lnTo>
                    <a:pt x="3769" y="3692"/>
                  </a:lnTo>
                  <a:lnTo>
                    <a:pt x="3107" y="3259"/>
                  </a:lnTo>
                  <a:lnTo>
                    <a:pt x="2521" y="2674"/>
                  </a:lnTo>
                  <a:lnTo>
                    <a:pt x="2063" y="2012"/>
                  </a:lnTo>
                  <a:lnTo>
                    <a:pt x="1757" y="1248"/>
                  </a:lnTo>
                  <a:lnTo>
                    <a:pt x="1579" y="433"/>
                  </a:lnTo>
                  <a:lnTo>
                    <a:pt x="1554" y="1"/>
                  </a:lnTo>
                  <a:close/>
                </a:path>
              </a:pathLst>
            </a:custGeom>
            <a:solidFill>
              <a:srgbClr val="52C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3"/>
            <p:cNvSpPr/>
            <p:nvPr/>
          </p:nvSpPr>
          <p:spPr>
            <a:xfrm>
              <a:off x="716100" y="974800"/>
              <a:ext cx="82775" cy="119675"/>
            </a:xfrm>
            <a:custGeom>
              <a:rect b="b" l="l" r="r" t="t"/>
              <a:pathLst>
                <a:path extrusionOk="0" h="4787" w="3311">
                  <a:moveTo>
                    <a:pt x="1554" y="0"/>
                  </a:moveTo>
                  <a:lnTo>
                    <a:pt x="1375" y="306"/>
                  </a:lnTo>
                  <a:lnTo>
                    <a:pt x="1299" y="586"/>
                  </a:lnTo>
                  <a:lnTo>
                    <a:pt x="26" y="4252"/>
                  </a:lnTo>
                  <a:lnTo>
                    <a:pt x="1" y="4303"/>
                  </a:lnTo>
                  <a:lnTo>
                    <a:pt x="1" y="4354"/>
                  </a:lnTo>
                  <a:lnTo>
                    <a:pt x="408" y="4558"/>
                  </a:lnTo>
                  <a:lnTo>
                    <a:pt x="1223" y="4787"/>
                  </a:lnTo>
                  <a:lnTo>
                    <a:pt x="2063" y="4787"/>
                  </a:lnTo>
                  <a:lnTo>
                    <a:pt x="2903" y="4558"/>
                  </a:lnTo>
                  <a:lnTo>
                    <a:pt x="3310" y="4354"/>
                  </a:lnTo>
                  <a:lnTo>
                    <a:pt x="3310" y="4303"/>
                  </a:lnTo>
                  <a:lnTo>
                    <a:pt x="3285" y="4252"/>
                  </a:lnTo>
                  <a:lnTo>
                    <a:pt x="2012" y="586"/>
                  </a:lnTo>
                  <a:lnTo>
                    <a:pt x="1935" y="306"/>
                  </a:lnTo>
                  <a:lnTo>
                    <a:pt x="1757" y="0"/>
                  </a:lnTo>
                  <a:close/>
                </a:path>
              </a:pathLst>
            </a:custGeom>
            <a:solidFill>
              <a:srgbClr val="D3A6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3"/>
            <p:cNvSpPr/>
            <p:nvPr/>
          </p:nvSpPr>
          <p:spPr>
            <a:xfrm>
              <a:off x="716100" y="1083625"/>
              <a:ext cx="82775" cy="37575"/>
            </a:xfrm>
            <a:custGeom>
              <a:rect b="b" l="l" r="r" t="t"/>
              <a:pathLst>
                <a:path extrusionOk="0" h="1503" w="3311">
                  <a:moveTo>
                    <a:pt x="1" y="1"/>
                  </a:moveTo>
                  <a:lnTo>
                    <a:pt x="1" y="306"/>
                  </a:lnTo>
                  <a:lnTo>
                    <a:pt x="281" y="841"/>
                  </a:lnTo>
                  <a:lnTo>
                    <a:pt x="764" y="1248"/>
                  </a:lnTo>
                  <a:lnTo>
                    <a:pt x="1299" y="1477"/>
                  </a:lnTo>
                  <a:lnTo>
                    <a:pt x="1528" y="1503"/>
                  </a:lnTo>
                  <a:lnTo>
                    <a:pt x="1783" y="1503"/>
                  </a:lnTo>
                  <a:lnTo>
                    <a:pt x="2012" y="1477"/>
                  </a:lnTo>
                  <a:lnTo>
                    <a:pt x="2546" y="1248"/>
                  </a:lnTo>
                  <a:lnTo>
                    <a:pt x="3030" y="841"/>
                  </a:lnTo>
                  <a:lnTo>
                    <a:pt x="3310" y="306"/>
                  </a:lnTo>
                  <a:lnTo>
                    <a:pt x="3310" y="1"/>
                  </a:lnTo>
                  <a:lnTo>
                    <a:pt x="2903" y="205"/>
                  </a:lnTo>
                  <a:lnTo>
                    <a:pt x="2063" y="434"/>
                  </a:lnTo>
                  <a:lnTo>
                    <a:pt x="1223" y="434"/>
                  </a:lnTo>
                  <a:lnTo>
                    <a:pt x="408" y="205"/>
                  </a:lnTo>
                  <a:lnTo>
                    <a:pt x="1" y="1"/>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33"/>
            <p:cNvSpPr/>
            <p:nvPr/>
          </p:nvSpPr>
          <p:spPr>
            <a:xfrm>
              <a:off x="552525" y="949350"/>
              <a:ext cx="26750" cy="26100"/>
            </a:xfrm>
            <a:custGeom>
              <a:rect b="b" l="l" r="r" t="t"/>
              <a:pathLst>
                <a:path extrusionOk="0" h="1044" w="1070">
                  <a:moveTo>
                    <a:pt x="535" y="0"/>
                  </a:moveTo>
                  <a:lnTo>
                    <a:pt x="306" y="26"/>
                  </a:lnTo>
                  <a:lnTo>
                    <a:pt x="26" y="306"/>
                  </a:lnTo>
                  <a:lnTo>
                    <a:pt x="1" y="509"/>
                  </a:lnTo>
                  <a:lnTo>
                    <a:pt x="26" y="738"/>
                  </a:lnTo>
                  <a:lnTo>
                    <a:pt x="306" y="1018"/>
                  </a:lnTo>
                  <a:lnTo>
                    <a:pt x="535" y="1044"/>
                  </a:lnTo>
                  <a:lnTo>
                    <a:pt x="739" y="1018"/>
                  </a:lnTo>
                  <a:lnTo>
                    <a:pt x="1019" y="738"/>
                  </a:lnTo>
                  <a:lnTo>
                    <a:pt x="1070" y="509"/>
                  </a:lnTo>
                  <a:lnTo>
                    <a:pt x="1019" y="306"/>
                  </a:lnTo>
                  <a:lnTo>
                    <a:pt x="739"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33"/>
            <p:cNvSpPr/>
            <p:nvPr/>
          </p:nvSpPr>
          <p:spPr>
            <a:xfrm>
              <a:off x="913400" y="949350"/>
              <a:ext cx="26125" cy="26100"/>
            </a:xfrm>
            <a:custGeom>
              <a:rect b="b" l="l" r="r" t="t"/>
              <a:pathLst>
                <a:path extrusionOk="0" h="1044" w="1045">
                  <a:moveTo>
                    <a:pt x="510" y="0"/>
                  </a:moveTo>
                  <a:lnTo>
                    <a:pt x="306" y="26"/>
                  </a:lnTo>
                  <a:lnTo>
                    <a:pt x="26" y="306"/>
                  </a:lnTo>
                  <a:lnTo>
                    <a:pt x="1" y="509"/>
                  </a:lnTo>
                  <a:lnTo>
                    <a:pt x="26" y="738"/>
                  </a:lnTo>
                  <a:lnTo>
                    <a:pt x="306" y="1018"/>
                  </a:lnTo>
                  <a:lnTo>
                    <a:pt x="510" y="1044"/>
                  </a:lnTo>
                  <a:lnTo>
                    <a:pt x="739" y="1018"/>
                  </a:lnTo>
                  <a:lnTo>
                    <a:pt x="1019" y="738"/>
                  </a:lnTo>
                  <a:lnTo>
                    <a:pt x="1045" y="509"/>
                  </a:lnTo>
                  <a:lnTo>
                    <a:pt x="1019" y="306"/>
                  </a:lnTo>
                  <a:lnTo>
                    <a:pt x="739" y="26"/>
                  </a:lnTo>
                  <a:lnTo>
                    <a:pt x="51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3"/>
            <p:cNvSpPr/>
            <p:nvPr/>
          </p:nvSpPr>
          <p:spPr>
            <a:xfrm>
              <a:off x="506075" y="1037175"/>
              <a:ext cx="145775" cy="68750"/>
            </a:xfrm>
            <a:custGeom>
              <a:rect b="b" l="l" r="r" t="t"/>
              <a:pathLst>
                <a:path extrusionOk="0" h="2750" w="5831">
                  <a:moveTo>
                    <a:pt x="1375" y="0"/>
                  </a:moveTo>
                  <a:lnTo>
                    <a:pt x="1095" y="26"/>
                  </a:lnTo>
                  <a:lnTo>
                    <a:pt x="586" y="229"/>
                  </a:lnTo>
                  <a:lnTo>
                    <a:pt x="229" y="611"/>
                  </a:lnTo>
                  <a:lnTo>
                    <a:pt x="26" y="1095"/>
                  </a:lnTo>
                  <a:lnTo>
                    <a:pt x="0" y="1375"/>
                  </a:lnTo>
                  <a:lnTo>
                    <a:pt x="26" y="1655"/>
                  </a:lnTo>
                  <a:lnTo>
                    <a:pt x="229" y="2164"/>
                  </a:lnTo>
                  <a:lnTo>
                    <a:pt x="586" y="2521"/>
                  </a:lnTo>
                  <a:lnTo>
                    <a:pt x="1095" y="2750"/>
                  </a:lnTo>
                  <a:lnTo>
                    <a:pt x="4736" y="2750"/>
                  </a:lnTo>
                  <a:lnTo>
                    <a:pt x="5245" y="2521"/>
                  </a:lnTo>
                  <a:lnTo>
                    <a:pt x="5601" y="2164"/>
                  </a:lnTo>
                  <a:lnTo>
                    <a:pt x="5805" y="1655"/>
                  </a:lnTo>
                  <a:lnTo>
                    <a:pt x="5830" y="1375"/>
                  </a:lnTo>
                  <a:lnTo>
                    <a:pt x="5805" y="1095"/>
                  </a:lnTo>
                  <a:lnTo>
                    <a:pt x="5601" y="611"/>
                  </a:lnTo>
                  <a:lnTo>
                    <a:pt x="5245" y="229"/>
                  </a:lnTo>
                  <a:lnTo>
                    <a:pt x="4736" y="26"/>
                  </a:lnTo>
                  <a:lnTo>
                    <a:pt x="4455" y="0"/>
                  </a:lnTo>
                  <a:close/>
                </a:path>
              </a:pathLst>
            </a:custGeom>
            <a:solidFill>
              <a:srgbClr val="C66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3"/>
            <p:cNvSpPr/>
            <p:nvPr/>
          </p:nvSpPr>
          <p:spPr>
            <a:xfrm>
              <a:off x="866950" y="1037175"/>
              <a:ext cx="145775" cy="68750"/>
            </a:xfrm>
            <a:custGeom>
              <a:rect b="b" l="l" r="r" t="t"/>
              <a:pathLst>
                <a:path extrusionOk="0" h="2750" w="5831">
                  <a:moveTo>
                    <a:pt x="1375" y="0"/>
                  </a:moveTo>
                  <a:lnTo>
                    <a:pt x="1095" y="26"/>
                  </a:lnTo>
                  <a:lnTo>
                    <a:pt x="586" y="229"/>
                  </a:lnTo>
                  <a:lnTo>
                    <a:pt x="229" y="611"/>
                  </a:lnTo>
                  <a:lnTo>
                    <a:pt x="0" y="1095"/>
                  </a:lnTo>
                  <a:lnTo>
                    <a:pt x="0" y="1375"/>
                  </a:lnTo>
                  <a:lnTo>
                    <a:pt x="0" y="1655"/>
                  </a:lnTo>
                  <a:lnTo>
                    <a:pt x="229" y="2164"/>
                  </a:lnTo>
                  <a:lnTo>
                    <a:pt x="586" y="2521"/>
                  </a:lnTo>
                  <a:lnTo>
                    <a:pt x="1095" y="2750"/>
                  </a:lnTo>
                  <a:lnTo>
                    <a:pt x="4736" y="2750"/>
                  </a:lnTo>
                  <a:lnTo>
                    <a:pt x="5219" y="2521"/>
                  </a:lnTo>
                  <a:lnTo>
                    <a:pt x="5601" y="2164"/>
                  </a:lnTo>
                  <a:lnTo>
                    <a:pt x="5805" y="1655"/>
                  </a:lnTo>
                  <a:lnTo>
                    <a:pt x="5830" y="1375"/>
                  </a:lnTo>
                  <a:lnTo>
                    <a:pt x="5805" y="1095"/>
                  </a:lnTo>
                  <a:lnTo>
                    <a:pt x="5601" y="611"/>
                  </a:lnTo>
                  <a:lnTo>
                    <a:pt x="5219" y="229"/>
                  </a:lnTo>
                  <a:lnTo>
                    <a:pt x="4736" y="26"/>
                  </a:lnTo>
                  <a:lnTo>
                    <a:pt x="4456" y="0"/>
                  </a:lnTo>
                  <a:close/>
                </a:path>
              </a:pathLst>
            </a:custGeom>
            <a:solidFill>
              <a:srgbClr val="C66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3"/>
            <p:cNvSpPr/>
            <p:nvPr/>
          </p:nvSpPr>
          <p:spPr>
            <a:xfrm>
              <a:off x="363500" y="394325"/>
              <a:ext cx="791800" cy="526400"/>
            </a:xfrm>
            <a:custGeom>
              <a:rect b="b" l="l" r="r" t="t"/>
              <a:pathLst>
                <a:path extrusionOk="0" h="21056" w="31672">
                  <a:moveTo>
                    <a:pt x="15836" y="1"/>
                  </a:moveTo>
                  <a:lnTo>
                    <a:pt x="15021" y="26"/>
                  </a:lnTo>
                  <a:lnTo>
                    <a:pt x="13417" y="179"/>
                  </a:lnTo>
                  <a:lnTo>
                    <a:pt x="11890" y="510"/>
                  </a:lnTo>
                  <a:lnTo>
                    <a:pt x="10388" y="968"/>
                  </a:lnTo>
                  <a:lnTo>
                    <a:pt x="8962" y="1554"/>
                  </a:lnTo>
                  <a:lnTo>
                    <a:pt x="7638" y="2292"/>
                  </a:lnTo>
                  <a:lnTo>
                    <a:pt x="6365" y="3158"/>
                  </a:lnTo>
                  <a:lnTo>
                    <a:pt x="5194" y="4125"/>
                  </a:lnTo>
                  <a:lnTo>
                    <a:pt x="4125" y="5195"/>
                  </a:lnTo>
                  <a:lnTo>
                    <a:pt x="3157" y="6366"/>
                  </a:lnTo>
                  <a:lnTo>
                    <a:pt x="2292" y="7639"/>
                  </a:lnTo>
                  <a:lnTo>
                    <a:pt x="1553" y="8988"/>
                  </a:lnTo>
                  <a:lnTo>
                    <a:pt x="968" y="10388"/>
                  </a:lnTo>
                  <a:lnTo>
                    <a:pt x="484" y="11890"/>
                  </a:lnTo>
                  <a:lnTo>
                    <a:pt x="179" y="13418"/>
                  </a:lnTo>
                  <a:lnTo>
                    <a:pt x="26" y="15022"/>
                  </a:lnTo>
                  <a:lnTo>
                    <a:pt x="0" y="15836"/>
                  </a:lnTo>
                  <a:lnTo>
                    <a:pt x="0" y="21055"/>
                  </a:lnTo>
                  <a:lnTo>
                    <a:pt x="739" y="20597"/>
                  </a:lnTo>
                  <a:lnTo>
                    <a:pt x="2979" y="19044"/>
                  </a:lnTo>
                  <a:lnTo>
                    <a:pt x="5729" y="16702"/>
                  </a:lnTo>
                  <a:lnTo>
                    <a:pt x="7893" y="14411"/>
                  </a:lnTo>
                  <a:lnTo>
                    <a:pt x="9293" y="12654"/>
                  </a:lnTo>
                  <a:lnTo>
                    <a:pt x="9980" y="11687"/>
                  </a:lnTo>
                  <a:lnTo>
                    <a:pt x="10031" y="11839"/>
                  </a:lnTo>
                  <a:lnTo>
                    <a:pt x="10591" y="12883"/>
                  </a:lnTo>
                  <a:lnTo>
                    <a:pt x="11279" y="13825"/>
                  </a:lnTo>
                  <a:lnTo>
                    <a:pt x="12272" y="14894"/>
                  </a:lnTo>
                  <a:lnTo>
                    <a:pt x="13595" y="15989"/>
                  </a:lnTo>
                  <a:lnTo>
                    <a:pt x="15301" y="17007"/>
                  </a:lnTo>
                  <a:lnTo>
                    <a:pt x="17414" y="17822"/>
                  </a:lnTo>
                  <a:lnTo>
                    <a:pt x="18662" y="18102"/>
                  </a:lnTo>
                  <a:lnTo>
                    <a:pt x="18713" y="17440"/>
                  </a:lnTo>
                  <a:lnTo>
                    <a:pt x="18611" y="14971"/>
                  </a:lnTo>
                  <a:lnTo>
                    <a:pt x="18764" y="15098"/>
                  </a:lnTo>
                  <a:lnTo>
                    <a:pt x="20393" y="16346"/>
                  </a:lnTo>
                  <a:lnTo>
                    <a:pt x="22735" y="17720"/>
                  </a:lnTo>
                  <a:lnTo>
                    <a:pt x="24772" y="18662"/>
                  </a:lnTo>
                  <a:lnTo>
                    <a:pt x="27216" y="19579"/>
                  </a:lnTo>
                  <a:lnTo>
                    <a:pt x="30067" y="20368"/>
                  </a:lnTo>
                  <a:lnTo>
                    <a:pt x="31671" y="20674"/>
                  </a:lnTo>
                  <a:lnTo>
                    <a:pt x="31671" y="15836"/>
                  </a:lnTo>
                  <a:lnTo>
                    <a:pt x="31646" y="15022"/>
                  </a:lnTo>
                  <a:lnTo>
                    <a:pt x="31493" y="13418"/>
                  </a:lnTo>
                  <a:lnTo>
                    <a:pt x="31162" y="11890"/>
                  </a:lnTo>
                  <a:lnTo>
                    <a:pt x="30704" y="10388"/>
                  </a:lnTo>
                  <a:lnTo>
                    <a:pt x="30093" y="8988"/>
                  </a:lnTo>
                  <a:lnTo>
                    <a:pt x="29380" y="7639"/>
                  </a:lnTo>
                  <a:lnTo>
                    <a:pt x="28514" y="6366"/>
                  </a:lnTo>
                  <a:lnTo>
                    <a:pt x="27547" y="5195"/>
                  </a:lnTo>
                  <a:lnTo>
                    <a:pt x="26478" y="4125"/>
                  </a:lnTo>
                  <a:lnTo>
                    <a:pt x="25306" y="3158"/>
                  </a:lnTo>
                  <a:lnTo>
                    <a:pt x="24034" y="2292"/>
                  </a:lnTo>
                  <a:lnTo>
                    <a:pt x="22684" y="1554"/>
                  </a:lnTo>
                  <a:lnTo>
                    <a:pt x="21284" y="968"/>
                  </a:lnTo>
                  <a:lnTo>
                    <a:pt x="19782" y="510"/>
                  </a:lnTo>
                  <a:lnTo>
                    <a:pt x="18254" y="179"/>
                  </a:lnTo>
                  <a:lnTo>
                    <a:pt x="16650" y="26"/>
                  </a:lnTo>
                  <a:lnTo>
                    <a:pt x="15836" y="1"/>
                  </a:lnTo>
                  <a:close/>
                </a:path>
              </a:pathLst>
            </a:custGeom>
            <a:solidFill>
              <a:srgbClr val="542D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33"/>
            <p:cNvSpPr/>
            <p:nvPr/>
          </p:nvSpPr>
          <p:spPr>
            <a:xfrm>
              <a:off x="523900" y="857050"/>
              <a:ext cx="110125" cy="21675"/>
            </a:xfrm>
            <a:custGeom>
              <a:rect b="b" l="l" r="r" t="t"/>
              <a:pathLst>
                <a:path extrusionOk="0" fill="none" h="867" w="4405">
                  <a:moveTo>
                    <a:pt x="4404" y="866"/>
                  </a:moveTo>
                  <a:lnTo>
                    <a:pt x="4175" y="662"/>
                  </a:lnTo>
                  <a:lnTo>
                    <a:pt x="3666" y="306"/>
                  </a:lnTo>
                  <a:lnTo>
                    <a:pt x="2800" y="1"/>
                  </a:lnTo>
                  <a:lnTo>
                    <a:pt x="1604" y="1"/>
                  </a:lnTo>
                  <a:lnTo>
                    <a:pt x="738" y="306"/>
                  </a:lnTo>
                  <a:lnTo>
                    <a:pt x="229" y="662"/>
                  </a:lnTo>
                  <a:lnTo>
                    <a:pt x="0" y="866"/>
                  </a:lnTo>
                </a:path>
              </a:pathLst>
            </a:custGeom>
            <a:noFill/>
            <a:ln cap="rnd" cmpd="sng" w="21000">
              <a:solidFill>
                <a:srgbClr val="713C23"/>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3"/>
            <p:cNvSpPr/>
            <p:nvPr/>
          </p:nvSpPr>
          <p:spPr>
            <a:xfrm>
              <a:off x="884775" y="857050"/>
              <a:ext cx="110125" cy="21675"/>
            </a:xfrm>
            <a:custGeom>
              <a:rect b="b" l="l" r="r" t="t"/>
              <a:pathLst>
                <a:path extrusionOk="0" fill="none" h="867" w="4405">
                  <a:moveTo>
                    <a:pt x="4405" y="866"/>
                  </a:moveTo>
                  <a:lnTo>
                    <a:pt x="4175" y="662"/>
                  </a:lnTo>
                  <a:lnTo>
                    <a:pt x="3641" y="306"/>
                  </a:lnTo>
                  <a:lnTo>
                    <a:pt x="2801" y="1"/>
                  </a:lnTo>
                  <a:lnTo>
                    <a:pt x="1604" y="1"/>
                  </a:lnTo>
                  <a:lnTo>
                    <a:pt x="738" y="306"/>
                  </a:lnTo>
                  <a:lnTo>
                    <a:pt x="229" y="662"/>
                  </a:lnTo>
                  <a:lnTo>
                    <a:pt x="0" y="866"/>
                  </a:lnTo>
                </a:path>
              </a:pathLst>
            </a:custGeom>
            <a:noFill/>
            <a:ln cap="rnd" cmpd="sng" w="21000">
              <a:solidFill>
                <a:srgbClr val="713C23"/>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33"/>
            <p:cNvSpPr/>
            <p:nvPr/>
          </p:nvSpPr>
          <p:spPr>
            <a:xfrm>
              <a:off x="697650" y="1161925"/>
              <a:ext cx="123500" cy="35650"/>
            </a:xfrm>
            <a:custGeom>
              <a:rect b="b" l="l" r="r" t="t"/>
              <a:pathLst>
                <a:path extrusionOk="0" fill="none" h="1426" w="4940">
                  <a:moveTo>
                    <a:pt x="0" y="0"/>
                  </a:moveTo>
                  <a:lnTo>
                    <a:pt x="128" y="306"/>
                  </a:lnTo>
                  <a:lnTo>
                    <a:pt x="611" y="815"/>
                  </a:lnTo>
                  <a:lnTo>
                    <a:pt x="1248" y="1197"/>
                  </a:lnTo>
                  <a:lnTo>
                    <a:pt x="2037" y="1426"/>
                  </a:lnTo>
                  <a:lnTo>
                    <a:pt x="2470" y="1426"/>
                  </a:lnTo>
                  <a:lnTo>
                    <a:pt x="2903" y="1426"/>
                  </a:lnTo>
                  <a:lnTo>
                    <a:pt x="3666" y="1222"/>
                  </a:lnTo>
                  <a:lnTo>
                    <a:pt x="4303" y="840"/>
                  </a:lnTo>
                  <a:lnTo>
                    <a:pt x="4787" y="331"/>
                  </a:lnTo>
                  <a:lnTo>
                    <a:pt x="4939" y="26"/>
                  </a:lnTo>
                </a:path>
              </a:pathLst>
            </a:custGeom>
            <a:noFill/>
            <a:ln cap="rnd" cmpd="sng" w="21000">
              <a:solidFill>
                <a:srgbClr val="AE4C3F"/>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33"/>
            <p:cNvSpPr/>
            <p:nvPr/>
          </p:nvSpPr>
          <p:spPr>
            <a:xfrm>
              <a:off x="1280650" y="970350"/>
              <a:ext cx="357075" cy="585575"/>
            </a:xfrm>
            <a:custGeom>
              <a:rect b="b" l="l" r="r" t="t"/>
              <a:pathLst>
                <a:path extrusionOk="0" h="23423" w="14283">
                  <a:moveTo>
                    <a:pt x="9217" y="0"/>
                  </a:moveTo>
                  <a:lnTo>
                    <a:pt x="8784" y="77"/>
                  </a:lnTo>
                  <a:lnTo>
                    <a:pt x="8427" y="357"/>
                  </a:lnTo>
                  <a:lnTo>
                    <a:pt x="8173" y="738"/>
                  </a:lnTo>
                  <a:lnTo>
                    <a:pt x="8096" y="993"/>
                  </a:lnTo>
                  <a:lnTo>
                    <a:pt x="6365" y="8529"/>
                  </a:lnTo>
                  <a:lnTo>
                    <a:pt x="6060" y="8453"/>
                  </a:lnTo>
                  <a:lnTo>
                    <a:pt x="7587" y="1757"/>
                  </a:lnTo>
                  <a:lnTo>
                    <a:pt x="7638" y="1502"/>
                  </a:lnTo>
                  <a:lnTo>
                    <a:pt x="7587" y="1019"/>
                  </a:lnTo>
                  <a:lnTo>
                    <a:pt x="7384" y="637"/>
                  </a:lnTo>
                  <a:lnTo>
                    <a:pt x="7027" y="357"/>
                  </a:lnTo>
                  <a:lnTo>
                    <a:pt x="6824" y="280"/>
                  </a:lnTo>
                  <a:lnTo>
                    <a:pt x="6620" y="255"/>
                  </a:lnTo>
                  <a:lnTo>
                    <a:pt x="6187" y="357"/>
                  </a:lnTo>
                  <a:lnTo>
                    <a:pt x="5831" y="611"/>
                  </a:lnTo>
                  <a:lnTo>
                    <a:pt x="5576" y="1019"/>
                  </a:lnTo>
                  <a:lnTo>
                    <a:pt x="5500" y="1273"/>
                  </a:lnTo>
                  <a:lnTo>
                    <a:pt x="3387" y="10413"/>
                  </a:lnTo>
                  <a:lnTo>
                    <a:pt x="3157" y="9547"/>
                  </a:lnTo>
                  <a:lnTo>
                    <a:pt x="2648" y="8172"/>
                  </a:lnTo>
                  <a:lnTo>
                    <a:pt x="2139" y="7205"/>
                  </a:lnTo>
                  <a:lnTo>
                    <a:pt x="1630" y="6594"/>
                  </a:lnTo>
                  <a:lnTo>
                    <a:pt x="968" y="6110"/>
                  </a:lnTo>
                  <a:lnTo>
                    <a:pt x="408" y="6034"/>
                  </a:lnTo>
                  <a:lnTo>
                    <a:pt x="332" y="6059"/>
                  </a:lnTo>
                  <a:lnTo>
                    <a:pt x="179" y="6136"/>
                  </a:lnTo>
                  <a:lnTo>
                    <a:pt x="1" y="6441"/>
                  </a:lnTo>
                  <a:lnTo>
                    <a:pt x="1" y="6950"/>
                  </a:lnTo>
                  <a:lnTo>
                    <a:pt x="51" y="7052"/>
                  </a:lnTo>
                  <a:lnTo>
                    <a:pt x="561" y="9980"/>
                  </a:lnTo>
                  <a:lnTo>
                    <a:pt x="1172" y="13493"/>
                  </a:lnTo>
                  <a:lnTo>
                    <a:pt x="1223" y="13875"/>
                  </a:lnTo>
                  <a:lnTo>
                    <a:pt x="1426" y="14537"/>
                  </a:lnTo>
                  <a:lnTo>
                    <a:pt x="1910" y="15301"/>
                  </a:lnTo>
                  <a:lnTo>
                    <a:pt x="2954" y="16116"/>
                  </a:lnTo>
                  <a:lnTo>
                    <a:pt x="3183" y="16192"/>
                  </a:lnTo>
                  <a:lnTo>
                    <a:pt x="1859" y="21844"/>
                  </a:lnTo>
                  <a:lnTo>
                    <a:pt x="8809" y="23422"/>
                  </a:lnTo>
                  <a:lnTo>
                    <a:pt x="10159" y="17669"/>
                  </a:lnTo>
                  <a:lnTo>
                    <a:pt x="10286" y="17694"/>
                  </a:lnTo>
                  <a:lnTo>
                    <a:pt x="10719" y="17592"/>
                  </a:lnTo>
                  <a:lnTo>
                    <a:pt x="11228" y="17312"/>
                  </a:lnTo>
                  <a:lnTo>
                    <a:pt x="11635" y="16778"/>
                  </a:lnTo>
                  <a:lnTo>
                    <a:pt x="11763" y="16396"/>
                  </a:lnTo>
                  <a:lnTo>
                    <a:pt x="12094" y="14944"/>
                  </a:lnTo>
                  <a:lnTo>
                    <a:pt x="12832" y="11737"/>
                  </a:lnTo>
                  <a:lnTo>
                    <a:pt x="13086" y="10617"/>
                  </a:lnTo>
                  <a:lnTo>
                    <a:pt x="13214" y="10107"/>
                  </a:lnTo>
                  <a:lnTo>
                    <a:pt x="14232" y="5627"/>
                  </a:lnTo>
                  <a:lnTo>
                    <a:pt x="14283" y="5397"/>
                  </a:lnTo>
                  <a:lnTo>
                    <a:pt x="14232" y="4965"/>
                  </a:lnTo>
                  <a:lnTo>
                    <a:pt x="14028" y="4608"/>
                  </a:lnTo>
                  <a:lnTo>
                    <a:pt x="13723" y="4354"/>
                  </a:lnTo>
                  <a:lnTo>
                    <a:pt x="13519" y="4277"/>
                  </a:lnTo>
                  <a:lnTo>
                    <a:pt x="13341" y="4252"/>
                  </a:lnTo>
                  <a:lnTo>
                    <a:pt x="12934" y="4354"/>
                  </a:lnTo>
                  <a:lnTo>
                    <a:pt x="12603" y="4583"/>
                  </a:lnTo>
                  <a:lnTo>
                    <a:pt x="12374" y="4965"/>
                  </a:lnTo>
                  <a:lnTo>
                    <a:pt x="12297" y="5194"/>
                  </a:lnTo>
                  <a:lnTo>
                    <a:pt x="11253" y="9649"/>
                  </a:lnTo>
                  <a:lnTo>
                    <a:pt x="10872" y="9573"/>
                  </a:lnTo>
                  <a:lnTo>
                    <a:pt x="12323" y="3284"/>
                  </a:lnTo>
                  <a:lnTo>
                    <a:pt x="12374" y="3030"/>
                  </a:lnTo>
                  <a:lnTo>
                    <a:pt x="12323" y="2546"/>
                  </a:lnTo>
                  <a:lnTo>
                    <a:pt x="12094" y="2164"/>
                  </a:lnTo>
                  <a:lnTo>
                    <a:pt x="11763" y="1884"/>
                  </a:lnTo>
                  <a:lnTo>
                    <a:pt x="11559" y="1808"/>
                  </a:lnTo>
                  <a:lnTo>
                    <a:pt x="11330" y="1782"/>
                  </a:lnTo>
                  <a:lnTo>
                    <a:pt x="10922" y="1884"/>
                  </a:lnTo>
                  <a:lnTo>
                    <a:pt x="10566" y="2139"/>
                  </a:lnTo>
                  <a:lnTo>
                    <a:pt x="10286" y="2546"/>
                  </a:lnTo>
                  <a:lnTo>
                    <a:pt x="10235" y="2801"/>
                  </a:lnTo>
                  <a:lnTo>
                    <a:pt x="8784" y="9089"/>
                  </a:lnTo>
                  <a:lnTo>
                    <a:pt x="8478" y="9013"/>
                  </a:lnTo>
                  <a:lnTo>
                    <a:pt x="10210" y="1477"/>
                  </a:lnTo>
                  <a:lnTo>
                    <a:pt x="10235" y="1222"/>
                  </a:lnTo>
                  <a:lnTo>
                    <a:pt x="10184" y="764"/>
                  </a:lnTo>
                  <a:lnTo>
                    <a:pt x="9980" y="357"/>
                  </a:lnTo>
                  <a:lnTo>
                    <a:pt x="9649" y="77"/>
                  </a:lnTo>
                  <a:lnTo>
                    <a:pt x="9420" y="26"/>
                  </a:lnTo>
                  <a:lnTo>
                    <a:pt x="9217" y="0"/>
                  </a:lnTo>
                  <a:close/>
                </a:path>
              </a:pathLst>
            </a:custGeom>
            <a:solidFill>
              <a:srgbClr val="C08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3"/>
            <p:cNvSpPr/>
            <p:nvPr/>
          </p:nvSpPr>
          <p:spPr>
            <a:xfrm>
              <a:off x="1365300" y="1230025"/>
              <a:ext cx="25" cy="25"/>
            </a:xfrm>
            <a:custGeom>
              <a:rect b="b" l="l" r="r" t="t"/>
              <a:pathLst>
                <a:path extrusionOk="0" h="1" w="1">
                  <a:moveTo>
                    <a:pt x="1" y="0"/>
                  </a:moveTo>
                  <a:lnTo>
                    <a:pt x="1" y="0"/>
                  </a:lnTo>
                  <a:lnTo>
                    <a:pt x="1" y="0"/>
                  </a:lnTo>
                  <a:lnTo>
                    <a:pt x="1" y="0"/>
                  </a:lnTo>
                  <a:lnTo>
                    <a:pt x="1"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33"/>
            <p:cNvSpPr/>
            <p:nvPr/>
          </p:nvSpPr>
          <p:spPr>
            <a:xfrm>
              <a:off x="1398400" y="1174650"/>
              <a:ext cx="190975" cy="55400"/>
            </a:xfrm>
            <a:custGeom>
              <a:rect b="b" l="l" r="r" t="t"/>
              <a:pathLst>
                <a:path extrusionOk="0" h="2216" w="7639">
                  <a:moveTo>
                    <a:pt x="102" y="0"/>
                  </a:moveTo>
                  <a:lnTo>
                    <a:pt x="0" y="484"/>
                  </a:lnTo>
                  <a:lnTo>
                    <a:pt x="7536" y="2215"/>
                  </a:lnTo>
                  <a:lnTo>
                    <a:pt x="7638" y="1732"/>
                  </a:lnTo>
                  <a:lnTo>
                    <a:pt x="6569" y="1477"/>
                  </a:lnTo>
                  <a:lnTo>
                    <a:pt x="6543" y="1477"/>
                  </a:lnTo>
                  <a:lnTo>
                    <a:pt x="6162" y="1401"/>
                  </a:lnTo>
                  <a:lnTo>
                    <a:pt x="4074" y="917"/>
                  </a:lnTo>
                  <a:lnTo>
                    <a:pt x="3768" y="841"/>
                  </a:lnTo>
                  <a:lnTo>
                    <a:pt x="1655" y="357"/>
                  </a:lnTo>
                  <a:lnTo>
                    <a:pt x="1350" y="281"/>
                  </a:lnTo>
                  <a:lnTo>
                    <a:pt x="102"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33"/>
            <p:cNvSpPr/>
            <p:nvPr/>
          </p:nvSpPr>
          <p:spPr>
            <a:xfrm>
              <a:off x="1365300" y="1223650"/>
              <a:ext cx="105675" cy="159150"/>
            </a:xfrm>
            <a:custGeom>
              <a:rect b="b" l="l" r="r" t="t"/>
              <a:pathLst>
                <a:path extrusionOk="0" h="6366" w="4227">
                  <a:moveTo>
                    <a:pt x="77" y="1"/>
                  </a:moveTo>
                  <a:lnTo>
                    <a:pt x="52" y="26"/>
                  </a:lnTo>
                  <a:lnTo>
                    <a:pt x="1" y="255"/>
                  </a:lnTo>
                  <a:lnTo>
                    <a:pt x="230" y="306"/>
                  </a:lnTo>
                  <a:lnTo>
                    <a:pt x="1121" y="612"/>
                  </a:lnTo>
                  <a:lnTo>
                    <a:pt x="1859" y="1019"/>
                  </a:lnTo>
                  <a:lnTo>
                    <a:pt x="2597" y="1656"/>
                  </a:lnTo>
                  <a:lnTo>
                    <a:pt x="3259" y="2572"/>
                  </a:lnTo>
                  <a:lnTo>
                    <a:pt x="3718" y="3794"/>
                  </a:lnTo>
                  <a:lnTo>
                    <a:pt x="3896" y="5347"/>
                  </a:lnTo>
                  <a:lnTo>
                    <a:pt x="3819" y="6315"/>
                  </a:lnTo>
                  <a:lnTo>
                    <a:pt x="4099" y="6365"/>
                  </a:lnTo>
                  <a:lnTo>
                    <a:pt x="4150" y="6213"/>
                  </a:lnTo>
                  <a:lnTo>
                    <a:pt x="4227" y="5118"/>
                  </a:lnTo>
                  <a:lnTo>
                    <a:pt x="4176" y="4125"/>
                  </a:lnTo>
                  <a:lnTo>
                    <a:pt x="3896" y="3005"/>
                  </a:lnTo>
                  <a:lnTo>
                    <a:pt x="3336" y="1936"/>
                  </a:lnTo>
                  <a:lnTo>
                    <a:pt x="2394" y="968"/>
                  </a:lnTo>
                  <a:lnTo>
                    <a:pt x="1375" y="383"/>
                  </a:lnTo>
                  <a:lnTo>
                    <a:pt x="535" y="103"/>
                  </a:lnTo>
                  <a:lnTo>
                    <a:pt x="77" y="1"/>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33"/>
            <p:cNvSpPr/>
            <p:nvPr/>
          </p:nvSpPr>
          <p:spPr>
            <a:xfrm>
              <a:off x="1343025" y="1403775"/>
              <a:ext cx="183975" cy="84675"/>
            </a:xfrm>
            <a:custGeom>
              <a:rect b="b" l="l" r="r" t="t"/>
              <a:pathLst>
                <a:path extrusionOk="0" h="3387" w="7359">
                  <a:moveTo>
                    <a:pt x="408" y="1"/>
                  </a:moveTo>
                  <a:lnTo>
                    <a:pt x="1" y="1783"/>
                  </a:lnTo>
                  <a:lnTo>
                    <a:pt x="6951" y="3387"/>
                  </a:lnTo>
                  <a:lnTo>
                    <a:pt x="7358" y="1605"/>
                  </a:lnTo>
                  <a:lnTo>
                    <a:pt x="408" y="1"/>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3"/>
            <p:cNvSpPr/>
            <p:nvPr/>
          </p:nvSpPr>
          <p:spPr>
            <a:xfrm>
              <a:off x="1303575" y="1425425"/>
              <a:ext cx="237425" cy="100575"/>
            </a:xfrm>
            <a:custGeom>
              <a:rect b="b" l="l" r="r" t="t"/>
              <a:pathLst>
                <a:path extrusionOk="0" h="4023" w="9497">
                  <a:moveTo>
                    <a:pt x="433" y="0"/>
                  </a:moveTo>
                  <a:lnTo>
                    <a:pt x="0" y="1935"/>
                  </a:lnTo>
                  <a:lnTo>
                    <a:pt x="9063" y="4023"/>
                  </a:lnTo>
                  <a:lnTo>
                    <a:pt x="9496" y="2113"/>
                  </a:lnTo>
                  <a:lnTo>
                    <a:pt x="433" y="0"/>
                  </a:lnTo>
                  <a:close/>
                </a:path>
              </a:pathLst>
            </a:custGeom>
            <a:solidFill>
              <a:srgbClr val="52C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3"/>
            <p:cNvSpPr/>
            <p:nvPr/>
          </p:nvSpPr>
          <p:spPr>
            <a:xfrm>
              <a:off x="1281300" y="1463600"/>
              <a:ext cx="251425" cy="105675"/>
            </a:xfrm>
            <a:custGeom>
              <a:rect b="b" l="l" r="r" t="t"/>
              <a:pathLst>
                <a:path extrusionOk="0" h="4227" w="10057">
                  <a:moveTo>
                    <a:pt x="967" y="1"/>
                  </a:moveTo>
                  <a:lnTo>
                    <a:pt x="0" y="4227"/>
                  </a:lnTo>
                  <a:lnTo>
                    <a:pt x="9547" y="4227"/>
                  </a:lnTo>
                  <a:lnTo>
                    <a:pt x="10056" y="2088"/>
                  </a:lnTo>
                  <a:lnTo>
                    <a:pt x="967" y="1"/>
                  </a:lnTo>
                  <a:close/>
                </a:path>
              </a:pathLst>
            </a:custGeom>
            <a:solidFill>
              <a:srgbClr val="419C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34"/>
          <p:cNvSpPr txBox="1"/>
          <p:nvPr>
            <p:ph type="title"/>
          </p:nvPr>
        </p:nvSpPr>
        <p:spPr>
          <a:xfrm>
            <a:off x="653625" y="739375"/>
            <a:ext cx="7326300" cy="74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Phase 3: Implementation &amp; Monitoring </a:t>
            </a:r>
            <a:endParaRPr b="0">
              <a:solidFill>
                <a:srgbClr val="F58617"/>
              </a:solidFill>
            </a:endParaRPr>
          </a:p>
        </p:txBody>
      </p:sp>
      <p:sp>
        <p:nvSpPr>
          <p:cNvPr id="404" name="Google Shape;404;p34"/>
          <p:cNvSpPr txBox="1"/>
          <p:nvPr>
            <p:ph idx="1" type="body"/>
          </p:nvPr>
        </p:nvSpPr>
        <p:spPr>
          <a:xfrm>
            <a:off x="653625" y="1526915"/>
            <a:ext cx="5969100" cy="3237000"/>
          </a:xfrm>
          <a:prstGeom prst="rect">
            <a:avLst/>
          </a:prstGeom>
        </p:spPr>
        <p:txBody>
          <a:bodyPr anchorCtr="0" anchor="t" bIns="91425" lIns="91425" spcFirstLastPara="1" rIns="91425" wrap="square" tIns="91425">
            <a:noAutofit/>
          </a:bodyPr>
          <a:lstStyle/>
          <a:p>
            <a:pPr indent="-381000" lvl="0" marL="457200" rtl="0" algn="l">
              <a:spcBef>
                <a:spcPts val="600"/>
              </a:spcBef>
              <a:spcAft>
                <a:spcPts val="0"/>
              </a:spcAft>
              <a:buClr>
                <a:srgbClr val="474F67"/>
              </a:buClr>
              <a:buSzPts val="2400"/>
              <a:buChar char="●"/>
            </a:pPr>
            <a:r>
              <a:rPr lang="en">
                <a:solidFill>
                  <a:srgbClr val="474F67"/>
                </a:solidFill>
              </a:rPr>
              <a:t>Launch support programs </a:t>
            </a:r>
            <a:endParaRPr>
              <a:solidFill>
                <a:srgbClr val="474F67"/>
              </a:solidFill>
            </a:endParaRPr>
          </a:p>
          <a:p>
            <a:pPr indent="-381000" lvl="0" marL="457200" rtl="0" algn="l">
              <a:spcBef>
                <a:spcPts val="0"/>
              </a:spcBef>
              <a:spcAft>
                <a:spcPts val="0"/>
              </a:spcAft>
              <a:buClr>
                <a:srgbClr val="474F67"/>
              </a:buClr>
              <a:buSzPts val="2400"/>
              <a:buChar char="●"/>
            </a:pPr>
            <a:r>
              <a:rPr lang="en">
                <a:solidFill>
                  <a:srgbClr val="474F67"/>
                </a:solidFill>
              </a:rPr>
              <a:t>Monitor student outcomes and family </a:t>
            </a:r>
            <a:r>
              <a:rPr lang="en">
                <a:solidFill>
                  <a:srgbClr val="474F67"/>
                </a:solidFill>
              </a:rPr>
              <a:t>engagement</a:t>
            </a:r>
            <a:r>
              <a:rPr lang="en">
                <a:solidFill>
                  <a:srgbClr val="474F67"/>
                </a:solidFill>
              </a:rPr>
              <a:t> </a:t>
            </a:r>
            <a:endParaRPr>
              <a:solidFill>
                <a:srgbClr val="474F67"/>
              </a:solidFill>
            </a:endParaRPr>
          </a:p>
          <a:p>
            <a:pPr indent="-381000" lvl="0" marL="457200" rtl="0" algn="l">
              <a:spcBef>
                <a:spcPts val="0"/>
              </a:spcBef>
              <a:spcAft>
                <a:spcPts val="0"/>
              </a:spcAft>
              <a:buClr>
                <a:srgbClr val="474F67"/>
              </a:buClr>
              <a:buSzPts val="2400"/>
              <a:buChar char="●"/>
            </a:pPr>
            <a:r>
              <a:rPr lang="en">
                <a:solidFill>
                  <a:srgbClr val="474F67"/>
                </a:solidFill>
              </a:rPr>
              <a:t>Adjust programs based on student outcomes and feedback </a:t>
            </a:r>
            <a:endParaRPr>
              <a:solidFill>
                <a:srgbClr val="474F67"/>
              </a:solidFill>
            </a:endParaRPr>
          </a:p>
          <a:p>
            <a:pPr indent="-381000" lvl="0" marL="457200" rtl="0" algn="l">
              <a:spcBef>
                <a:spcPts val="0"/>
              </a:spcBef>
              <a:spcAft>
                <a:spcPts val="0"/>
              </a:spcAft>
              <a:buClr>
                <a:srgbClr val="474F67"/>
              </a:buClr>
              <a:buSzPts val="2400"/>
              <a:buChar char="●"/>
            </a:pPr>
            <a:r>
              <a:rPr lang="en">
                <a:solidFill>
                  <a:srgbClr val="474F67"/>
                </a:solidFill>
              </a:rPr>
              <a:t>Celebrate successes and address challenges </a:t>
            </a:r>
            <a:endParaRPr>
              <a:solidFill>
                <a:srgbClr val="474F67"/>
              </a:solidFill>
            </a:endParaRPr>
          </a:p>
        </p:txBody>
      </p:sp>
      <p:grpSp>
        <p:nvGrpSpPr>
          <p:cNvPr id="405" name="Google Shape;405;p34"/>
          <p:cNvGrpSpPr/>
          <p:nvPr/>
        </p:nvGrpSpPr>
        <p:grpSpPr>
          <a:xfrm flipH="1">
            <a:off x="7757426" y="3488513"/>
            <a:ext cx="1386469" cy="1654976"/>
            <a:chOff x="4163225" y="1879850"/>
            <a:chExt cx="1399625" cy="1174325"/>
          </a:xfrm>
        </p:grpSpPr>
        <p:sp>
          <p:nvSpPr>
            <p:cNvPr id="406" name="Google Shape;406;p34"/>
            <p:cNvSpPr/>
            <p:nvPr/>
          </p:nvSpPr>
          <p:spPr>
            <a:xfrm>
              <a:off x="4288625" y="2352125"/>
              <a:ext cx="68125" cy="190950"/>
            </a:xfrm>
            <a:custGeom>
              <a:rect b="b" l="l" r="r" t="t"/>
              <a:pathLst>
                <a:path extrusionOk="0" h="7638" w="2725">
                  <a:moveTo>
                    <a:pt x="2724" y="0"/>
                  </a:moveTo>
                  <a:lnTo>
                    <a:pt x="2164" y="26"/>
                  </a:lnTo>
                  <a:lnTo>
                    <a:pt x="1171" y="433"/>
                  </a:lnTo>
                  <a:lnTo>
                    <a:pt x="433" y="1197"/>
                  </a:lnTo>
                  <a:lnTo>
                    <a:pt x="26" y="2164"/>
                  </a:lnTo>
                  <a:lnTo>
                    <a:pt x="0" y="2724"/>
                  </a:lnTo>
                  <a:lnTo>
                    <a:pt x="0" y="4914"/>
                  </a:lnTo>
                  <a:lnTo>
                    <a:pt x="26" y="5448"/>
                  </a:lnTo>
                  <a:lnTo>
                    <a:pt x="433" y="6441"/>
                  </a:lnTo>
                  <a:lnTo>
                    <a:pt x="1171" y="7180"/>
                  </a:lnTo>
                  <a:lnTo>
                    <a:pt x="2164" y="7587"/>
                  </a:lnTo>
                  <a:lnTo>
                    <a:pt x="2724" y="7638"/>
                  </a:lnTo>
                  <a:lnTo>
                    <a:pt x="2724"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4"/>
            <p:cNvSpPr/>
            <p:nvPr/>
          </p:nvSpPr>
          <p:spPr>
            <a:xfrm>
              <a:off x="5011650" y="2352125"/>
              <a:ext cx="68125" cy="190950"/>
            </a:xfrm>
            <a:custGeom>
              <a:rect b="b" l="l" r="r" t="t"/>
              <a:pathLst>
                <a:path extrusionOk="0" h="7638" w="2725">
                  <a:moveTo>
                    <a:pt x="0" y="0"/>
                  </a:moveTo>
                  <a:lnTo>
                    <a:pt x="0" y="7638"/>
                  </a:lnTo>
                  <a:lnTo>
                    <a:pt x="560" y="7587"/>
                  </a:lnTo>
                  <a:lnTo>
                    <a:pt x="1553" y="7180"/>
                  </a:lnTo>
                  <a:lnTo>
                    <a:pt x="2292" y="6441"/>
                  </a:lnTo>
                  <a:lnTo>
                    <a:pt x="2699" y="5448"/>
                  </a:lnTo>
                  <a:lnTo>
                    <a:pt x="2724" y="4914"/>
                  </a:lnTo>
                  <a:lnTo>
                    <a:pt x="2724" y="2724"/>
                  </a:lnTo>
                  <a:lnTo>
                    <a:pt x="2699" y="2164"/>
                  </a:lnTo>
                  <a:lnTo>
                    <a:pt x="2292" y="1197"/>
                  </a:lnTo>
                  <a:lnTo>
                    <a:pt x="1553" y="433"/>
                  </a:lnTo>
                  <a:lnTo>
                    <a:pt x="560" y="26"/>
                  </a:lnTo>
                  <a:lnTo>
                    <a:pt x="0"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4"/>
            <p:cNvSpPr/>
            <p:nvPr/>
          </p:nvSpPr>
          <p:spPr>
            <a:xfrm>
              <a:off x="4579475" y="2740375"/>
              <a:ext cx="210075" cy="263525"/>
            </a:xfrm>
            <a:custGeom>
              <a:rect b="b" l="l" r="r" t="t"/>
              <a:pathLst>
                <a:path extrusionOk="0" h="10541" w="8403">
                  <a:moveTo>
                    <a:pt x="1" y="0"/>
                  </a:moveTo>
                  <a:lnTo>
                    <a:pt x="1" y="10540"/>
                  </a:lnTo>
                  <a:lnTo>
                    <a:pt x="8402" y="10540"/>
                  </a:lnTo>
                  <a:lnTo>
                    <a:pt x="8402"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4"/>
            <p:cNvSpPr/>
            <p:nvPr/>
          </p:nvSpPr>
          <p:spPr>
            <a:xfrm>
              <a:off x="4333800" y="1924400"/>
              <a:ext cx="700775" cy="875825"/>
            </a:xfrm>
            <a:custGeom>
              <a:rect b="b" l="l" r="r" t="t"/>
              <a:pathLst>
                <a:path extrusionOk="0" h="35033" w="28031">
                  <a:moveTo>
                    <a:pt x="14028" y="1"/>
                  </a:moveTo>
                  <a:lnTo>
                    <a:pt x="13290" y="26"/>
                  </a:lnTo>
                  <a:lnTo>
                    <a:pt x="11890" y="179"/>
                  </a:lnTo>
                  <a:lnTo>
                    <a:pt x="10515" y="459"/>
                  </a:lnTo>
                  <a:lnTo>
                    <a:pt x="9191" y="867"/>
                  </a:lnTo>
                  <a:lnTo>
                    <a:pt x="7944" y="1401"/>
                  </a:lnTo>
                  <a:lnTo>
                    <a:pt x="6747" y="2038"/>
                  </a:lnTo>
                  <a:lnTo>
                    <a:pt x="5627" y="2801"/>
                  </a:lnTo>
                  <a:lnTo>
                    <a:pt x="4583" y="3642"/>
                  </a:lnTo>
                  <a:lnTo>
                    <a:pt x="3641" y="4609"/>
                  </a:lnTo>
                  <a:lnTo>
                    <a:pt x="2776" y="5653"/>
                  </a:lnTo>
                  <a:lnTo>
                    <a:pt x="2012" y="6773"/>
                  </a:lnTo>
                  <a:lnTo>
                    <a:pt x="1375" y="7944"/>
                  </a:lnTo>
                  <a:lnTo>
                    <a:pt x="841" y="9217"/>
                  </a:lnTo>
                  <a:lnTo>
                    <a:pt x="433" y="10541"/>
                  </a:lnTo>
                  <a:lnTo>
                    <a:pt x="153" y="11890"/>
                  </a:lnTo>
                  <a:lnTo>
                    <a:pt x="1" y="13316"/>
                  </a:lnTo>
                  <a:lnTo>
                    <a:pt x="1" y="14029"/>
                  </a:lnTo>
                  <a:lnTo>
                    <a:pt x="1" y="21004"/>
                  </a:lnTo>
                  <a:lnTo>
                    <a:pt x="1" y="21743"/>
                  </a:lnTo>
                  <a:lnTo>
                    <a:pt x="153" y="23143"/>
                  </a:lnTo>
                  <a:lnTo>
                    <a:pt x="433" y="24518"/>
                  </a:lnTo>
                  <a:lnTo>
                    <a:pt x="841" y="25842"/>
                  </a:lnTo>
                  <a:lnTo>
                    <a:pt x="1375" y="27089"/>
                  </a:lnTo>
                  <a:lnTo>
                    <a:pt x="2012" y="28286"/>
                  </a:lnTo>
                  <a:lnTo>
                    <a:pt x="2776" y="29406"/>
                  </a:lnTo>
                  <a:lnTo>
                    <a:pt x="3641" y="30450"/>
                  </a:lnTo>
                  <a:lnTo>
                    <a:pt x="4583" y="31392"/>
                  </a:lnTo>
                  <a:lnTo>
                    <a:pt x="5627" y="32257"/>
                  </a:lnTo>
                  <a:lnTo>
                    <a:pt x="6747" y="33021"/>
                  </a:lnTo>
                  <a:lnTo>
                    <a:pt x="7944" y="33657"/>
                  </a:lnTo>
                  <a:lnTo>
                    <a:pt x="9191" y="34192"/>
                  </a:lnTo>
                  <a:lnTo>
                    <a:pt x="10515" y="34599"/>
                  </a:lnTo>
                  <a:lnTo>
                    <a:pt x="11890" y="34879"/>
                  </a:lnTo>
                  <a:lnTo>
                    <a:pt x="13290" y="35032"/>
                  </a:lnTo>
                  <a:lnTo>
                    <a:pt x="14741" y="35032"/>
                  </a:lnTo>
                  <a:lnTo>
                    <a:pt x="16167" y="34879"/>
                  </a:lnTo>
                  <a:lnTo>
                    <a:pt x="17516" y="34599"/>
                  </a:lnTo>
                  <a:lnTo>
                    <a:pt x="18840" y="34192"/>
                  </a:lnTo>
                  <a:lnTo>
                    <a:pt x="20088" y="33657"/>
                  </a:lnTo>
                  <a:lnTo>
                    <a:pt x="21284" y="33021"/>
                  </a:lnTo>
                  <a:lnTo>
                    <a:pt x="22404" y="32257"/>
                  </a:lnTo>
                  <a:lnTo>
                    <a:pt x="23448" y="31392"/>
                  </a:lnTo>
                  <a:lnTo>
                    <a:pt x="24390" y="30450"/>
                  </a:lnTo>
                  <a:lnTo>
                    <a:pt x="25256" y="29406"/>
                  </a:lnTo>
                  <a:lnTo>
                    <a:pt x="26020" y="28286"/>
                  </a:lnTo>
                  <a:lnTo>
                    <a:pt x="26656" y="27089"/>
                  </a:lnTo>
                  <a:lnTo>
                    <a:pt x="27191" y="25842"/>
                  </a:lnTo>
                  <a:lnTo>
                    <a:pt x="27598" y="24518"/>
                  </a:lnTo>
                  <a:lnTo>
                    <a:pt x="27878" y="23143"/>
                  </a:lnTo>
                  <a:lnTo>
                    <a:pt x="28031" y="21743"/>
                  </a:lnTo>
                  <a:lnTo>
                    <a:pt x="28031" y="21004"/>
                  </a:lnTo>
                  <a:lnTo>
                    <a:pt x="28031" y="14029"/>
                  </a:lnTo>
                  <a:lnTo>
                    <a:pt x="28031" y="13316"/>
                  </a:lnTo>
                  <a:lnTo>
                    <a:pt x="27878" y="11890"/>
                  </a:lnTo>
                  <a:lnTo>
                    <a:pt x="27598" y="10541"/>
                  </a:lnTo>
                  <a:lnTo>
                    <a:pt x="27191" y="9217"/>
                  </a:lnTo>
                  <a:lnTo>
                    <a:pt x="26656" y="7944"/>
                  </a:lnTo>
                  <a:lnTo>
                    <a:pt x="26020" y="6773"/>
                  </a:lnTo>
                  <a:lnTo>
                    <a:pt x="25256" y="5653"/>
                  </a:lnTo>
                  <a:lnTo>
                    <a:pt x="24390" y="4609"/>
                  </a:lnTo>
                  <a:lnTo>
                    <a:pt x="23448" y="3642"/>
                  </a:lnTo>
                  <a:lnTo>
                    <a:pt x="22404" y="2801"/>
                  </a:lnTo>
                  <a:lnTo>
                    <a:pt x="21284" y="2038"/>
                  </a:lnTo>
                  <a:lnTo>
                    <a:pt x="20088" y="1401"/>
                  </a:lnTo>
                  <a:lnTo>
                    <a:pt x="18840" y="867"/>
                  </a:lnTo>
                  <a:lnTo>
                    <a:pt x="17516" y="459"/>
                  </a:lnTo>
                  <a:lnTo>
                    <a:pt x="16167" y="179"/>
                  </a:lnTo>
                  <a:lnTo>
                    <a:pt x="14741" y="26"/>
                  </a:lnTo>
                  <a:lnTo>
                    <a:pt x="14028" y="1"/>
                  </a:lnTo>
                  <a:close/>
                </a:path>
              </a:pathLst>
            </a:custGeom>
            <a:solidFill>
              <a:srgbClr val="F2D1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34"/>
            <p:cNvSpPr/>
            <p:nvPr/>
          </p:nvSpPr>
          <p:spPr>
            <a:xfrm>
              <a:off x="4163225" y="2844100"/>
              <a:ext cx="1041925" cy="210075"/>
            </a:xfrm>
            <a:custGeom>
              <a:rect b="b" l="l" r="r" t="t"/>
              <a:pathLst>
                <a:path extrusionOk="0" h="8403" w="41677">
                  <a:moveTo>
                    <a:pt x="16625" y="1"/>
                  </a:moveTo>
                  <a:lnTo>
                    <a:pt x="12297" y="154"/>
                  </a:lnTo>
                  <a:lnTo>
                    <a:pt x="11177" y="179"/>
                  </a:lnTo>
                  <a:lnTo>
                    <a:pt x="9115" y="485"/>
                  </a:lnTo>
                  <a:lnTo>
                    <a:pt x="7307" y="1070"/>
                  </a:lnTo>
                  <a:lnTo>
                    <a:pt x="5678" y="1910"/>
                  </a:lnTo>
                  <a:lnTo>
                    <a:pt x="4227" y="3005"/>
                  </a:lnTo>
                  <a:lnTo>
                    <a:pt x="2903" y="4303"/>
                  </a:lnTo>
                  <a:lnTo>
                    <a:pt x="1681" y="5805"/>
                  </a:lnTo>
                  <a:lnTo>
                    <a:pt x="535" y="7486"/>
                  </a:lnTo>
                  <a:lnTo>
                    <a:pt x="1" y="8402"/>
                  </a:lnTo>
                  <a:lnTo>
                    <a:pt x="41677" y="8402"/>
                  </a:lnTo>
                  <a:lnTo>
                    <a:pt x="41142" y="7486"/>
                  </a:lnTo>
                  <a:lnTo>
                    <a:pt x="39996" y="5805"/>
                  </a:lnTo>
                  <a:lnTo>
                    <a:pt x="38774" y="4303"/>
                  </a:lnTo>
                  <a:lnTo>
                    <a:pt x="37451" y="3005"/>
                  </a:lnTo>
                  <a:lnTo>
                    <a:pt x="35999" y="1910"/>
                  </a:lnTo>
                  <a:lnTo>
                    <a:pt x="34370" y="1070"/>
                  </a:lnTo>
                  <a:lnTo>
                    <a:pt x="32563" y="485"/>
                  </a:lnTo>
                  <a:lnTo>
                    <a:pt x="30500" y="179"/>
                  </a:lnTo>
                  <a:lnTo>
                    <a:pt x="29380" y="154"/>
                  </a:lnTo>
                  <a:lnTo>
                    <a:pt x="25052" y="1"/>
                  </a:lnTo>
                  <a:lnTo>
                    <a:pt x="25027" y="434"/>
                  </a:lnTo>
                  <a:lnTo>
                    <a:pt x="24874" y="1248"/>
                  </a:lnTo>
                  <a:lnTo>
                    <a:pt x="24543" y="2012"/>
                  </a:lnTo>
                  <a:lnTo>
                    <a:pt x="24085" y="2674"/>
                  </a:lnTo>
                  <a:lnTo>
                    <a:pt x="23525" y="3260"/>
                  </a:lnTo>
                  <a:lnTo>
                    <a:pt x="22863" y="3718"/>
                  </a:lnTo>
                  <a:lnTo>
                    <a:pt x="22099" y="4023"/>
                  </a:lnTo>
                  <a:lnTo>
                    <a:pt x="21284" y="4202"/>
                  </a:lnTo>
                  <a:lnTo>
                    <a:pt x="20419" y="4202"/>
                  </a:lnTo>
                  <a:lnTo>
                    <a:pt x="19579" y="4023"/>
                  </a:lnTo>
                  <a:lnTo>
                    <a:pt x="18840" y="3718"/>
                  </a:lnTo>
                  <a:lnTo>
                    <a:pt x="18153" y="3260"/>
                  </a:lnTo>
                  <a:lnTo>
                    <a:pt x="17593" y="2674"/>
                  </a:lnTo>
                  <a:lnTo>
                    <a:pt x="17134" y="2012"/>
                  </a:lnTo>
                  <a:lnTo>
                    <a:pt x="16803" y="1248"/>
                  </a:lnTo>
                  <a:lnTo>
                    <a:pt x="16651" y="434"/>
                  </a:lnTo>
                  <a:lnTo>
                    <a:pt x="16625" y="1"/>
                  </a:lnTo>
                  <a:close/>
                </a:path>
              </a:pathLst>
            </a:custGeom>
            <a:solidFill>
              <a:srgbClr val="7DC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34"/>
            <p:cNvSpPr/>
            <p:nvPr/>
          </p:nvSpPr>
          <p:spPr>
            <a:xfrm>
              <a:off x="4540025" y="2844100"/>
              <a:ext cx="288350" cy="149600"/>
            </a:xfrm>
            <a:custGeom>
              <a:rect b="b" l="l" r="r" t="t"/>
              <a:pathLst>
                <a:path extrusionOk="0" h="5984" w="11534">
                  <a:moveTo>
                    <a:pt x="1553" y="1"/>
                  </a:moveTo>
                  <a:lnTo>
                    <a:pt x="0" y="52"/>
                  </a:lnTo>
                  <a:lnTo>
                    <a:pt x="0" y="128"/>
                  </a:lnTo>
                  <a:lnTo>
                    <a:pt x="0" y="205"/>
                  </a:lnTo>
                  <a:lnTo>
                    <a:pt x="0" y="790"/>
                  </a:lnTo>
                  <a:lnTo>
                    <a:pt x="255" y="1910"/>
                  </a:lnTo>
                  <a:lnTo>
                    <a:pt x="688" y="2954"/>
                  </a:lnTo>
                  <a:lnTo>
                    <a:pt x="1299" y="3871"/>
                  </a:lnTo>
                  <a:lnTo>
                    <a:pt x="2088" y="4660"/>
                  </a:lnTo>
                  <a:lnTo>
                    <a:pt x="3004" y="5296"/>
                  </a:lnTo>
                  <a:lnTo>
                    <a:pt x="4048" y="5729"/>
                  </a:lnTo>
                  <a:lnTo>
                    <a:pt x="5168" y="5958"/>
                  </a:lnTo>
                  <a:lnTo>
                    <a:pt x="5779" y="5984"/>
                  </a:lnTo>
                  <a:lnTo>
                    <a:pt x="6365" y="5958"/>
                  </a:lnTo>
                  <a:lnTo>
                    <a:pt x="7485" y="5729"/>
                  </a:lnTo>
                  <a:lnTo>
                    <a:pt x="8529" y="5296"/>
                  </a:lnTo>
                  <a:lnTo>
                    <a:pt x="9446" y="4660"/>
                  </a:lnTo>
                  <a:lnTo>
                    <a:pt x="10235" y="3871"/>
                  </a:lnTo>
                  <a:lnTo>
                    <a:pt x="10846" y="2954"/>
                  </a:lnTo>
                  <a:lnTo>
                    <a:pt x="11304" y="1910"/>
                  </a:lnTo>
                  <a:lnTo>
                    <a:pt x="11533" y="790"/>
                  </a:lnTo>
                  <a:lnTo>
                    <a:pt x="11533" y="205"/>
                  </a:lnTo>
                  <a:lnTo>
                    <a:pt x="11533" y="128"/>
                  </a:lnTo>
                  <a:lnTo>
                    <a:pt x="11533" y="52"/>
                  </a:lnTo>
                  <a:lnTo>
                    <a:pt x="9980" y="1"/>
                  </a:lnTo>
                  <a:lnTo>
                    <a:pt x="9955" y="434"/>
                  </a:lnTo>
                  <a:lnTo>
                    <a:pt x="9802" y="1248"/>
                  </a:lnTo>
                  <a:lnTo>
                    <a:pt x="9471" y="2012"/>
                  </a:lnTo>
                  <a:lnTo>
                    <a:pt x="9013" y="2674"/>
                  </a:lnTo>
                  <a:lnTo>
                    <a:pt x="8453" y="3260"/>
                  </a:lnTo>
                  <a:lnTo>
                    <a:pt x="7791" y="3718"/>
                  </a:lnTo>
                  <a:lnTo>
                    <a:pt x="7027" y="4023"/>
                  </a:lnTo>
                  <a:lnTo>
                    <a:pt x="6212" y="4202"/>
                  </a:lnTo>
                  <a:lnTo>
                    <a:pt x="5347" y="4202"/>
                  </a:lnTo>
                  <a:lnTo>
                    <a:pt x="4507" y="4023"/>
                  </a:lnTo>
                  <a:lnTo>
                    <a:pt x="3768" y="3718"/>
                  </a:lnTo>
                  <a:lnTo>
                    <a:pt x="3081" y="3260"/>
                  </a:lnTo>
                  <a:lnTo>
                    <a:pt x="2521" y="2674"/>
                  </a:lnTo>
                  <a:lnTo>
                    <a:pt x="2062" y="2012"/>
                  </a:lnTo>
                  <a:lnTo>
                    <a:pt x="1731" y="1248"/>
                  </a:lnTo>
                  <a:lnTo>
                    <a:pt x="1579" y="434"/>
                  </a:lnTo>
                  <a:lnTo>
                    <a:pt x="1553" y="1"/>
                  </a:lnTo>
                  <a:close/>
                </a:path>
              </a:pathLst>
            </a:custGeom>
            <a:solidFill>
              <a:srgbClr val="CFE6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34"/>
            <p:cNvSpPr/>
            <p:nvPr/>
          </p:nvSpPr>
          <p:spPr>
            <a:xfrm>
              <a:off x="4632300" y="2459675"/>
              <a:ext cx="99950" cy="119700"/>
            </a:xfrm>
            <a:custGeom>
              <a:rect b="b" l="l" r="r" t="t"/>
              <a:pathLst>
                <a:path extrusionOk="0" h="4788" w="3998">
                  <a:moveTo>
                    <a:pt x="1885" y="1"/>
                  </a:moveTo>
                  <a:lnTo>
                    <a:pt x="1656" y="306"/>
                  </a:lnTo>
                  <a:lnTo>
                    <a:pt x="1579" y="586"/>
                  </a:lnTo>
                  <a:lnTo>
                    <a:pt x="26" y="4252"/>
                  </a:lnTo>
                  <a:lnTo>
                    <a:pt x="1" y="4303"/>
                  </a:lnTo>
                  <a:lnTo>
                    <a:pt x="1" y="4354"/>
                  </a:lnTo>
                  <a:lnTo>
                    <a:pt x="485" y="4558"/>
                  </a:lnTo>
                  <a:lnTo>
                    <a:pt x="1503" y="4787"/>
                  </a:lnTo>
                  <a:lnTo>
                    <a:pt x="2521" y="4787"/>
                  </a:lnTo>
                  <a:lnTo>
                    <a:pt x="3514" y="4558"/>
                  </a:lnTo>
                  <a:lnTo>
                    <a:pt x="3998" y="4354"/>
                  </a:lnTo>
                  <a:lnTo>
                    <a:pt x="3998" y="4303"/>
                  </a:lnTo>
                  <a:lnTo>
                    <a:pt x="3998" y="4252"/>
                  </a:lnTo>
                  <a:lnTo>
                    <a:pt x="2445" y="586"/>
                  </a:lnTo>
                  <a:lnTo>
                    <a:pt x="2343" y="306"/>
                  </a:lnTo>
                  <a:lnTo>
                    <a:pt x="2114" y="1"/>
                  </a:lnTo>
                  <a:close/>
                </a:path>
              </a:pathLst>
            </a:custGeom>
            <a:solidFill>
              <a:srgbClr val="FEEB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34"/>
            <p:cNvSpPr/>
            <p:nvPr/>
          </p:nvSpPr>
          <p:spPr>
            <a:xfrm>
              <a:off x="4632300" y="2568525"/>
              <a:ext cx="99950" cy="38200"/>
            </a:xfrm>
            <a:custGeom>
              <a:rect b="b" l="l" r="r" t="t"/>
              <a:pathLst>
                <a:path extrusionOk="0" h="1528" w="3998">
                  <a:moveTo>
                    <a:pt x="1" y="0"/>
                  </a:moveTo>
                  <a:lnTo>
                    <a:pt x="1" y="306"/>
                  </a:lnTo>
                  <a:lnTo>
                    <a:pt x="357" y="840"/>
                  </a:lnTo>
                  <a:lnTo>
                    <a:pt x="917" y="1273"/>
                  </a:lnTo>
                  <a:lnTo>
                    <a:pt x="1579" y="1502"/>
                  </a:lnTo>
                  <a:lnTo>
                    <a:pt x="1834" y="1528"/>
                  </a:lnTo>
                  <a:lnTo>
                    <a:pt x="2165" y="1528"/>
                  </a:lnTo>
                  <a:lnTo>
                    <a:pt x="2445" y="1502"/>
                  </a:lnTo>
                  <a:lnTo>
                    <a:pt x="3081" y="1273"/>
                  </a:lnTo>
                  <a:lnTo>
                    <a:pt x="3667" y="840"/>
                  </a:lnTo>
                  <a:lnTo>
                    <a:pt x="3998" y="306"/>
                  </a:lnTo>
                  <a:lnTo>
                    <a:pt x="3998" y="0"/>
                  </a:lnTo>
                  <a:lnTo>
                    <a:pt x="3514" y="204"/>
                  </a:lnTo>
                  <a:lnTo>
                    <a:pt x="2521" y="433"/>
                  </a:lnTo>
                  <a:lnTo>
                    <a:pt x="1503" y="433"/>
                  </a:lnTo>
                  <a:lnTo>
                    <a:pt x="485" y="204"/>
                  </a:lnTo>
                  <a:lnTo>
                    <a:pt x="1"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4"/>
            <p:cNvSpPr/>
            <p:nvPr/>
          </p:nvSpPr>
          <p:spPr>
            <a:xfrm>
              <a:off x="4799700" y="2429125"/>
              <a:ext cx="129875" cy="66850"/>
            </a:xfrm>
            <a:custGeom>
              <a:rect b="b" l="l" r="r" t="t"/>
              <a:pathLst>
                <a:path extrusionOk="0" h="2674" w="5195">
                  <a:moveTo>
                    <a:pt x="2826" y="1"/>
                  </a:moveTo>
                  <a:lnTo>
                    <a:pt x="2292" y="103"/>
                  </a:lnTo>
                  <a:lnTo>
                    <a:pt x="1757" y="281"/>
                  </a:lnTo>
                  <a:lnTo>
                    <a:pt x="917" y="866"/>
                  </a:lnTo>
                  <a:lnTo>
                    <a:pt x="102" y="1808"/>
                  </a:lnTo>
                  <a:lnTo>
                    <a:pt x="1" y="1987"/>
                  </a:lnTo>
                  <a:lnTo>
                    <a:pt x="179" y="2114"/>
                  </a:lnTo>
                  <a:lnTo>
                    <a:pt x="1350" y="2547"/>
                  </a:lnTo>
                  <a:lnTo>
                    <a:pt x="2368" y="2674"/>
                  </a:lnTo>
                  <a:lnTo>
                    <a:pt x="2903" y="2572"/>
                  </a:lnTo>
                  <a:lnTo>
                    <a:pt x="3437" y="2394"/>
                  </a:lnTo>
                  <a:lnTo>
                    <a:pt x="4278" y="1808"/>
                  </a:lnTo>
                  <a:lnTo>
                    <a:pt x="5092" y="866"/>
                  </a:lnTo>
                  <a:lnTo>
                    <a:pt x="5194" y="663"/>
                  </a:lnTo>
                  <a:lnTo>
                    <a:pt x="5016" y="561"/>
                  </a:lnTo>
                  <a:lnTo>
                    <a:pt x="3845" y="103"/>
                  </a:lnTo>
                  <a:lnTo>
                    <a:pt x="2826"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34"/>
            <p:cNvSpPr/>
            <p:nvPr/>
          </p:nvSpPr>
          <p:spPr>
            <a:xfrm>
              <a:off x="4438825" y="2429125"/>
              <a:ext cx="130500" cy="66850"/>
            </a:xfrm>
            <a:custGeom>
              <a:rect b="b" l="l" r="r" t="t"/>
              <a:pathLst>
                <a:path extrusionOk="0" h="2674" w="5220">
                  <a:moveTo>
                    <a:pt x="2368" y="1"/>
                  </a:moveTo>
                  <a:lnTo>
                    <a:pt x="1350" y="103"/>
                  </a:lnTo>
                  <a:lnTo>
                    <a:pt x="179" y="561"/>
                  </a:lnTo>
                  <a:lnTo>
                    <a:pt x="0" y="663"/>
                  </a:lnTo>
                  <a:lnTo>
                    <a:pt x="102" y="866"/>
                  </a:lnTo>
                  <a:lnTo>
                    <a:pt x="917" y="1808"/>
                  </a:lnTo>
                  <a:lnTo>
                    <a:pt x="1757" y="2394"/>
                  </a:lnTo>
                  <a:lnTo>
                    <a:pt x="2292" y="2572"/>
                  </a:lnTo>
                  <a:lnTo>
                    <a:pt x="2826" y="2674"/>
                  </a:lnTo>
                  <a:lnTo>
                    <a:pt x="3845" y="2547"/>
                  </a:lnTo>
                  <a:lnTo>
                    <a:pt x="5016" y="2114"/>
                  </a:lnTo>
                  <a:lnTo>
                    <a:pt x="5219" y="1987"/>
                  </a:lnTo>
                  <a:lnTo>
                    <a:pt x="5092" y="1808"/>
                  </a:lnTo>
                  <a:lnTo>
                    <a:pt x="4277" y="866"/>
                  </a:lnTo>
                  <a:lnTo>
                    <a:pt x="3437" y="281"/>
                  </a:lnTo>
                  <a:lnTo>
                    <a:pt x="2903" y="103"/>
                  </a:lnTo>
                  <a:lnTo>
                    <a:pt x="2368"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34"/>
            <p:cNvSpPr/>
            <p:nvPr/>
          </p:nvSpPr>
          <p:spPr>
            <a:xfrm>
              <a:off x="4471925" y="2438675"/>
              <a:ext cx="26750" cy="26750"/>
            </a:xfrm>
            <a:custGeom>
              <a:rect b="b" l="l" r="r" t="t"/>
              <a:pathLst>
                <a:path extrusionOk="0" h="1070" w="1070">
                  <a:moveTo>
                    <a:pt x="535" y="1"/>
                  </a:moveTo>
                  <a:lnTo>
                    <a:pt x="331" y="26"/>
                  </a:lnTo>
                  <a:lnTo>
                    <a:pt x="26" y="332"/>
                  </a:lnTo>
                  <a:lnTo>
                    <a:pt x="0" y="535"/>
                  </a:lnTo>
                  <a:lnTo>
                    <a:pt x="26" y="739"/>
                  </a:lnTo>
                  <a:lnTo>
                    <a:pt x="331" y="1044"/>
                  </a:lnTo>
                  <a:lnTo>
                    <a:pt x="535" y="1070"/>
                  </a:lnTo>
                  <a:lnTo>
                    <a:pt x="739" y="1044"/>
                  </a:lnTo>
                  <a:lnTo>
                    <a:pt x="1044" y="739"/>
                  </a:lnTo>
                  <a:lnTo>
                    <a:pt x="1069" y="535"/>
                  </a:lnTo>
                  <a:lnTo>
                    <a:pt x="1044" y="332"/>
                  </a:lnTo>
                  <a:lnTo>
                    <a:pt x="739" y="26"/>
                  </a:lnTo>
                  <a:lnTo>
                    <a:pt x="53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4"/>
            <p:cNvSpPr/>
            <p:nvPr/>
          </p:nvSpPr>
          <p:spPr>
            <a:xfrm>
              <a:off x="4837900" y="2445050"/>
              <a:ext cx="26750" cy="26125"/>
            </a:xfrm>
            <a:custGeom>
              <a:rect b="b" l="l" r="r" t="t"/>
              <a:pathLst>
                <a:path extrusionOk="0" h="1045" w="1070">
                  <a:moveTo>
                    <a:pt x="535" y="0"/>
                  </a:moveTo>
                  <a:lnTo>
                    <a:pt x="331" y="26"/>
                  </a:lnTo>
                  <a:lnTo>
                    <a:pt x="25" y="306"/>
                  </a:lnTo>
                  <a:lnTo>
                    <a:pt x="0" y="509"/>
                  </a:lnTo>
                  <a:lnTo>
                    <a:pt x="25" y="739"/>
                  </a:lnTo>
                  <a:lnTo>
                    <a:pt x="331" y="1019"/>
                  </a:lnTo>
                  <a:lnTo>
                    <a:pt x="535" y="1044"/>
                  </a:lnTo>
                  <a:lnTo>
                    <a:pt x="738" y="1019"/>
                  </a:lnTo>
                  <a:lnTo>
                    <a:pt x="1044" y="739"/>
                  </a:lnTo>
                  <a:lnTo>
                    <a:pt x="1069" y="509"/>
                  </a:lnTo>
                  <a:lnTo>
                    <a:pt x="1044" y="306"/>
                  </a:lnTo>
                  <a:lnTo>
                    <a:pt x="738"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34"/>
            <p:cNvSpPr/>
            <p:nvPr/>
          </p:nvSpPr>
          <p:spPr>
            <a:xfrm>
              <a:off x="4431175" y="2522700"/>
              <a:ext cx="145775" cy="68750"/>
            </a:xfrm>
            <a:custGeom>
              <a:rect b="b" l="l" r="r" t="t"/>
              <a:pathLst>
                <a:path extrusionOk="0" h="2750" w="5831">
                  <a:moveTo>
                    <a:pt x="1350" y="0"/>
                  </a:moveTo>
                  <a:lnTo>
                    <a:pt x="1096" y="26"/>
                  </a:lnTo>
                  <a:lnTo>
                    <a:pt x="586" y="229"/>
                  </a:lnTo>
                  <a:lnTo>
                    <a:pt x="230" y="586"/>
                  </a:lnTo>
                  <a:lnTo>
                    <a:pt x="1" y="1095"/>
                  </a:lnTo>
                  <a:lnTo>
                    <a:pt x="1" y="1375"/>
                  </a:lnTo>
                  <a:lnTo>
                    <a:pt x="1" y="1655"/>
                  </a:lnTo>
                  <a:lnTo>
                    <a:pt x="230" y="2139"/>
                  </a:lnTo>
                  <a:lnTo>
                    <a:pt x="586" y="2521"/>
                  </a:lnTo>
                  <a:lnTo>
                    <a:pt x="1096" y="2724"/>
                  </a:lnTo>
                  <a:lnTo>
                    <a:pt x="1350" y="2750"/>
                  </a:lnTo>
                  <a:lnTo>
                    <a:pt x="4456" y="2750"/>
                  </a:lnTo>
                  <a:lnTo>
                    <a:pt x="4736" y="2724"/>
                  </a:lnTo>
                  <a:lnTo>
                    <a:pt x="5220" y="2521"/>
                  </a:lnTo>
                  <a:lnTo>
                    <a:pt x="5602" y="2139"/>
                  </a:lnTo>
                  <a:lnTo>
                    <a:pt x="5805" y="1655"/>
                  </a:lnTo>
                  <a:lnTo>
                    <a:pt x="5831" y="1375"/>
                  </a:lnTo>
                  <a:lnTo>
                    <a:pt x="5805" y="1095"/>
                  </a:lnTo>
                  <a:lnTo>
                    <a:pt x="5602" y="586"/>
                  </a:lnTo>
                  <a:lnTo>
                    <a:pt x="5220" y="229"/>
                  </a:lnTo>
                  <a:lnTo>
                    <a:pt x="4736" y="26"/>
                  </a:lnTo>
                  <a:lnTo>
                    <a:pt x="4456" y="0"/>
                  </a:lnTo>
                  <a:close/>
                </a:path>
              </a:pathLst>
            </a:custGeom>
            <a:solidFill>
              <a:srgbClr val="F1AA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34"/>
            <p:cNvSpPr/>
            <p:nvPr/>
          </p:nvSpPr>
          <p:spPr>
            <a:xfrm>
              <a:off x="4791425" y="2522700"/>
              <a:ext cx="146425" cy="68750"/>
            </a:xfrm>
            <a:custGeom>
              <a:rect b="b" l="l" r="r" t="t"/>
              <a:pathLst>
                <a:path extrusionOk="0" h="2750" w="5857">
                  <a:moveTo>
                    <a:pt x="1375" y="0"/>
                  </a:moveTo>
                  <a:lnTo>
                    <a:pt x="1095" y="26"/>
                  </a:lnTo>
                  <a:lnTo>
                    <a:pt x="612" y="229"/>
                  </a:lnTo>
                  <a:lnTo>
                    <a:pt x="230" y="586"/>
                  </a:lnTo>
                  <a:lnTo>
                    <a:pt x="26" y="1095"/>
                  </a:lnTo>
                  <a:lnTo>
                    <a:pt x="1" y="1375"/>
                  </a:lnTo>
                  <a:lnTo>
                    <a:pt x="26" y="1655"/>
                  </a:lnTo>
                  <a:lnTo>
                    <a:pt x="230" y="2139"/>
                  </a:lnTo>
                  <a:lnTo>
                    <a:pt x="612" y="2521"/>
                  </a:lnTo>
                  <a:lnTo>
                    <a:pt x="1095" y="2724"/>
                  </a:lnTo>
                  <a:lnTo>
                    <a:pt x="1375" y="2750"/>
                  </a:lnTo>
                  <a:lnTo>
                    <a:pt x="4481" y="2750"/>
                  </a:lnTo>
                  <a:lnTo>
                    <a:pt x="4761" y="2724"/>
                  </a:lnTo>
                  <a:lnTo>
                    <a:pt x="5245" y="2521"/>
                  </a:lnTo>
                  <a:lnTo>
                    <a:pt x="5627" y="2139"/>
                  </a:lnTo>
                  <a:lnTo>
                    <a:pt x="5831" y="1655"/>
                  </a:lnTo>
                  <a:lnTo>
                    <a:pt x="5856" y="1375"/>
                  </a:lnTo>
                  <a:lnTo>
                    <a:pt x="5831" y="1095"/>
                  </a:lnTo>
                  <a:lnTo>
                    <a:pt x="5627" y="586"/>
                  </a:lnTo>
                  <a:lnTo>
                    <a:pt x="5245" y="229"/>
                  </a:lnTo>
                  <a:lnTo>
                    <a:pt x="4761" y="26"/>
                  </a:lnTo>
                  <a:lnTo>
                    <a:pt x="4481" y="0"/>
                  </a:lnTo>
                  <a:close/>
                </a:path>
              </a:pathLst>
            </a:custGeom>
            <a:solidFill>
              <a:srgbClr val="F1AA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34"/>
            <p:cNvSpPr/>
            <p:nvPr/>
          </p:nvSpPr>
          <p:spPr>
            <a:xfrm>
              <a:off x="4448375" y="2341925"/>
              <a:ext cx="110775" cy="22300"/>
            </a:xfrm>
            <a:custGeom>
              <a:rect b="b" l="l" r="r" t="t"/>
              <a:pathLst>
                <a:path extrusionOk="0" fill="none" h="892" w="4431">
                  <a:moveTo>
                    <a:pt x="4430" y="892"/>
                  </a:moveTo>
                  <a:lnTo>
                    <a:pt x="4201" y="663"/>
                  </a:lnTo>
                  <a:lnTo>
                    <a:pt x="3666" y="332"/>
                  </a:lnTo>
                  <a:lnTo>
                    <a:pt x="2826" y="1"/>
                  </a:lnTo>
                  <a:lnTo>
                    <a:pt x="1630" y="1"/>
                  </a:lnTo>
                  <a:lnTo>
                    <a:pt x="764" y="332"/>
                  </a:lnTo>
                  <a:lnTo>
                    <a:pt x="255" y="663"/>
                  </a:lnTo>
                  <a:lnTo>
                    <a:pt x="0" y="892"/>
                  </a:lnTo>
                </a:path>
              </a:pathLst>
            </a:custGeom>
            <a:noFill/>
            <a:ln cap="rnd" cmpd="sng" w="19050">
              <a:solidFill>
                <a:srgbClr val="1F2F45"/>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4"/>
            <p:cNvSpPr/>
            <p:nvPr/>
          </p:nvSpPr>
          <p:spPr>
            <a:xfrm>
              <a:off x="4809250" y="2341925"/>
              <a:ext cx="110775" cy="22300"/>
            </a:xfrm>
            <a:custGeom>
              <a:rect b="b" l="l" r="r" t="t"/>
              <a:pathLst>
                <a:path extrusionOk="0" fill="none" h="892" w="4431">
                  <a:moveTo>
                    <a:pt x="4430" y="892"/>
                  </a:moveTo>
                  <a:lnTo>
                    <a:pt x="4176" y="663"/>
                  </a:lnTo>
                  <a:lnTo>
                    <a:pt x="3666" y="332"/>
                  </a:lnTo>
                  <a:lnTo>
                    <a:pt x="2801" y="1"/>
                  </a:lnTo>
                  <a:lnTo>
                    <a:pt x="1604" y="1"/>
                  </a:lnTo>
                  <a:lnTo>
                    <a:pt x="764" y="332"/>
                  </a:lnTo>
                  <a:lnTo>
                    <a:pt x="230" y="663"/>
                  </a:lnTo>
                  <a:lnTo>
                    <a:pt x="0" y="892"/>
                  </a:lnTo>
                </a:path>
              </a:pathLst>
            </a:custGeom>
            <a:noFill/>
            <a:ln cap="rnd" cmpd="sng" w="21000">
              <a:solidFill>
                <a:srgbClr val="1F2F45"/>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34"/>
            <p:cNvSpPr/>
            <p:nvPr/>
          </p:nvSpPr>
          <p:spPr>
            <a:xfrm>
              <a:off x="4622125" y="2646800"/>
              <a:ext cx="124125" cy="36300"/>
            </a:xfrm>
            <a:custGeom>
              <a:rect b="b" l="l" r="r" t="t"/>
              <a:pathLst>
                <a:path extrusionOk="0" fill="none" h="1452" w="4965">
                  <a:moveTo>
                    <a:pt x="0" y="1"/>
                  </a:moveTo>
                  <a:lnTo>
                    <a:pt x="153" y="306"/>
                  </a:lnTo>
                  <a:lnTo>
                    <a:pt x="637" y="841"/>
                  </a:lnTo>
                  <a:lnTo>
                    <a:pt x="1273" y="1223"/>
                  </a:lnTo>
                  <a:lnTo>
                    <a:pt x="2063" y="1426"/>
                  </a:lnTo>
                  <a:lnTo>
                    <a:pt x="2495" y="1452"/>
                  </a:lnTo>
                  <a:lnTo>
                    <a:pt x="2903" y="1426"/>
                  </a:lnTo>
                  <a:lnTo>
                    <a:pt x="3692" y="1223"/>
                  </a:lnTo>
                  <a:lnTo>
                    <a:pt x="4328" y="841"/>
                  </a:lnTo>
                  <a:lnTo>
                    <a:pt x="4812" y="332"/>
                  </a:lnTo>
                  <a:lnTo>
                    <a:pt x="4965" y="26"/>
                  </a:lnTo>
                </a:path>
              </a:pathLst>
            </a:custGeom>
            <a:noFill/>
            <a:ln cap="rnd" cmpd="sng" w="21000">
              <a:solidFill>
                <a:srgbClr val="E15758"/>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4"/>
            <p:cNvSpPr/>
            <p:nvPr/>
          </p:nvSpPr>
          <p:spPr>
            <a:xfrm>
              <a:off x="4288625" y="1879850"/>
              <a:ext cx="791775" cy="541675"/>
            </a:xfrm>
            <a:custGeom>
              <a:rect b="b" l="l" r="r" t="t"/>
              <a:pathLst>
                <a:path extrusionOk="0" h="21667" w="31671">
                  <a:moveTo>
                    <a:pt x="15021" y="1"/>
                  </a:moveTo>
                  <a:lnTo>
                    <a:pt x="13417" y="154"/>
                  </a:lnTo>
                  <a:lnTo>
                    <a:pt x="11889" y="485"/>
                  </a:lnTo>
                  <a:lnTo>
                    <a:pt x="10387" y="943"/>
                  </a:lnTo>
                  <a:lnTo>
                    <a:pt x="8987" y="1554"/>
                  </a:lnTo>
                  <a:lnTo>
                    <a:pt x="7638" y="2267"/>
                  </a:lnTo>
                  <a:lnTo>
                    <a:pt x="6365" y="3132"/>
                  </a:lnTo>
                  <a:lnTo>
                    <a:pt x="5194" y="4100"/>
                  </a:lnTo>
                  <a:lnTo>
                    <a:pt x="4124" y="5169"/>
                  </a:lnTo>
                  <a:lnTo>
                    <a:pt x="3157" y="6340"/>
                  </a:lnTo>
                  <a:lnTo>
                    <a:pt x="2291" y="7613"/>
                  </a:lnTo>
                  <a:lnTo>
                    <a:pt x="1553" y="8962"/>
                  </a:lnTo>
                  <a:lnTo>
                    <a:pt x="967" y="10388"/>
                  </a:lnTo>
                  <a:lnTo>
                    <a:pt x="509" y="11865"/>
                  </a:lnTo>
                  <a:lnTo>
                    <a:pt x="178" y="13418"/>
                  </a:lnTo>
                  <a:lnTo>
                    <a:pt x="26" y="14996"/>
                  </a:lnTo>
                  <a:lnTo>
                    <a:pt x="0" y="15811"/>
                  </a:lnTo>
                  <a:lnTo>
                    <a:pt x="0" y="21463"/>
                  </a:lnTo>
                  <a:lnTo>
                    <a:pt x="356" y="21513"/>
                  </a:lnTo>
                  <a:lnTo>
                    <a:pt x="1146" y="21437"/>
                  </a:lnTo>
                  <a:lnTo>
                    <a:pt x="2037" y="21132"/>
                  </a:lnTo>
                  <a:lnTo>
                    <a:pt x="2953" y="20673"/>
                  </a:lnTo>
                  <a:lnTo>
                    <a:pt x="4303" y="19757"/>
                  </a:lnTo>
                  <a:lnTo>
                    <a:pt x="5856" y="18306"/>
                  </a:lnTo>
                  <a:lnTo>
                    <a:pt x="6416" y="17593"/>
                  </a:lnTo>
                  <a:lnTo>
                    <a:pt x="6874" y="10515"/>
                  </a:lnTo>
                  <a:lnTo>
                    <a:pt x="10820" y="16727"/>
                  </a:lnTo>
                  <a:lnTo>
                    <a:pt x="11431" y="17160"/>
                  </a:lnTo>
                  <a:lnTo>
                    <a:pt x="13391" y="18077"/>
                  </a:lnTo>
                  <a:lnTo>
                    <a:pt x="16065" y="19019"/>
                  </a:lnTo>
                  <a:lnTo>
                    <a:pt x="19171" y="19910"/>
                  </a:lnTo>
                  <a:lnTo>
                    <a:pt x="22455" y="20699"/>
                  </a:lnTo>
                  <a:lnTo>
                    <a:pt x="25663" y="21284"/>
                  </a:lnTo>
                  <a:lnTo>
                    <a:pt x="28539" y="21641"/>
                  </a:lnTo>
                  <a:lnTo>
                    <a:pt x="30856" y="21666"/>
                  </a:lnTo>
                  <a:lnTo>
                    <a:pt x="31671" y="21513"/>
                  </a:lnTo>
                  <a:lnTo>
                    <a:pt x="31671" y="15811"/>
                  </a:lnTo>
                  <a:lnTo>
                    <a:pt x="31645" y="14996"/>
                  </a:lnTo>
                  <a:lnTo>
                    <a:pt x="31493" y="13418"/>
                  </a:lnTo>
                  <a:lnTo>
                    <a:pt x="31162" y="11865"/>
                  </a:lnTo>
                  <a:lnTo>
                    <a:pt x="30703" y="10388"/>
                  </a:lnTo>
                  <a:lnTo>
                    <a:pt x="30118" y="8962"/>
                  </a:lnTo>
                  <a:lnTo>
                    <a:pt x="29380" y="7613"/>
                  </a:lnTo>
                  <a:lnTo>
                    <a:pt x="28514" y="6340"/>
                  </a:lnTo>
                  <a:lnTo>
                    <a:pt x="27547" y="5169"/>
                  </a:lnTo>
                  <a:lnTo>
                    <a:pt x="26477" y="4100"/>
                  </a:lnTo>
                  <a:lnTo>
                    <a:pt x="25306" y="3132"/>
                  </a:lnTo>
                  <a:lnTo>
                    <a:pt x="24033" y="2267"/>
                  </a:lnTo>
                  <a:lnTo>
                    <a:pt x="22709" y="1554"/>
                  </a:lnTo>
                  <a:lnTo>
                    <a:pt x="21284" y="943"/>
                  </a:lnTo>
                  <a:lnTo>
                    <a:pt x="19782" y="485"/>
                  </a:lnTo>
                  <a:lnTo>
                    <a:pt x="18254" y="154"/>
                  </a:lnTo>
                  <a:lnTo>
                    <a:pt x="16650" y="1"/>
                  </a:lnTo>
                  <a:close/>
                </a:path>
              </a:pathLst>
            </a:custGeom>
            <a:solidFill>
              <a:srgbClr val="111D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4"/>
            <p:cNvSpPr/>
            <p:nvPr/>
          </p:nvSpPr>
          <p:spPr>
            <a:xfrm>
              <a:off x="5205775" y="2455225"/>
              <a:ext cx="357075" cy="586225"/>
            </a:xfrm>
            <a:custGeom>
              <a:rect b="b" l="l" r="r" t="t"/>
              <a:pathLst>
                <a:path extrusionOk="0" h="23449" w="14283">
                  <a:moveTo>
                    <a:pt x="9216" y="1"/>
                  </a:moveTo>
                  <a:lnTo>
                    <a:pt x="8784" y="102"/>
                  </a:lnTo>
                  <a:lnTo>
                    <a:pt x="8427" y="357"/>
                  </a:lnTo>
                  <a:lnTo>
                    <a:pt x="8173" y="764"/>
                  </a:lnTo>
                  <a:lnTo>
                    <a:pt x="8096" y="993"/>
                  </a:lnTo>
                  <a:lnTo>
                    <a:pt x="6339" y="8529"/>
                  </a:lnTo>
                  <a:lnTo>
                    <a:pt x="6034" y="8453"/>
                  </a:lnTo>
                  <a:lnTo>
                    <a:pt x="7587" y="1757"/>
                  </a:lnTo>
                  <a:lnTo>
                    <a:pt x="7638" y="1503"/>
                  </a:lnTo>
                  <a:lnTo>
                    <a:pt x="7587" y="1044"/>
                  </a:lnTo>
                  <a:lnTo>
                    <a:pt x="7358" y="637"/>
                  </a:lnTo>
                  <a:lnTo>
                    <a:pt x="7027" y="357"/>
                  </a:lnTo>
                  <a:lnTo>
                    <a:pt x="6823" y="306"/>
                  </a:lnTo>
                  <a:lnTo>
                    <a:pt x="6594" y="255"/>
                  </a:lnTo>
                  <a:lnTo>
                    <a:pt x="6187" y="357"/>
                  </a:lnTo>
                  <a:lnTo>
                    <a:pt x="5830" y="637"/>
                  </a:lnTo>
                  <a:lnTo>
                    <a:pt x="5550" y="1019"/>
                  </a:lnTo>
                  <a:lnTo>
                    <a:pt x="5474" y="1273"/>
                  </a:lnTo>
                  <a:lnTo>
                    <a:pt x="3386" y="10439"/>
                  </a:lnTo>
                  <a:lnTo>
                    <a:pt x="3132" y="9548"/>
                  </a:lnTo>
                  <a:lnTo>
                    <a:pt x="2648" y="8173"/>
                  </a:lnTo>
                  <a:lnTo>
                    <a:pt x="2139" y="7231"/>
                  </a:lnTo>
                  <a:lnTo>
                    <a:pt x="1630" y="6594"/>
                  </a:lnTo>
                  <a:lnTo>
                    <a:pt x="968" y="6111"/>
                  </a:lnTo>
                  <a:lnTo>
                    <a:pt x="382" y="6034"/>
                  </a:lnTo>
                  <a:lnTo>
                    <a:pt x="331" y="6060"/>
                  </a:lnTo>
                  <a:lnTo>
                    <a:pt x="153" y="6136"/>
                  </a:lnTo>
                  <a:lnTo>
                    <a:pt x="0" y="6442"/>
                  </a:lnTo>
                  <a:lnTo>
                    <a:pt x="0" y="6951"/>
                  </a:lnTo>
                  <a:lnTo>
                    <a:pt x="26" y="7078"/>
                  </a:lnTo>
                  <a:lnTo>
                    <a:pt x="560" y="10006"/>
                  </a:lnTo>
                  <a:lnTo>
                    <a:pt x="1146" y="13494"/>
                  </a:lnTo>
                  <a:lnTo>
                    <a:pt x="1222" y="13901"/>
                  </a:lnTo>
                  <a:lnTo>
                    <a:pt x="1426" y="14563"/>
                  </a:lnTo>
                  <a:lnTo>
                    <a:pt x="1910" y="15327"/>
                  </a:lnTo>
                  <a:lnTo>
                    <a:pt x="2953" y="16116"/>
                  </a:lnTo>
                  <a:lnTo>
                    <a:pt x="3157" y="16192"/>
                  </a:lnTo>
                  <a:lnTo>
                    <a:pt x="1859" y="21844"/>
                  </a:lnTo>
                  <a:lnTo>
                    <a:pt x="8784" y="23448"/>
                  </a:lnTo>
                  <a:lnTo>
                    <a:pt x="10158" y="17694"/>
                  </a:lnTo>
                  <a:lnTo>
                    <a:pt x="10286" y="17694"/>
                  </a:lnTo>
                  <a:lnTo>
                    <a:pt x="10693" y="17618"/>
                  </a:lnTo>
                  <a:lnTo>
                    <a:pt x="11202" y="17338"/>
                  </a:lnTo>
                  <a:lnTo>
                    <a:pt x="11635" y="16803"/>
                  </a:lnTo>
                  <a:lnTo>
                    <a:pt x="11762" y="16396"/>
                  </a:lnTo>
                  <a:lnTo>
                    <a:pt x="12093" y="14970"/>
                  </a:lnTo>
                  <a:lnTo>
                    <a:pt x="12831" y="11737"/>
                  </a:lnTo>
                  <a:lnTo>
                    <a:pt x="13086" y="10617"/>
                  </a:lnTo>
                  <a:lnTo>
                    <a:pt x="13213" y="10108"/>
                  </a:lnTo>
                  <a:lnTo>
                    <a:pt x="14232" y="5652"/>
                  </a:lnTo>
                  <a:lnTo>
                    <a:pt x="14283" y="5423"/>
                  </a:lnTo>
                  <a:lnTo>
                    <a:pt x="14232" y="4965"/>
                  </a:lnTo>
                  <a:lnTo>
                    <a:pt x="14028" y="4609"/>
                  </a:lnTo>
                  <a:lnTo>
                    <a:pt x="13723" y="4354"/>
                  </a:lnTo>
                  <a:lnTo>
                    <a:pt x="13519" y="4303"/>
                  </a:lnTo>
                  <a:lnTo>
                    <a:pt x="13315" y="4252"/>
                  </a:lnTo>
                  <a:lnTo>
                    <a:pt x="12933" y="4354"/>
                  </a:lnTo>
                  <a:lnTo>
                    <a:pt x="12602" y="4609"/>
                  </a:lnTo>
                  <a:lnTo>
                    <a:pt x="12348" y="4965"/>
                  </a:lnTo>
                  <a:lnTo>
                    <a:pt x="12297" y="5194"/>
                  </a:lnTo>
                  <a:lnTo>
                    <a:pt x="11253" y="9675"/>
                  </a:lnTo>
                  <a:lnTo>
                    <a:pt x="10871" y="9573"/>
                  </a:lnTo>
                  <a:lnTo>
                    <a:pt x="12322" y="3285"/>
                  </a:lnTo>
                  <a:lnTo>
                    <a:pt x="12373" y="3030"/>
                  </a:lnTo>
                  <a:lnTo>
                    <a:pt x="12297" y="2572"/>
                  </a:lnTo>
                  <a:lnTo>
                    <a:pt x="12093" y="2165"/>
                  </a:lnTo>
                  <a:lnTo>
                    <a:pt x="11762" y="1884"/>
                  </a:lnTo>
                  <a:lnTo>
                    <a:pt x="11559" y="1834"/>
                  </a:lnTo>
                  <a:lnTo>
                    <a:pt x="11329" y="1783"/>
                  </a:lnTo>
                  <a:lnTo>
                    <a:pt x="10922" y="1884"/>
                  </a:lnTo>
                  <a:lnTo>
                    <a:pt x="10540" y="2165"/>
                  </a:lnTo>
                  <a:lnTo>
                    <a:pt x="10286" y="2546"/>
                  </a:lnTo>
                  <a:lnTo>
                    <a:pt x="10209" y="2801"/>
                  </a:lnTo>
                  <a:lnTo>
                    <a:pt x="8758" y="9089"/>
                  </a:lnTo>
                  <a:lnTo>
                    <a:pt x="8453" y="9013"/>
                  </a:lnTo>
                  <a:lnTo>
                    <a:pt x="10184" y="1503"/>
                  </a:lnTo>
                  <a:lnTo>
                    <a:pt x="10235" y="1248"/>
                  </a:lnTo>
                  <a:lnTo>
                    <a:pt x="10184" y="764"/>
                  </a:lnTo>
                  <a:lnTo>
                    <a:pt x="9980" y="357"/>
                  </a:lnTo>
                  <a:lnTo>
                    <a:pt x="9624" y="102"/>
                  </a:lnTo>
                  <a:lnTo>
                    <a:pt x="9420" y="26"/>
                  </a:lnTo>
                  <a:lnTo>
                    <a:pt x="9216" y="1"/>
                  </a:lnTo>
                  <a:close/>
                </a:path>
              </a:pathLst>
            </a:custGeom>
            <a:solidFill>
              <a:srgbClr val="F2D1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4"/>
            <p:cNvSpPr/>
            <p:nvPr/>
          </p:nvSpPr>
          <p:spPr>
            <a:xfrm>
              <a:off x="5289775" y="2714900"/>
              <a:ext cx="25" cy="675"/>
            </a:xfrm>
            <a:custGeom>
              <a:rect b="b" l="l" r="r" t="t"/>
              <a:pathLst>
                <a:path extrusionOk="0" h="27" w="1">
                  <a:moveTo>
                    <a:pt x="1" y="1"/>
                  </a:moveTo>
                  <a:lnTo>
                    <a:pt x="1" y="1"/>
                  </a:lnTo>
                  <a:lnTo>
                    <a:pt x="1" y="26"/>
                  </a:lnTo>
                  <a:lnTo>
                    <a:pt x="1" y="1"/>
                  </a:lnTo>
                  <a:lnTo>
                    <a:pt x="1"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34"/>
            <p:cNvSpPr/>
            <p:nvPr/>
          </p:nvSpPr>
          <p:spPr>
            <a:xfrm>
              <a:off x="5322875" y="2659525"/>
              <a:ext cx="191600" cy="55400"/>
            </a:xfrm>
            <a:custGeom>
              <a:rect b="b" l="l" r="r" t="t"/>
              <a:pathLst>
                <a:path extrusionOk="0" h="2216" w="7664">
                  <a:moveTo>
                    <a:pt x="128" y="1"/>
                  </a:moveTo>
                  <a:lnTo>
                    <a:pt x="1" y="485"/>
                  </a:lnTo>
                  <a:lnTo>
                    <a:pt x="7536" y="2216"/>
                  </a:lnTo>
                  <a:lnTo>
                    <a:pt x="7664" y="1732"/>
                  </a:lnTo>
                  <a:lnTo>
                    <a:pt x="6569" y="1503"/>
                  </a:lnTo>
                  <a:lnTo>
                    <a:pt x="6187" y="1401"/>
                  </a:lnTo>
                  <a:lnTo>
                    <a:pt x="4074" y="917"/>
                  </a:lnTo>
                  <a:lnTo>
                    <a:pt x="3769" y="841"/>
                  </a:lnTo>
                  <a:lnTo>
                    <a:pt x="1681" y="357"/>
                  </a:lnTo>
                  <a:lnTo>
                    <a:pt x="1655" y="357"/>
                  </a:lnTo>
                  <a:lnTo>
                    <a:pt x="1350" y="281"/>
                  </a:lnTo>
                  <a:lnTo>
                    <a:pt x="128"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4"/>
            <p:cNvSpPr/>
            <p:nvPr/>
          </p:nvSpPr>
          <p:spPr>
            <a:xfrm>
              <a:off x="5290425" y="2708550"/>
              <a:ext cx="105675" cy="159775"/>
            </a:xfrm>
            <a:custGeom>
              <a:rect b="b" l="l" r="r" t="t"/>
              <a:pathLst>
                <a:path extrusionOk="0" h="6391" w="4227">
                  <a:moveTo>
                    <a:pt x="51" y="0"/>
                  </a:moveTo>
                  <a:lnTo>
                    <a:pt x="51" y="51"/>
                  </a:lnTo>
                  <a:lnTo>
                    <a:pt x="0" y="280"/>
                  </a:lnTo>
                  <a:lnTo>
                    <a:pt x="204" y="306"/>
                  </a:lnTo>
                  <a:lnTo>
                    <a:pt x="1120" y="637"/>
                  </a:lnTo>
                  <a:lnTo>
                    <a:pt x="1833" y="1044"/>
                  </a:lnTo>
                  <a:lnTo>
                    <a:pt x="2597" y="1680"/>
                  </a:lnTo>
                  <a:lnTo>
                    <a:pt x="3234" y="2571"/>
                  </a:lnTo>
                  <a:lnTo>
                    <a:pt x="3717" y="3794"/>
                  </a:lnTo>
                  <a:lnTo>
                    <a:pt x="3870" y="5372"/>
                  </a:lnTo>
                  <a:lnTo>
                    <a:pt x="3794" y="6314"/>
                  </a:lnTo>
                  <a:lnTo>
                    <a:pt x="4099" y="6390"/>
                  </a:lnTo>
                  <a:lnTo>
                    <a:pt x="4125" y="6212"/>
                  </a:lnTo>
                  <a:lnTo>
                    <a:pt x="4226" y="5117"/>
                  </a:lnTo>
                  <a:lnTo>
                    <a:pt x="4150" y="4124"/>
                  </a:lnTo>
                  <a:lnTo>
                    <a:pt x="3895" y="3030"/>
                  </a:lnTo>
                  <a:lnTo>
                    <a:pt x="3335" y="1935"/>
                  </a:lnTo>
                  <a:lnTo>
                    <a:pt x="2393" y="968"/>
                  </a:lnTo>
                  <a:lnTo>
                    <a:pt x="1375" y="407"/>
                  </a:lnTo>
                  <a:lnTo>
                    <a:pt x="535" y="102"/>
                  </a:lnTo>
                  <a:lnTo>
                    <a:pt x="51"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34"/>
            <p:cNvSpPr/>
            <p:nvPr/>
          </p:nvSpPr>
          <p:spPr>
            <a:xfrm>
              <a:off x="5268150" y="2888650"/>
              <a:ext cx="183950" cy="84675"/>
            </a:xfrm>
            <a:custGeom>
              <a:rect b="b" l="l" r="r" t="t"/>
              <a:pathLst>
                <a:path extrusionOk="0" h="3387" w="7358">
                  <a:moveTo>
                    <a:pt x="408" y="1"/>
                  </a:moveTo>
                  <a:lnTo>
                    <a:pt x="0" y="1783"/>
                  </a:lnTo>
                  <a:lnTo>
                    <a:pt x="6950" y="3387"/>
                  </a:lnTo>
                  <a:lnTo>
                    <a:pt x="7358" y="1605"/>
                  </a:lnTo>
                  <a:lnTo>
                    <a:pt x="408"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34"/>
            <p:cNvSpPr/>
            <p:nvPr/>
          </p:nvSpPr>
          <p:spPr>
            <a:xfrm>
              <a:off x="5228050" y="2910950"/>
              <a:ext cx="238050" cy="100575"/>
            </a:xfrm>
            <a:custGeom>
              <a:rect b="b" l="l" r="r" t="t"/>
              <a:pathLst>
                <a:path extrusionOk="0" h="4023" w="9522">
                  <a:moveTo>
                    <a:pt x="459" y="0"/>
                  </a:moveTo>
                  <a:lnTo>
                    <a:pt x="0" y="1909"/>
                  </a:lnTo>
                  <a:lnTo>
                    <a:pt x="9089" y="4023"/>
                  </a:lnTo>
                  <a:lnTo>
                    <a:pt x="9522" y="2088"/>
                  </a:lnTo>
                  <a:lnTo>
                    <a:pt x="459" y="0"/>
                  </a:lnTo>
                  <a:close/>
                </a:path>
              </a:pathLst>
            </a:custGeom>
            <a:solidFill>
              <a:srgbClr val="CFE6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34"/>
            <p:cNvSpPr/>
            <p:nvPr/>
          </p:nvSpPr>
          <p:spPr>
            <a:xfrm>
              <a:off x="5206400" y="2948500"/>
              <a:ext cx="250800" cy="105675"/>
            </a:xfrm>
            <a:custGeom>
              <a:rect b="b" l="l" r="r" t="t"/>
              <a:pathLst>
                <a:path extrusionOk="0" h="4227" w="10032">
                  <a:moveTo>
                    <a:pt x="968" y="0"/>
                  </a:moveTo>
                  <a:lnTo>
                    <a:pt x="1" y="4226"/>
                  </a:lnTo>
                  <a:lnTo>
                    <a:pt x="9548" y="4226"/>
                  </a:lnTo>
                  <a:lnTo>
                    <a:pt x="10031" y="2088"/>
                  </a:lnTo>
                  <a:lnTo>
                    <a:pt x="968" y="0"/>
                  </a:lnTo>
                  <a:close/>
                </a:path>
              </a:pathLst>
            </a:custGeom>
            <a:solidFill>
              <a:srgbClr val="7DC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5"/>
          <p:cNvSpPr txBox="1"/>
          <p:nvPr>
            <p:ph type="title"/>
          </p:nvPr>
        </p:nvSpPr>
        <p:spPr>
          <a:xfrm>
            <a:off x="653625" y="739375"/>
            <a:ext cx="7279200" cy="74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Measuring Success: Academic Indicators</a:t>
            </a:r>
            <a:endParaRPr b="0">
              <a:solidFill>
                <a:srgbClr val="F58617"/>
              </a:solidFill>
            </a:endParaRPr>
          </a:p>
        </p:txBody>
      </p:sp>
      <p:sp>
        <p:nvSpPr>
          <p:cNvPr id="436" name="Google Shape;436;p35"/>
          <p:cNvSpPr txBox="1"/>
          <p:nvPr>
            <p:ph idx="1" type="body"/>
          </p:nvPr>
        </p:nvSpPr>
        <p:spPr>
          <a:xfrm>
            <a:off x="653625" y="1526915"/>
            <a:ext cx="5969100" cy="3237000"/>
          </a:xfrm>
          <a:prstGeom prst="rect">
            <a:avLst/>
          </a:prstGeom>
        </p:spPr>
        <p:txBody>
          <a:bodyPr anchorCtr="0" anchor="t" bIns="91425" lIns="91425" spcFirstLastPara="1" rIns="91425" wrap="square" tIns="91425">
            <a:noAutofit/>
          </a:bodyPr>
          <a:lstStyle/>
          <a:p>
            <a:pPr indent="-381000" lvl="0" marL="457200" rtl="0" algn="l">
              <a:spcBef>
                <a:spcPts val="600"/>
              </a:spcBef>
              <a:spcAft>
                <a:spcPts val="0"/>
              </a:spcAft>
              <a:buClr>
                <a:srgbClr val="474F67"/>
              </a:buClr>
              <a:buSzPts val="2400"/>
              <a:buChar char="●"/>
            </a:pPr>
            <a:r>
              <a:rPr lang="en">
                <a:solidFill>
                  <a:srgbClr val="474F67"/>
                </a:solidFill>
              </a:rPr>
              <a:t>Attendance</a:t>
            </a:r>
            <a:r>
              <a:rPr lang="en">
                <a:solidFill>
                  <a:srgbClr val="474F67"/>
                </a:solidFill>
              </a:rPr>
              <a:t> Rates </a:t>
            </a:r>
            <a:endParaRPr>
              <a:solidFill>
                <a:srgbClr val="474F67"/>
              </a:solidFill>
            </a:endParaRPr>
          </a:p>
          <a:p>
            <a:pPr indent="-381000" lvl="0" marL="457200" rtl="0" algn="l">
              <a:spcBef>
                <a:spcPts val="0"/>
              </a:spcBef>
              <a:spcAft>
                <a:spcPts val="0"/>
              </a:spcAft>
              <a:buClr>
                <a:srgbClr val="474F67"/>
              </a:buClr>
              <a:buSzPts val="2400"/>
              <a:buChar char="●"/>
            </a:pPr>
            <a:r>
              <a:rPr lang="en">
                <a:solidFill>
                  <a:srgbClr val="474F67"/>
                </a:solidFill>
              </a:rPr>
              <a:t>Academic Achievement</a:t>
            </a:r>
            <a:endParaRPr>
              <a:solidFill>
                <a:srgbClr val="474F67"/>
              </a:solidFill>
            </a:endParaRPr>
          </a:p>
          <a:p>
            <a:pPr indent="-381000" lvl="0" marL="457200" rtl="0" algn="l">
              <a:spcBef>
                <a:spcPts val="0"/>
              </a:spcBef>
              <a:spcAft>
                <a:spcPts val="0"/>
              </a:spcAft>
              <a:buClr>
                <a:srgbClr val="474F67"/>
              </a:buClr>
              <a:buSzPts val="2400"/>
              <a:buChar char="●"/>
            </a:pPr>
            <a:r>
              <a:rPr lang="en">
                <a:solidFill>
                  <a:srgbClr val="474F67"/>
                </a:solidFill>
              </a:rPr>
              <a:t>Graduation Rates</a:t>
            </a:r>
            <a:endParaRPr>
              <a:solidFill>
                <a:srgbClr val="474F67"/>
              </a:solidFill>
            </a:endParaRPr>
          </a:p>
          <a:p>
            <a:pPr indent="-381000" lvl="0" marL="457200" rtl="0" algn="l">
              <a:spcBef>
                <a:spcPts val="0"/>
              </a:spcBef>
              <a:spcAft>
                <a:spcPts val="0"/>
              </a:spcAft>
              <a:buClr>
                <a:srgbClr val="474F67"/>
              </a:buClr>
              <a:buSzPts val="2400"/>
              <a:buChar char="●"/>
            </a:pPr>
            <a:r>
              <a:rPr lang="en">
                <a:solidFill>
                  <a:srgbClr val="474F67"/>
                </a:solidFill>
              </a:rPr>
              <a:t>College/Career Readiness </a:t>
            </a:r>
            <a:endParaRPr>
              <a:solidFill>
                <a:srgbClr val="474F67"/>
              </a:solidFill>
            </a:endParaRPr>
          </a:p>
        </p:txBody>
      </p:sp>
      <p:pic>
        <p:nvPicPr>
          <p:cNvPr descr="Businesswoman makes presentation near report with graphs and charts. Speaker explains statistics (Provided by Getty Images)" id="437" name="Google Shape;437;p35"/>
          <p:cNvPicPr preferRelativeResize="0"/>
          <p:nvPr/>
        </p:nvPicPr>
        <p:blipFill>
          <a:blip r:embed="rId3">
            <a:alphaModFix/>
          </a:blip>
          <a:stretch>
            <a:fillRect/>
          </a:stretch>
        </p:blipFill>
        <p:spPr>
          <a:xfrm>
            <a:off x="7710550" y="3582575"/>
            <a:ext cx="1433452" cy="15609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36"/>
          <p:cNvSpPr txBox="1"/>
          <p:nvPr>
            <p:ph type="title"/>
          </p:nvPr>
        </p:nvSpPr>
        <p:spPr>
          <a:xfrm>
            <a:off x="653625" y="739375"/>
            <a:ext cx="5969100" cy="74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F58617"/>
                </a:solidFill>
              </a:rPr>
              <a:t>Measuring Success: SEL Indicators</a:t>
            </a:r>
            <a:endParaRPr>
              <a:solidFill>
                <a:srgbClr val="F58617"/>
              </a:solidFill>
            </a:endParaRPr>
          </a:p>
        </p:txBody>
      </p:sp>
      <p:sp>
        <p:nvSpPr>
          <p:cNvPr id="443" name="Google Shape;443;p36"/>
          <p:cNvSpPr txBox="1"/>
          <p:nvPr>
            <p:ph idx="1" type="body"/>
          </p:nvPr>
        </p:nvSpPr>
        <p:spPr>
          <a:xfrm>
            <a:off x="653625" y="1526915"/>
            <a:ext cx="5969100" cy="3237000"/>
          </a:xfrm>
          <a:prstGeom prst="rect">
            <a:avLst/>
          </a:prstGeom>
        </p:spPr>
        <p:txBody>
          <a:bodyPr anchorCtr="0" anchor="t" bIns="91425" lIns="91425" spcFirstLastPara="1" rIns="91425" wrap="square" tIns="91425">
            <a:noAutofit/>
          </a:bodyPr>
          <a:lstStyle/>
          <a:p>
            <a:pPr indent="-381000" lvl="0" marL="457200" rtl="0" algn="l">
              <a:spcBef>
                <a:spcPts val="600"/>
              </a:spcBef>
              <a:spcAft>
                <a:spcPts val="0"/>
              </a:spcAft>
              <a:buClr>
                <a:srgbClr val="474F67"/>
              </a:buClr>
              <a:buSzPts val="2400"/>
              <a:buChar char="●"/>
            </a:pPr>
            <a:r>
              <a:rPr lang="en">
                <a:solidFill>
                  <a:srgbClr val="474F67"/>
                </a:solidFill>
              </a:rPr>
              <a:t>School Climate Surveys </a:t>
            </a:r>
            <a:endParaRPr>
              <a:solidFill>
                <a:srgbClr val="474F67"/>
              </a:solidFill>
            </a:endParaRPr>
          </a:p>
          <a:p>
            <a:pPr indent="-381000" lvl="0" marL="457200" rtl="0" algn="l">
              <a:spcBef>
                <a:spcPts val="0"/>
              </a:spcBef>
              <a:spcAft>
                <a:spcPts val="0"/>
              </a:spcAft>
              <a:buClr>
                <a:srgbClr val="474F67"/>
              </a:buClr>
              <a:buSzPts val="2400"/>
              <a:buChar char="●"/>
            </a:pPr>
            <a:r>
              <a:rPr lang="en">
                <a:solidFill>
                  <a:srgbClr val="474F67"/>
                </a:solidFill>
              </a:rPr>
              <a:t>Behavioral Referrals </a:t>
            </a:r>
            <a:endParaRPr>
              <a:solidFill>
                <a:srgbClr val="474F67"/>
              </a:solidFill>
            </a:endParaRPr>
          </a:p>
          <a:p>
            <a:pPr indent="-381000" lvl="0" marL="457200" rtl="0" algn="l">
              <a:spcBef>
                <a:spcPts val="0"/>
              </a:spcBef>
              <a:spcAft>
                <a:spcPts val="0"/>
              </a:spcAft>
              <a:buClr>
                <a:srgbClr val="474F67"/>
              </a:buClr>
              <a:buSzPts val="2400"/>
              <a:buChar char="●"/>
            </a:pPr>
            <a:r>
              <a:rPr lang="en">
                <a:solidFill>
                  <a:srgbClr val="474F67"/>
                </a:solidFill>
              </a:rPr>
              <a:t>Student Voice </a:t>
            </a:r>
            <a:endParaRPr>
              <a:solidFill>
                <a:srgbClr val="474F67"/>
              </a:solidFill>
            </a:endParaRPr>
          </a:p>
          <a:p>
            <a:pPr indent="-381000" lvl="0" marL="457200" rtl="0" algn="l">
              <a:spcBef>
                <a:spcPts val="0"/>
              </a:spcBef>
              <a:spcAft>
                <a:spcPts val="0"/>
              </a:spcAft>
              <a:buClr>
                <a:srgbClr val="474F67"/>
              </a:buClr>
              <a:buSzPts val="2400"/>
              <a:buChar char="●"/>
            </a:pPr>
            <a:r>
              <a:rPr lang="en">
                <a:solidFill>
                  <a:srgbClr val="474F67"/>
                </a:solidFill>
              </a:rPr>
              <a:t>Family Engagement </a:t>
            </a:r>
            <a:endParaRPr>
              <a:solidFill>
                <a:srgbClr val="474F67"/>
              </a:solidFill>
            </a:endParaRPr>
          </a:p>
        </p:txBody>
      </p:sp>
      <p:pic>
        <p:nvPicPr>
          <p:cNvPr descr="graph  chart  statistics (Provided by Getty Images)" id="444" name="Google Shape;444;p36"/>
          <p:cNvPicPr preferRelativeResize="0"/>
          <p:nvPr/>
        </p:nvPicPr>
        <p:blipFill>
          <a:blip r:embed="rId3">
            <a:alphaModFix/>
          </a:blip>
          <a:stretch>
            <a:fillRect/>
          </a:stretch>
        </p:blipFill>
        <p:spPr>
          <a:xfrm>
            <a:off x="7625925" y="3403925"/>
            <a:ext cx="1518075" cy="1739576"/>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37"/>
          <p:cNvSpPr txBox="1"/>
          <p:nvPr>
            <p:ph type="title"/>
          </p:nvPr>
        </p:nvSpPr>
        <p:spPr>
          <a:xfrm>
            <a:off x="653625" y="378075"/>
            <a:ext cx="5969100" cy="55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sz="2800">
                <a:solidFill>
                  <a:srgbClr val="F58617"/>
                </a:solidFill>
              </a:rPr>
              <a:t>Resource Toolkit</a:t>
            </a:r>
            <a:r>
              <a:rPr b="0" lang="en" sz="2800">
                <a:solidFill>
                  <a:srgbClr val="F58617"/>
                </a:solidFill>
              </a:rPr>
              <a:t> </a:t>
            </a:r>
            <a:endParaRPr b="0" sz="2800">
              <a:solidFill>
                <a:srgbClr val="F58617"/>
              </a:solidFill>
            </a:endParaRPr>
          </a:p>
        </p:txBody>
      </p:sp>
      <p:sp>
        <p:nvSpPr>
          <p:cNvPr id="450" name="Google Shape;450;p37"/>
          <p:cNvSpPr txBox="1"/>
          <p:nvPr>
            <p:ph idx="1" type="body"/>
          </p:nvPr>
        </p:nvSpPr>
        <p:spPr>
          <a:xfrm>
            <a:off x="653625" y="1795775"/>
            <a:ext cx="1923900" cy="26703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400" u="sng">
                <a:solidFill>
                  <a:schemeClr val="hlink"/>
                </a:solidFill>
                <a:hlinkClick r:id="rId3"/>
              </a:rPr>
              <a:t>National Center for Education Statistics</a:t>
            </a:r>
            <a:r>
              <a:rPr lang="en" sz="1400"/>
              <a:t> </a:t>
            </a:r>
            <a:endParaRPr sz="1400"/>
          </a:p>
          <a:p>
            <a:pPr indent="0" lvl="0" marL="0" rtl="0" algn="l">
              <a:spcBef>
                <a:spcPts val="600"/>
              </a:spcBef>
              <a:spcAft>
                <a:spcPts val="0"/>
              </a:spcAft>
              <a:buNone/>
            </a:pPr>
            <a:r>
              <a:rPr lang="en" sz="1400" u="sng">
                <a:solidFill>
                  <a:schemeClr val="hlink"/>
                </a:solidFill>
                <a:hlinkClick r:id="rId4"/>
              </a:rPr>
              <a:t>Children’s Defense Fund </a:t>
            </a:r>
            <a:endParaRPr sz="1400"/>
          </a:p>
          <a:p>
            <a:pPr indent="0" lvl="0" marL="0" rtl="0" algn="l">
              <a:spcBef>
                <a:spcPts val="600"/>
              </a:spcBef>
              <a:spcAft>
                <a:spcPts val="0"/>
              </a:spcAft>
              <a:buNone/>
            </a:pPr>
            <a:r>
              <a:rPr lang="en" sz="1400" u="sng">
                <a:solidFill>
                  <a:schemeClr val="hlink"/>
                </a:solidFill>
                <a:hlinkClick r:id="rId5"/>
              </a:rPr>
              <a:t>National Center for Children in Poverty</a:t>
            </a:r>
            <a:endParaRPr sz="1400"/>
          </a:p>
          <a:p>
            <a:pPr indent="0" lvl="0" marL="0" rtl="0" algn="l">
              <a:spcBef>
                <a:spcPts val="600"/>
              </a:spcBef>
              <a:spcAft>
                <a:spcPts val="0"/>
              </a:spcAft>
              <a:buNone/>
            </a:pPr>
            <a:r>
              <a:rPr lang="en" sz="1400" u="sng">
                <a:solidFill>
                  <a:schemeClr val="hlink"/>
                </a:solidFill>
                <a:hlinkClick r:id="rId6"/>
              </a:rPr>
              <a:t>Search Institute</a:t>
            </a:r>
            <a:endParaRPr sz="1400"/>
          </a:p>
          <a:p>
            <a:pPr indent="0" lvl="0" marL="0" rtl="0" algn="l">
              <a:spcBef>
                <a:spcPts val="600"/>
              </a:spcBef>
              <a:spcAft>
                <a:spcPts val="0"/>
              </a:spcAft>
              <a:buNone/>
            </a:pPr>
            <a:r>
              <a:rPr lang="en" sz="1400" u="sng">
                <a:solidFill>
                  <a:schemeClr val="hlink"/>
                </a:solidFill>
                <a:hlinkClick r:id="rId7"/>
              </a:rPr>
              <a:t>Attendance Works</a:t>
            </a:r>
            <a:endParaRPr sz="1400"/>
          </a:p>
        </p:txBody>
      </p:sp>
      <p:sp>
        <p:nvSpPr>
          <p:cNvPr id="451" name="Google Shape;451;p37"/>
          <p:cNvSpPr txBox="1"/>
          <p:nvPr>
            <p:ph idx="2" type="body"/>
          </p:nvPr>
        </p:nvSpPr>
        <p:spPr>
          <a:xfrm>
            <a:off x="2676150" y="1765175"/>
            <a:ext cx="1923900" cy="27009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400" u="sng">
                <a:solidFill>
                  <a:schemeClr val="hlink"/>
                </a:solidFill>
                <a:hlinkClick r:id="rId8"/>
              </a:rPr>
              <a:t>School Climate Survey Compendium </a:t>
            </a:r>
            <a:endParaRPr sz="1400"/>
          </a:p>
          <a:p>
            <a:pPr indent="0" lvl="0" marL="0" rtl="0" algn="l">
              <a:spcBef>
                <a:spcPts val="600"/>
              </a:spcBef>
              <a:spcAft>
                <a:spcPts val="0"/>
              </a:spcAft>
              <a:buNone/>
            </a:pPr>
            <a:r>
              <a:rPr lang="en" sz="1400" u="sng">
                <a:solidFill>
                  <a:schemeClr val="hlink"/>
                </a:solidFill>
                <a:hlinkClick r:id="rId9"/>
              </a:rPr>
              <a:t>California Healthy Kids Survey</a:t>
            </a:r>
            <a:endParaRPr sz="1400"/>
          </a:p>
          <a:p>
            <a:pPr indent="0" lvl="0" marL="0" rtl="0" algn="l">
              <a:spcBef>
                <a:spcPts val="600"/>
              </a:spcBef>
              <a:spcAft>
                <a:spcPts val="0"/>
              </a:spcAft>
              <a:buNone/>
            </a:pPr>
            <a:r>
              <a:rPr lang="en" sz="1400" u="sng">
                <a:solidFill>
                  <a:schemeClr val="hlink"/>
                </a:solidFill>
                <a:hlinkClick r:id="rId10"/>
              </a:rPr>
              <a:t>Family Engagement </a:t>
            </a:r>
            <a:r>
              <a:rPr lang="en" sz="1400" u="sng">
                <a:solidFill>
                  <a:schemeClr val="hlink"/>
                </a:solidFill>
                <a:hlinkClick r:id="rId11"/>
              </a:rPr>
              <a:t>Evaluation</a:t>
            </a:r>
            <a:r>
              <a:rPr lang="en" sz="1400" u="sng">
                <a:solidFill>
                  <a:schemeClr val="hlink"/>
                </a:solidFill>
                <a:hlinkClick r:id="rId12"/>
              </a:rPr>
              <a:t> Tools</a:t>
            </a:r>
            <a:r>
              <a:rPr lang="en" sz="1400"/>
              <a:t> </a:t>
            </a:r>
            <a:endParaRPr sz="1400"/>
          </a:p>
        </p:txBody>
      </p:sp>
      <p:sp>
        <p:nvSpPr>
          <p:cNvPr id="452" name="Google Shape;452;p37"/>
          <p:cNvSpPr txBox="1"/>
          <p:nvPr>
            <p:ph idx="3" type="body"/>
          </p:nvPr>
        </p:nvSpPr>
        <p:spPr>
          <a:xfrm>
            <a:off x="4698675" y="1674225"/>
            <a:ext cx="1923900" cy="27918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400"/>
              <a:t>Ruby Payne Poverty Awareness Training </a:t>
            </a:r>
            <a:endParaRPr sz="1400"/>
          </a:p>
          <a:p>
            <a:pPr indent="0" lvl="0" marL="0" rtl="0" algn="l">
              <a:spcBef>
                <a:spcPts val="600"/>
              </a:spcBef>
              <a:spcAft>
                <a:spcPts val="0"/>
              </a:spcAft>
              <a:buNone/>
            </a:pPr>
            <a:r>
              <a:rPr lang="en" sz="1400" u="sng">
                <a:solidFill>
                  <a:schemeClr val="hlink"/>
                </a:solidFill>
                <a:hlinkClick r:id="rId13"/>
              </a:rPr>
              <a:t>Trauma-Informed Oregon</a:t>
            </a:r>
            <a:r>
              <a:rPr lang="en" sz="1400"/>
              <a:t> </a:t>
            </a:r>
            <a:endParaRPr sz="1400"/>
          </a:p>
          <a:p>
            <a:pPr indent="0" lvl="0" marL="0" rtl="0" algn="l">
              <a:spcBef>
                <a:spcPts val="600"/>
              </a:spcBef>
              <a:spcAft>
                <a:spcPts val="0"/>
              </a:spcAft>
              <a:buNone/>
            </a:pPr>
            <a:r>
              <a:rPr lang="en" sz="1400"/>
              <a:t>Cultural Responsiveness Workshops </a:t>
            </a:r>
            <a:endParaRPr sz="1400"/>
          </a:p>
          <a:p>
            <a:pPr indent="0" lvl="0" marL="0" rtl="0" algn="l">
              <a:spcBef>
                <a:spcPts val="600"/>
              </a:spcBef>
              <a:spcAft>
                <a:spcPts val="0"/>
              </a:spcAft>
              <a:buNone/>
            </a:pPr>
            <a:r>
              <a:rPr lang="en" sz="1400"/>
              <a:t>Parent-led Workshops</a:t>
            </a:r>
            <a:r>
              <a:rPr lang="en" sz="1400"/>
              <a:t> </a:t>
            </a:r>
            <a:endParaRPr sz="1400"/>
          </a:p>
        </p:txBody>
      </p:sp>
      <p:sp>
        <p:nvSpPr>
          <p:cNvPr id="453" name="Google Shape;453;p37"/>
          <p:cNvSpPr txBox="1"/>
          <p:nvPr/>
        </p:nvSpPr>
        <p:spPr>
          <a:xfrm>
            <a:off x="653625" y="1180163"/>
            <a:ext cx="1923900" cy="6156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74F67"/>
                </a:solidFill>
                <a:latin typeface="ABeeZee"/>
                <a:ea typeface="ABeeZee"/>
                <a:cs typeface="ABeeZee"/>
                <a:sym typeface="ABeeZee"/>
              </a:rPr>
              <a:t>Websites</a:t>
            </a:r>
            <a:endParaRPr>
              <a:solidFill>
                <a:srgbClr val="474F67"/>
              </a:solidFill>
              <a:latin typeface="ABeeZee"/>
              <a:ea typeface="ABeeZee"/>
              <a:cs typeface="ABeeZee"/>
              <a:sym typeface="ABeeZee"/>
            </a:endParaRPr>
          </a:p>
          <a:p>
            <a:pPr indent="0" lvl="0" marL="0" rtl="0" algn="ctr">
              <a:spcBef>
                <a:spcPts val="0"/>
              </a:spcBef>
              <a:spcAft>
                <a:spcPts val="0"/>
              </a:spcAft>
              <a:buNone/>
            </a:pPr>
            <a:r>
              <a:t/>
            </a:r>
            <a:endParaRPr>
              <a:solidFill>
                <a:srgbClr val="474F67"/>
              </a:solidFill>
              <a:latin typeface="ABeeZee"/>
              <a:ea typeface="ABeeZee"/>
              <a:cs typeface="ABeeZee"/>
              <a:sym typeface="ABeeZee"/>
            </a:endParaRPr>
          </a:p>
        </p:txBody>
      </p:sp>
      <p:sp>
        <p:nvSpPr>
          <p:cNvPr id="454" name="Google Shape;454;p37"/>
          <p:cNvSpPr txBox="1"/>
          <p:nvPr/>
        </p:nvSpPr>
        <p:spPr>
          <a:xfrm>
            <a:off x="2676150" y="1180174"/>
            <a:ext cx="1923900" cy="5850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74F67"/>
                </a:solidFill>
                <a:latin typeface="ABeeZee"/>
                <a:ea typeface="ABeeZee"/>
                <a:cs typeface="ABeeZee"/>
                <a:sym typeface="ABeeZee"/>
              </a:rPr>
              <a:t>Assessment Tools</a:t>
            </a:r>
            <a:r>
              <a:rPr lang="en" sz="1200">
                <a:solidFill>
                  <a:srgbClr val="474F67"/>
                </a:solidFill>
                <a:latin typeface="ABeeZee"/>
                <a:ea typeface="ABeeZee"/>
                <a:cs typeface="ABeeZee"/>
                <a:sym typeface="ABeeZee"/>
              </a:rPr>
              <a:t>	</a:t>
            </a:r>
            <a:endParaRPr sz="1200">
              <a:solidFill>
                <a:srgbClr val="474F67"/>
              </a:solidFill>
              <a:latin typeface="ABeeZee"/>
              <a:ea typeface="ABeeZee"/>
              <a:cs typeface="ABeeZee"/>
              <a:sym typeface="ABeeZee"/>
            </a:endParaRPr>
          </a:p>
        </p:txBody>
      </p:sp>
      <p:sp>
        <p:nvSpPr>
          <p:cNvPr id="455" name="Google Shape;455;p37"/>
          <p:cNvSpPr txBox="1"/>
          <p:nvPr/>
        </p:nvSpPr>
        <p:spPr>
          <a:xfrm>
            <a:off x="4698675" y="1180175"/>
            <a:ext cx="1923900" cy="615600"/>
          </a:xfrm>
          <a:prstGeom prst="rect">
            <a:avLst/>
          </a:prstGeom>
          <a:solidFill>
            <a:srgbClr val="FF9900"/>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74F67"/>
                </a:solidFill>
                <a:latin typeface="ABeeZee"/>
                <a:ea typeface="ABeeZee"/>
                <a:cs typeface="ABeeZee"/>
                <a:sym typeface="ABeeZee"/>
              </a:rPr>
              <a:t>Professional Development</a:t>
            </a:r>
            <a:r>
              <a:rPr lang="en">
                <a:solidFill>
                  <a:srgbClr val="474F67"/>
                </a:solidFill>
                <a:latin typeface="ABeeZee"/>
                <a:ea typeface="ABeeZee"/>
                <a:cs typeface="ABeeZee"/>
                <a:sym typeface="ABeeZee"/>
              </a:rPr>
              <a:t> </a:t>
            </a:r>
            <a:endParaRPr>
              <a:solidFill>
                <a:srgbClr val="474F67"/>
              </a:solidFill>
              <a:latin typeface="ABeeZee"/>
              <a:ea typeface="ABeeZee"/>
              <a:cs typeface="ABeeZee"/>
              <a:sym typeface="ABeeZee"/>
            </a:endParaRPr>
          </a:p>
        </p:txBody>
      </p:sp>
      <p:grpSp>
        <p:nvGrpSpPr>
          <p:cNvPr id="456" name="Google Shape;456;p37"/>
          <p:cNvGrpSpPr/>
          <p:nvPr/>
        </p:nvGrpSpPr>
        <p:grpSpPr>
          <a:xfrm flipH="1">
            <a:off x="7488534" y="3637864"/>
            <a:ext cx="1655476" cy="1505645"/>
            <a:chOff x="4163225" y="296325"/>
            <a:chExt cx="1399625" cy="1272950"/>
          </a:xfrm>
        </p:grpSpPr>
        <p:sp>
          <p:nvSpPr>
            <p:cNvPr id="457" name="Google Shape;457;p37"/>
            <p:cNvSpPr/>
            <p:nvPr/>
          </p:nvSpPr>
          <p:spPr>
            <a:xfrm>
              <a:off x="4209700" y="296325"/>
              <a:ext cx="949000" cy="996100"/>
            </a:xfrm>
            <a:custGeom>
              <a:rect b="b" l="l" r="r" t="t"/>
              <a:pathLst>
                <a:path extrusionOk="0" h="39844" w="37960">
                  <a:moveTo>
                    <a:pt x="16727" y="0"/>
                  </a:moveTo>
                  <a:lnTo>
                    <a:pt x="16345" y="26"/>
                  </a:lnTo>
                  <a:lnTo>
                    <a:pt x="15963" y="102"/>
                  </a:lnTo>
                  <a:lnTo>
                    <a:pt x="15275" y="382"/>
                  </a:lnTo>
                  <a:lnTo>
                    <a:pt x="14715" y="815"/>
                  </a:lnTo>
                  <a:lnTo>
                    <a:pt x="14308" y="1401"/>
                  </a:lnTo>
                  <a:lnTo>
                    <a:pt x="14155" y="1706"/>
                  </a:lnTo>
                  <a:lnTo>
                    <a:pt x="13850" y="1502"/>
                  </a:lnTo>
                  <a:lnTo>
                    <a:pt x="13188" y="1222"/>
                  </a:lnTo>
                  <a:lnTo>
                    <a:pt x="12450" y="1146"/>
                  </a:lnTo>
                  <a:lnTo>
                    <a:pt x="11711" y="1222"/>
                  </a:lnTo>
                  <a:lnTo>
                    <a:pt x="11355" y="1375"/>
                  </a:lnTo>
                  <a:lnTo>
                    <a:pt x="10998" y="1528"/>
                  </a:lnTo>
                  <a:lnTo>
                    <a:pt x="10413" y="1986"/>
                  </a:lnTo>
                  <a:lnTo>
                    <a:pt x="10005" y="2546"/>
                  </a:lnTo>
                  <a:lnTo>
                    <a:pt x="9776" y="3183"/>
                  </a:lnTo>
                  <a:lnTo>
                    <a:pt x="9725" y="3539"/>
                  </a:lnTo>
                  <a:lnTo>
                    <a:pt x="9394" y="3412"/>
                  </a:lnTo>
                  <a:lnTo>
                    <a:pt x="8656" y="3310"/>
                  </a:lnTo>
                  <a:lnTo>
                    <a:pt x="7943" y="3412"/>
                  </a:lnTo>
                  <a:lnTo>
                    <a:pt x="7256" y="3692"/>
                  </a:lnTo>
                  <a:lnTo>
                    <a:pt x="6925" y="3921"/>
                  </a:lnTo>
                  <a:lnTo>
                    <a:pt x="6645" y="4150"/>
                  </a:lnTo>
                  <a:lnTo>
                    <a:pt x="6212" y="4736"/>
                  </a:lnTo>
                  <a:lnTo>
                    <a:pt x="5983" y="5398"/>
                  </a:lnTo>
                  <a:lnTo>
                    <a:pt x="5932" y="6060"/>
                  </a:lnTo>
                  <a:lnTo>
                    <a:pt x="6008" y="6416"/>
                  </a:lnTo>
                  <a:lnTo>
                    <a:pt x="5627" y="6390"/>
                  </a:lnTo>
                  <a:lnTo>
                    <a:pt x="4914" y="6467"/>
                  </a:lnTo>
                  <a:lnTo>
                    <a:pt x="4226" y="6747"/>
                  </a:lnTo>
                  <a:lnTo>
                    <a:pt x="3641" y="7180"/>
                  </a:lnTo>
                  <a:lnTo>
                    <a:pt x="3412" y="7485"/>
                  </a:lnTo>
                  <a:lnTo>
                    <a:pt x="3208" y="7791"/>
                  </a:lnTo>
                  <a:lnTo>
                    <a:pt x="2953" y="8453"/>
                  </a:lnTo>
                  <a:lnTo>
                    <a:pt x="2928" y="9140"/>
                  </a:lnTo>
                  <a:lnTo>
                    <a:pt x="3081" y="9802"/>
                  </a:lnTo>
                  <a:lnTo>
                    <a:pt x="3233" y="10133"/>
                  </a:lnTo>
                  <a:lnTo>
                    <a:pt x="2877" y="10184"/>
                  </a:lnTo>
                  <a:lnTo>
                    <a:pt x="2215" y="10464"/>
                  </a:lnTo>
                  <a:lnTo>
                    <a:pt x="1630" y="10897"/>
                  </a:lnTo>
                  <a:lnTo>
                    <a:pt x="1197" y="11482"/>
                  </a:lnTo>
                  <a:lnTo>
                    <a:pt x="1044" y="11813"/>
                  </a:lnTo>
                  <a:lnTo>
                    <a:pt x="942" y="12170"/>
                  </a:lnTo>
                  <a:lnTo>
                    <a:pt x="891" y="12857"/>
                  </a:lnTo>
                  <a:lnTo>
                    <a:pt x="1069" y="13544"/>
                  </a:lnTo>
                  <a:lnTo>
                    <a:pt x="1400" y="14130"/>
                  </a:lnTo>
                  <a:lnTo>
                    <a:pt x="1655" y="14410"/>
                  </a:lnTo>
                  <a:lnTo>
                    <a:pt x="1324" y="14563"/>
                  </a:lnTo>
                  <a:lnTo>
                    <a:pt x="764" y="14996"/>
                  </a:lnTo>
                  <a:lnTo>
                    <a:pt x="331" y="15556"/>
                  </a:lnTo>
                  <a:lnTo>
                    <a:pt x="77" y="16218"/>
                  </a:lnTo>
                  <a:lnTo>
                    <a:pt x="51" y="16574"/>
                  </a:lnTo>
                  <a:lnTo>
                    <a:pt x="26" y="16930"/>
                  </a:lnTo>
                  <a:lnTo>
                    <a:pt x="178" y="17567"/>
                  </a:lnTo>
                  <a:lnTo>
                    <a:pt x="484" y="18127"/>
                  </a:lnTo>
                  <a:lnTo>
                    <a:pt x="917" y="18611"/>
                  </a:lnTo>
                  <a:lnTo>
                    <a:pt x="1197" y="18814"/>
                  </a:lnTo>
                  <a:lnTo>
                    <a:pt x="917" y="18993"/>
                  </a:lnTo>
                  <a:lnTo>
                    <a:pt x="484" y="19451"/>
                  </a:lnTo>
                  <a:lnTo>
                    <a:pt x="178" y="19985"/>
                  </a:lnTo>
                  <a:lnTo>
                    <a:pt x="26" y="20596"/>
                  </a:lnTo>
                  <a:lnTo>
                    <a:pt x="0" y="20902"/>
                  </a:lnTo>
                  <a:lnTo>
                    <a:pt x="26" y="21258"/>
                  </a:lnTo>
                  <a:lnTo>
                    <a:pt x="204" y="21895"/>
                  </a:lnTo>
                  <a:lnTo>
                    <a:pt x="560" y="22455"/>
                  </a:lnTo>
                  <a:lnTo>
                    <a:pt x="1044" y="22913"/>
                  </a:lnTo>
                  <a:lnTo>
                    <a:pt x="1324" y="23091"/>
                  </a:lnTo>
                  <a:lnTo>
                    <a:pt x="1044" y="23321"/>
                  </a:lnTo>
                  <a:lnTo>
                    <a:pt x="637" y="23881"/>
                  </a:lnTo>
                  <a:lnTo>
                    <a:pt x="382" y="24517"/>
                  </a:lnTo>
                  <a:lnTo>
                    <a:pt x="306" y="25205"/>
                  </a:lnTo>
                  <a:lnTo>
                    <a:pt x="382" y="25561"/>
                  </a:lnTo>
                  <a:lnTo>
                    <a:pt x="458" y="25917"/>
                  </a:lnTo>
                  <a:lnTo>
                    <a:pt x="815" y="26554"/>
                  </a:lnTo>
                  <a:lnTo>
                    <a:pt x="1324" y="27063"/>
                  </a:lnTo>
                  <a:lnTo>
                    <a:pt x="1960" y="27419"/>
                  </a:lnTo>
                  <a:lnTo>
                    <a:pt x="2291" y="27521"/>
                  </a:lnTo>
                  <a:lnTo>
                    <a:pt x="2088" y="27801"/>
                  </a:lnTo>
                  <a:lnTo>
                    <a:pt x="1859" y="28463"/>
                  </a:lnTo>
                  <a:lnTo>
                    <a:pt x="1782" y="29151"/>
                  </a:lnTo>
                  <a:lnTo>
                    <a:pt x="1935" y="29838"/>
                  </a:lnTo>
                  <a:lnTo>
                    <a:pt x="2088" y="30169"/>
                  </a:lnTo>
                  <a:lnTo>
                    <a:pt x="2291" y="30475"/>
                  </a:lnTo>
                  <a:lnTo>
                    <a:pt x="2801" y="30984"/>
                  </a:lnTo>
                  <a:lnTo>
                    <a:pt x="3437" y="31340"/>
                  </a:lnTo>
                  <a:lnTo>
                    <a:pt x="4150" y="31518"/>
                  </a:lnTo>
                  <a:lnTo>
                    <a:pt x="4506" y="31544"/>
                  </a:lnTo>
                  <a:lnTo>
                    <a:pt x="4405" y="31875"/>
                  </a:lnTo>
                  <a:lnTo>
                    <a:pt x="4354" y="32562"/>
                  </a:lnTo>
                  <a:lnTo>
                    <a:pt x="4481" y="33224"/>
                  </a:lnTo>
                  <a:lnTo>
                    <a:pt x="4812" y="33861"/>
                  </a:lnTo>
                  <a:lnTo>
                    <a:pt x="5066" y="34141"/>
                  </a:lnTo>
                  <a:lnTo>
                    <a:pt x="5347" y="34395"/>
                  </a:lnTo>
                  <a:lnTo>
                    <a:pt x="5983" y="34752"/>
                  </a:lnTo>
                  <a:lnTo>
                    <a:pt x="6696" y="34955"/>
                  </a:lnTo>
                  <a:lnTo>
                    <a:pt x="7434" y="34955"/>
                  </a:lnTo>
                  <a:lnTo>
                    <a:pt x="7791" y="34879"/>
                  </a:lnTo>
                  <a:lnTo>
                    <a:pt x="7791" y="35210"/>
                  </a:lnTo>
                  <a:lnTo>
                    <a:pt x="7918" y="35872"/>
                  </a:lnTo>
                  <a:lnTo>
                    <a:pt x="8249" y="36508"/>
                  </a:lnTo>
                  <a:lnTo>
                    <a:pt x="8758" y="37017"/>
                  </a:lnTo>
                  <a:lnTo>
                    <a:pt x="9089" y="37221"/>
                  </a:lnTo>
                  <a:lnTo>
                    <a:pt x="9420" y="37399"/>
                  </a:lnTo>
                  <a:lnTo>
                    <a:pt x="10158" y="37578"/>
                  </a:lnTo>
                  <a:lnTo>
                    <a:pt x="10871" y="37578"/>
                  </a:lnTo>
                  <a:lnTo>
                    <a:pt x="11584" y="37399"/>
                  </a:lnTo>
                  <a:lnTo>
                    <a:pt x="11915" y="37247"/>
                  </a:lnTo>
                  <a:lnTo>
                    <a:pt x="11991" y="37578"/>
                  </a:lnTo>
                  <a:lnTo>
                    <a:pt x="12322" y="38189"/>
                  </a:lnTo>
                  <a:lnTo>
                    <a:pt x="12831" y="38698"/>
                  </a:lnTo>
                  <a:lnTo>
                    <a:pt x="13468" y="39054"/>
                  </a:lnTo>
                  <a:lnTo>
                    <a:pt x="13824" y="39181"/>
                  </a:lnTo>
                  <a:lnTo>
                    <a:pt x="14206" y="39258"/>
                  </a:lnTo>
                  <a:lnTo>
                    <a:pt x="14970" y="39258"/>
                  </a:lnTo>
                  <a:lnTo>
                    <a:pt x="15683" y="39054"/>
                  </a:lnTo>
                  <a:lnTo>
                    <a:pt x="16294" y="38698"/>
                  </a:lnTo>
                  <a:lnTo>
                    <a:pt x="16574" y="38469"/>
                  </a:lnTo>
                  <a:lnTo>
                    <a:pt x="16752" y="38749"/>
                  </a:lnTo>
                  <a:lnTo>
                    <a:pt x="17236" y="39258"/>
                  </a:lnTo>
                  <a:lnTo>
                    <a:pt x="17872" y="39614"/>
                  </a:lnTo>
                  <a:lnTo>
                    <a:pt x="18585" y="39818"/>
                  </a:lnTo>
                  <a:lnTo>
                    <a:pt x="18992" y="39843"/>
                  </a:lnTo>
                  <a:lnTo>
                    <a:pt x="19069" y="39843"/>
                  </a:lnTo>
                  <a:lnTo>
                    <a:pt x="19451" y="39818"/>
                  </a:lnTo>
                  <a:lnTo>
                    <a:pt x="20164" y="39614"/>
                  </a:lnTo>
                  <a:lnTo>
                    <a:pt x="20800" y="39258"/>
                  </a:lnTo>
                  <a:lnTo>
                    <a:pt x="21284" y="38749"/>
                  </a:lnTo>
                  <a:lnTo>
                    <a:pt x="21462" y="38443"/>
                  </a:lnTo>
                  <a:lnTo>
                    <a:pt x="21742" y="38698"/>
                  </a:lnTo>
                  <a:lnTo>
                    <a:pt x="22353" y="39054"/>
                  </a:lnTo>
                  <a:lnTo>
                    <a:pt x="23066" y="39232"/>
                  </a:lnTo>
                  <a:lnTo>
                    <a:pt x="23804" y="39232"/>
                  </a:lnTo>
                  <a:lnTo>
                    <a:pt x="24186" y="39156"/>
                  </a:lnTo>
                  <a:lnTo>
                    <a:pt x="24568" y="39029"/>
                  </a:lnTo>
                  <a:lnTo>
                    <a:pt x="25204" y="38672"/>
                  </a:lnTo>
                  <a:lnTo>
                    <a:pt x="25688" y="38163"/>
                  </a:lnTo>
                  <a:lnTo>
                    <a:pt x="26019" y="37527"/>
                  </a:lnTo>
                  <a:lnTo>
                    <a:pt x="26121" y="37196"/>
                  </a:lnTo>
                  <a:lnTo>
                    <a:pt x="26452" y="37374"/>
                  </a:lnTo>
                  <a:lnTo>
                    <a:pt x="27139" y="37552"/>
                  </a:lnTo>
                  <a:lnTo>
                    <a:pt x="27878" y="37552"/>
                  </a:lnTo>
                  <a:lnTo>
                    <a:pt x="28616" y="37374"/>
                  </a:lnTo>
                  <a:lnTo>
                    <a:pt x="28947" y="37196"/>
                  </a:lnTo>
                  <a:lnTo>
                    <a:pt x="29278" y="36966"/>
                  </a:lnTo>
                  <a:lnTo>
                    <a:pt x="29762" y="36457"/>
                  </a:lnTo>
                  <a:lnTo>
                    <a:pt x="30093" y="35846"/>
                  </a:lnTo>
                  <a:lnTo>
                    <a:pt x="30245" y="35159"/>
                  </a:lnTo>
                  <a:lnTo>
                    <a:pt x="30220" y="34828"/>
                  </a:lnTo>
                  <a:lnTo>
                    <a:pt x="30576" y="34904"/>
                  </a:lnTo>
                  <a:lnTo>
                    <a:pt x="31315" y="34904"/>
                  </a:lnTo>
                  <a:lnTo>
                    <a:pt x="32027" y="34701"/>
                  </a:lnTo>
                  <a:lnTo>
                    <a:pt x="32664" y="34344"/>
                  </a:lnTo>
                  <a:lnTo>
                    <a:pt x="32944" y="34090"/>
                  </a:lnTo>
                  <a:lnTo>
                    <a:pt x="33198" y="33810"/>
                  </a:lnTo>
                  <a:lnTo>
                    <a:pt x="33529" y="33173"/>
                  </a:lnTo>
                  <a:lnTo>
                    <a:pt x="33657" y="32511"/>
                  </a:lnTo>
                  <a:lnTo>
                    <a:pt x="33606" y="31824"/>
                  </a:lnTo>
                  <a:lnTo>
                    <a:pt x="33504" y="31493"/>
                  </a:lnTo>
                  <a:lnTo>
                    <a:pt x="33860" y="31467"/>
                  </a:lnTo>
                  <a:lnTo>
                    <a:pt x="34573" y="31289"/>
                  </a:lnTo>
                  <a:lnTo>
                    <a:pt x="35184" y="30933"/>
                  </a:lnTo>
                  <a:lnTo>
                    <a:pt x="35719" y="30424"/>
                  </a:lnTo>
                  <a:lnTo>
                    <a:pt x="35897" y="30093"/>
                  </a:lnTo>
                  <a:lnTo>
                    <a:pt x="36075" y="29762"/>
                  </a:lnTo>
                  <a:lnTo>
                    <a:pt x="36203" y="29074"/>
                  </a:lnTo>
                  <a:lnTo>
                    <a:pt x="36152" y="28387"/>
                  </a:lnTo>
                  <a:lnTo>
                    <a:pt x="35897" y="27750"/>
                  </a:lnTo>
                  <a:lnTo>
                    <a:pt x="35693" y="27445"/>
                  </a:lnTo>
                  <a:lnTo>
                    <a:pt x="36024" y="27343"/>
                  </a:lnTo>
                  <a:lnTo>
                    <a:pt x="36661" y="26987"/>
                  </a:lnTo>
                  <a:lnTo>
                    <a:pt x="37170" y="26477"/>
                  </a:lnTo>
                  <a:lnTo>
                    <a:pt x="37501" y="25841"/>
                  </a:lnTo>
                  <a:lnTo>
                    <a:pt x="37603" y="25510"/>
                  </a:lnTo>
                  <a:lnTo>
                    <a:pt x="37654" y="25128"/>
                  </a:lnTo>
                  <a:lnTo>
                    <a:pt x="37603" y="24441"/>
                  </a:lnTo>
                  <a:lnTo>
                    <a:pt x="37348" y="23804"/>
                  </a:lnTo>
                  <a:lnTo>
                    <a:pt x="36915" y="23244"/>
                  </a:lnTo>
                  <a:lnTo>
                    <a:pt x="36635" y="23041"/>
                  </a:lnTo>
                  <a:lnTo>
                    <a:pt x="36941" y="22837"/>
                  </a:lnTo>
                  <a:lnTo>
                    <a:pt x="37399" y="22379"/>
                  </a:lnTo>
                  <a:lnTo>
                    <a:pt x="37756" y="21819"/>
                  </a:lnTo>
                  <a:lnTo>
                    <a:pt x="37934" y="21182"/>
                  </a:lnTo>
                  <a:lnTo>
                    <a:pt x="37959" y="20851"/>
                  </a:lnTo>
                  <a:lnTo>
                    <a:pt x="37934" y="20520"/>
                  </a:lnTo>
                  <a:lnTo>
                    <a:pt x="37781" y="19909"/>
                  </a:lnTo>
                  <a:lnTo>
                    <a:pt x="37476" y="19374"/>
                  </a:lnTo>
                  <a:lnTo>
                    <a:pt x="37043" y="18916"/>
                  </a:lnTo>
                  <a:lnTo>
                    <a:pt x="36788" y="18738"/>
                  </a:lnTo>
                  <a:lnTo>
                    <a:pt x="37043" y="18560"/>
                  </a:lnTo>
                  <a:lnTo>
                    <a:pt x="37476" y="18076"/>
                  </a:lnTo>
                  <a:lnTo>
                    <a:pt x="37781" y="17491"/>
                  </a:lnTo>
                  <a:lnTo>
                    <a:pt x="37934" y="16854"/>
                  </a:lnTo>
                  <a:lnTo>
                    <a:pt x="37908" y="16523"/>
                  </a:lnTo>
                  <a:lnTo>
                    <a:pt x="37883" y="16141"/>
                  </a:lnTo>
                  <a:lnTo>
                    <a:pt x="37628" y="15479"/>
                  </a:lnTo>
                  <a:lnTo>
                    <a:pt x="37196" y="14919"/>
                  </a:lnTo>
                  <a:lnTo>
                    <a:pt x="36635" y="14486"/>
                  </a:lnTo>
                  <a:lnTo>
                    <a:pt x="36304" y="14334"/>
                  </a:lnTo>
                  <a:lnTo>
                    <a:pt x="36534" y="14079"/>
                  </a:lnTo>
                  <a:lnTo>
                    <a:pt x="36890" y="13468"/>
                  </a:lnTo>
                  <a:lnTo>
                    <a:pt x="37043" y="12806"/>
                  </a:lnTo>
                  <a:lnTo>
                    <a:pt x="36992" y="12093"/>
                  </a:lnTo>
                  <a:lnTo>
                    <a:pt x="36890" y="11737"/>
                  </a:lnTo>
                  <a:lnTo>
                    <a:pt x="36737" y="11406"/>
                  </a:lnTo>
                  <a:lnTo>
                    <a:pt x="36304" y="10820"/>
                  </a:lnTo>
                  <a:lnTo>
                    <a:pt x="35719" y="10388"/>
                  </a:lnTo>
                  <a:lnTo>
                    <a:pt x="35057" y="10133"/>
                  </a:lnTo>
                  <a:lnTo>
                    <a:pt x="34701" y="10057"/>
                  </a:lnTo>
                  <a:lnTo>
                    <a:pt x="34853" y="9751"/>
                  </a:lnTo>
                  <a:lnTo>
                    <a:pt x="35006" y="9089"/>
                  </a:lnTo>
                  <a:lnTo>
                    <a:pt x="34955" y="8402"/>
                  </a:lnTo>
                  <a:lnTo>
                    <a:pt x="34701" y="7740"/>
                  </a:lnTo>
                  <a:lnTo>
                    <a:pt x="34497" y="7434"/>
                  </a:lnTo>
                  <a:lnTo>
                    <a:pt x="34268" y="7129"/>
                  </a:lnTo>
                  <a:lnTo>
                    <a:pt x="33682" y="6696"/>
                  </a:lnTo>
                  <a:lnTo>
                    <a:pt x="32995" y="6416"/>
                  </a:lnTo>
                  <a:lnTo>
                    <a:pt x="32282" y="6340"/>
                  </a:lnTo>
                  <a:lnTo>
                    <a:pt x="31900" y="6365"/>
                  </a:lnTo>
                  <a:lnTo>
                    <a:pt x="31976" y="6034"/>
                  </a:lnTo>
                  <a:lnTo>
                    <a:pt x="31926" y="5347"/>
                  </a:lnTo>
                  <a:lnTo>
                    <a:pt x="31696" y="4685"/>
                  </a:lnTo>
                  <a:lnTo>
                    <a:pt x="31264" y="4099"/>
                  </a:lnTo>
                  <a:lnTo>
                    <a:pt x="30958" y="3870"/>
                  </a:lnTo>
                  <a:lnTo>
                    <a:pt x="30653" y="3641"/>
                  </a:lnTo>
                  <a:lnTo>
                    <a:pt x="29965" y="3361"/>
                  </a:lnTo>
                  <a:lnTo>
                    <a:pt x="29227" y="3285"/>
                  </a:lnTo>
                  <a:lnTo>
                    <a:pt x="28514" y="3386"/>
                  </a:lnTo>
                  <a:lnTo>
                    <a:pt x="28158" y="3514"/>
                  </a:lnTo>
                  <a:lnTo>
                    <a:pt x="28132" y="3157"/>
                  </a:lnTo>
                  <a:lnTo>
                    <a:pt x="27878" y="2521"/>
                  </a:lnTo>
                  <a:lnTo>
                    <a:pt x="27470" y="1935"/>
                  </a:lnTo>
                  <a:lnTo>
                    <a:pt x="26885" y="1502"/>
                  </a:lnTo>
                  <a:lnTo>
                    <a:pt x="26528" y="1324"/>
                  </a:lnTo>
                  <a:lnTo>
                    <a:pt x="26172" y="1197"/>
                  </a:lnTo>
                  <a:lnTo>
                    <a:pt x="25434" y="1121"/>
                  </a:lnTo>
                  <a:lnTo>
                    <a:pt x="24695" y="1222"/>
                  </a:lnTo>
                  <a:lnTo>
                    <a:pt x="24033" y="1477"/>
                  </a:lnTo>
                  <a:lnTo>
                    <a:pt x="23728" y="1706"/>
                  </a:lnTo>
                  <a:lnTo>
                    <a:pt x="23601" y="1375"/>
                  </a:lnTo>
                  <a:lnTo>
                    <a:pt x="23168" y="815"/>
                  </a:lnTo>
                  <a:lnTo>
                    <a:pt x="22608" y="382"/>
                  </a:lnTo>
                  <a:lnTo>
                    <a:pt x="21920" y="77"/>
                  </a:lnTo>
                  <a:lnTo>
                    <a:pt x="21538" y="26"/>
                  </a:lnTo>
                  <a:lnTo>
                    <a:pt x="21156" y="0"/>
                  </a:lnTo>
                  <a:lnTo>
                    <a:pt x="20393" y="102"/>
                  </a:lnTo>
                  <a:lnTo>
                    <a:pt x="19731" y="382"/>
                  </a:lnTo>
                  <a:lnTo>
                    <a:pt x="19171" y="815"/>
                  </a:lnTo>
                  <a:lnTo>
                    <a:pt x="18942" y="1095"/>
                  </a:lnTo>
                  <a:lnTo>
                    <a:pt x="18712" y="815"/>
                  </a:lnTo>
                  <a:lnTo>
                    <a:pt x="18152" y="382"/>
                  </a:lnTo>
                  <a:lnTo>
                    <a:pt x="17490" y="102"/>
                  </a:lnTo>
                  <a:lnTo>
                    <a:pt x="16727" y="0"/>
                  </a:lnTo>
                  <a:close/>
                </a:path>
              </a:pathLst>
            </a:custGeom>
            <a:solidFill>
              <a:srgbClr val="1409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37"/>
            <p:cNvSpPr/>
            <p:nvPr/>
          </p:nvSpPr>
          <p:spPr>
            <a:xfrm>
              <a:off x="4277800" y="866600"/>
              <a:ext cx="68125" cy="190975"/>
            </a:xfrm>
            <a:custGeom>
              <a:rect b="b" l="l" r="r" t="t"/>
              <a:pathLst>
                <a:path extrusionOk="0" h="7639" w="2725">
                  <a:moveTo>
                    <a:pt x="2724" y="0"/>
                  </a:moveTo>
                  <a:lnTo>
                    <a:pt x="2164" y="51"/>
                  </a:lnTo>
                  <a:lnTo>
                    <a:pt x="1197" y="459"/>
                  </a:lnTo>
                  <a:lnTo>
                    <a:pt x="459" y="1197"/>
                  </a:lnTo>
                  <a:lnTo>
                    <a:pt x="26" y="2190"/>
                  </a:lnTo>
                  <a:lnTo>
                    <a:pt x="0" y="2750"/>
                  </a:lnTo>
                  <a:lnTo>
                    <a:pt x="0" y="4914"/>
                  </a:lnTo>
                  <a:lnTo>
                    <a:pt x="26" y="5474"/>
                  </a:lnTo>
                  <a:lnTo>
                    <a:pt x="459" y="6467"/>
                  </a:lnTo>
                  <a:lnTo>
                    <a:pt x="1197" y="7205"/>
                  </a:lnTo>
                  <a:lnTo>
                    <a:pt x="2164" y="7613"/>
                  </a:lnTo>
                  <a:lnTo>
                    <a:pt x="2724" y="7638"/>
                  </a:lnTo>
                  <a:lnTo>
                    <a:pt x="2724" y="0"/>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7"/>
            <p:cNvSpPr/>
            <p:nvPr/>
          </p:nvSpPr>
          <p:spPr>
            <a:xfrm>
              <a:off x="5022475" y="866600"/>
              <a:ext cx="68125" cy="190975"/>
            </a:xfrm>
            <a:custGeom>
              <a:rect b="b" l="l" r="r" t="t"/>
              <a:pathLst>
                <a:path extrusionOk="0" h="7639" w="2725">
                  <a:moveTo>
                    <a:pt x="0" y="0"/>
                  </a:moveTo>
                  <a:lnTo>
                    <a:pt x="0" y="7638"/>
                  </a:lnTo>
                  <a:lnTo>
                    <a:pt x="560" y="7613"/>
                  </a:lnTo>
                  <a:lnTo>
                    <a:pt x="1528" y="7205"/>
                  </a:lnTo>
                  <a:lnTo>
                    <a:pt x="2266" y="6467"/>
                  </a:lnTo>
                  <a:lnTo>
                    <a:pt x="2699" y="5474"/>
                  </a:lnTo>
                  <a:lnTo>
                    <a:pt x="2724" y="4914"/>
                  </a:lnTo>
                  <a:lnTo>
                    <a:pt x="2724" y="2750"/>
                  </a:lnTo>
                  <a:lnTo>
                    <a:pt x="2699" y="2190"/>
                  </a:lnTo>
                  <a:lnTo>
                    <a:pt x="2266" y="1197"/>
                  </a:lnTo>
                  <a:lnTo>
                    <a:pt x="1528" y="459"/>
                  </a:lnTo>
                  <a:lnTo>
                    <a:pt x="560" y="51"/>
                  </a:lnTo>
                  <a:lnTo>
                    <a:pt x="0" y="0"/>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7"/>
            <p:cNvSpPr/>
            <p:nvPr/>
          </p:nvSpPr>
          <p:spPr>
            <a:xfrm>
              <a:off x="4579475" y="1254850"/>
              <a:ext cx="210075" cy="264150"/>
            </a:xfrm>
            <a:custGeom>
              <a:rect b="b" l="l" r="r" t="t"/>
              <a:pathLst>
                <a:path extrusionOk="0" h="10566" w="8403">
                  <a:moveTo>
                    <a:pt x="1" y="0"/>
                  </a:moveTo>
                  <a:lnTo>
                    <a:pt x="1" y="10566"/>
                  </a:lnTo>
                  <a:lnTo>
                    <a:pt x="8402" y="10566"/>
                  </a:lnTo>
                  <a:lnTo>
                    <a:pt x="8402" y="0"/>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37"/>
            <p:cNvSpPr/>
            <p:nvPr/>
          </p:nvSpPr>
          <p:spPr>
            <a:xfrm>
              <a:off x="4333800" y="439525"/>
              <a:ext cx="700775" cy="875800"/>
            </a:xfrm>
            <a:custGeom>
              <a:rect b="b" l="l" r="r" t="t"/>
              <a:pathLst>
                <a:path extrusionOk="0" h="35032" w="28031">
                  <a:moveTo>
                    <a:pt x="14028" y="1"/>
                  </a:moveTo>
                  <a:lnTo>
                    <a:pt x="13290" y="26"/>
                  </a:lnTo>
                  <a:lnTo>
                    <a:pt x="11890" y="153"/>
                  </a:lnTo>
                  <a:lnTo>
                    <a:pt x="10515" y="433"/>
                  </a:lnTo>
                  <a:lnTo>
                    <a:pt x="9191" y="841"/>
                  </a:lnTo>
                  <a:lnTo>
                    <a:pt x="7944" y="1375"/>
                  </a:lnTo>
                  <a:lnTo>
                    <a:pt x="6747" y="2037"/>
                  </a:lnTo>
                  <a:lnTo>
                    <a:pt x="5627" y="2776"/>
                  </a:lnTo>
                  <a:lnTo>
                    <a:pt x="4583" y="3641"/>
                  </a:lnTo>
                  <a:lnTo>
                    <a:pt x="3641" y="4583"/>
                  </a:lnTo>
                  <a:lnTo>
                    <a:pt x="2776" y="5627"/>
                  </a:lnTo>
                  <a:lnTo>
                    <a:pt x="2012" y="6747"/>
                  </a:lnTo>
                  <a:lnTo>
                    <a:pt x="1375" y="7944"/>
                  </a:lnTo>
                  <a:lnTo>
                    <a:pt x="841" y="9191"/>
                  </a:lnTo>
                  <a:lnTo>
                    <a:pt x="433" y="10515"/>
                  </a:lnTo>
                  <a:lnTo>
                    <a:pt x="153" y="11890"/>
                  </a:lnTo>
                  <a:lnTo>
                    <a:pt x="1" y="13316"/>
                  </a:lnTo>
                  <a:lnTo>
                    <a:pt x="1" y="14028"/>
                  </a:lnTo>
                  <a:lnTo>
                    <a:pt x="1" y="21004"/>
                  </a:lnTo>
                  <a:lnTo>
                    <a:pt x="1" y="21717"/>
                  </a:lnTo>
                  <a:lnTo>
                    <a:pt x="153" y="23143"/>
                  </a:lnTo>
                  <a:lnTo>
                    <a:pt x="433" y="24517"/>
                  </a:lnTo>
                  <a:lnTo>
                    <a:pt x="841" y="25841"/>
                  </a:lnTo>
                  <a:lnTo>
                    <a:pt x="1375" y="27089"/>
                  </a:lnTo>
                  <a:lnTo>
                    <a:pt x="2012" y="28285"/>
                  </a:lnTo>
                  <a:lnTo>
                    <a:pt x="2776" y="29405"/>
                  </a:lnTo>
                  <a:lnTo>
                    <a:pt x="3641" y="30449"/>
                  </a:lnTo>
                  <a:lnTo>
                    <a:pt x="4583" y="31391"/>
                  </a:lnTo>
                  <a:lnTo>
                    <a:pt x="5627" y="32257"/>
                  </a:lnTo>
                  <a:lnTo>
                    <a:pt x="6747" y="32995"/>
                  </a:lnTo>
                  <a:lnTo>
                    <a:pt x="7944" y="33657"/>
                  </a:lnTo>
                  <a:lnTo>
                    <a:pt x="9191" y="34192"/>
                  </a:lnTo>
                  <a:lnTo>
                    <a:pt x="10515" y="34599"/>
                  </a:lnTo>
                  <a:lnTo>
                    <a:pt x="11890" y="34879"/>
                  </a:lnTo>
                  <a:lnTo>
                    <a:pt x="13290" y="35006"/>
                  </a:lnTo>
                  <a:lnTo>
                    <a:pt x="14028" y="35032"/>
                  </a:lnTo>
                  <a:lnTo>
                    <a:pt x="14741" y="35006"/>
                  </a:lnTo>
                  <a:lnTo>
                    <a:pt x="16167" y="34879"/>
                  </a:lnTo>
                  <a:lnTo>
                    <a:pt x="17516" y="34599"/>
                  </a:lnTo>
                  <a:lnTo>
                    <a:pt x="18840" y="34192"/>
                  </a:lnTo>
                  <a:lnTo>
                    <a:pt x="20088" y="33657"/>
                  </a:lnTo>
                  <a:lnTo>
                    <a:pt x="21284" y="32995"/>
                  </a:lnTo>
                  <a:lnTo>
                    <a:pt x="22404" y="32257"/>
                  </a:lnTo>
                  <a:lnTo>
                    <a:pt x="23448" y="31391"/>
                  </a:lnTo>
                  <a:lnTo>
                    <a:pt x="24390" y="30449"/>
                  </a:lnTo>
                  <a:lnTo>
                    <a:pt x="25256" y="29405"/>
                  </a:lnTo>
                  <a:lnTo>
                    <a:pt x="26020" y="28285"/>
                  </a:lnTo>
                  <a:lnTo>
                    <a:pt x="26656" y="27089"/>
                  </a:lnTo>
                  <a:lnTo>
                    <a:pt x="27191" y="25841"/>
                  </a:lnTo>
                  <a:lnTo>
                    <a:pt x="27598" y="24517"/>
                  </a:lnTo>
                  <a:lnTo>
                    <a:pt x="27878" y="23143"/>
                  </a:lnTo>
                  <a:lnTo>
                    <a:pt x="28031" y="21717"/>
                  </a:lnTo>
                  <a:lnTo>
                    <a:pt x="28031" y="21004"/>
                  </a:lnTo>
                  <a:lnTo>
                    <a:pt x="28031" y="14028"/>
                  </a:lnTo>
                  <a:lnTo>
                    <a:pt x="28031" y="13316"/>
                  </a:lnTo>
                  <a:lnTo>
                    <a:pt x="27878" y="11890"/>
                  </a:lnTo>
                  <a:lnTo>
                    <a:pt x="27598" y="10515"/>
                  </a:lnTo>
                  <a:lnTo>
                    <a:pt x="27191" y="9191"/>
                  </a:lnTo>
                  <a:lnTo>
                    <a:pt x="26656" y="7944"/>
                  </a:lnTo>
                  <a:lnTo>
                    <a:pt x="26020" y="6747"/>
                  </a:lnTo>
                  <a:lnTo>
                    <a:pt x="25256" y="5627"/>
                  </a:lnTo>
                  <a:lnTo>
                    <a:pt x="24390" y="4583"/>
                  </a:lnTo>
                  <a:lnTo>
                    <a:pt x="23448" y="3641"/>
                  </a:lnTo>
                  <a:lnTo>
                    <a:pt x="22404" y="2776"/>
                  </a:lnTo>
                  <a:lnTo>
                    <a:pt x="21284" y="2037"/>
                  </a:lnTo>
                  <a:lnTo>
                    <a:pt x="20088" y="1375"/>
                  </a:lnTo>
                  <a:lnTo>
                    <a:pt x="18840" y="841"/>
                  </a:lnTo>
                  <a:lnTo>
                    <a:pt x="17516" y="433"/>
                  </a:lnTo>
                  <a:lnTo>
                    <a:pt x="16167" y="153"/>
                  </a:lnTo>
                  <a:lnTo>
                    <a:pt x="14741" y="26"/>
                  </a:lnTo>
                  <a:lnTo>
                    <a:pt x="14028" y="1"/>
                  </a:lnTo>
                  <a:close/>
                </a:path>
              </a:pathLst>
            </a:custGeom>
            <a:solidFill>
              <a:srgbClr val="6B3F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37"/>
            <p:cNvSpPr/>
            <p:nvPr/>
          </p:nvSpPr>
          <p:spPr>
            <a:xfrm>
              <a:off x="4458550" y="933425"/>
              <a:ext cx="91050" cy="90400"/>
            </a:xfrm>
            <a:custGeom>
              <a:rect b="b" l="l" r="r" t="t"/>
              <a:pathLst>
                <a:path extrusionOk="0" h="3616" w="3642">
                  <a:moveTo>
                    <a:pt x="1808" y="1"/>
                  </a:moveTo>
                  <a:lnTo>
                    <a:pt x="1452" y="26"/>
                  </a:lnTo>
                  <a:lnTo>
                    <a:pt x="790" y="281"/>
                  </a:lnTo>
                  <a:lnTo>
                    <a:pt x="306" y="790"/>
                  </a:lnTo>
                  <a:lnTo>
                    <a:pt x="26" y="1426"/>
                  </a:lnTo>
                  <a:lnTo>
                    <a:pt x="1" y="1808"/>
                  </a:lnTo>
                  <a:lnTo>
                    <a:pt x="26" y="2165"/>
                  </a:lnTo>
                  <a:lnTo>
                    <a:pt x="306" y="2827"/>
                  </a:lnTo>
                  <a:lnTo>
                    <a:pt x="790" y="3310"/>
                  </a:lnTo>
                  <a:lnTo>
                    <a:pt x="1452" y="3590"/>
                  </a:lnTo>
                  <a:lnTo>
                    <a:pt x="1808" y="3616"/>
                  </a:lnTo>
                  <a:lnTo>
                    <a:pt x="2190" y="3590"/>
                  </a:lnTo>
                  <a:lnTo>
                    <a:pt x="2826" y="3310"/>
                  </a:lnTo>
                  <a:lnTo>
                    <a:pt x="3336" y="2827"/>
                  </a:lnTo>
                  <a:lnTo>
                    <a:pt x="3616" y="2165"/>
                  </a:lnTo>
                  <a:lnTo>
                    <a:pt x="3641" y="1808"/>
                  </a:lnTo>
                  <a:lnTo>
                    <a:pt x="3616" y="1426"/>
                  </a:lnTo>
                  <a:lnTo>
                    <a:pt x="3336" y="790"/>
                  </a:lnTo>
                  <a:lnTo>
                    <a:pt x="2826" y="281"/>
                  </a:lnTo>
                  <a:lnTo>
                    <a:pt x="2190" y="26"/>
                  </a:lnTo>
                  <a:lnTo>
                    <a:pt x="1808"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7"/>
            <p:cNvSpPr/>
            <p:nvPr/>
          </p:nvSpPr>
          <p:spPr>
            <a:xfrm>
              <a:off x="4818800" y="933425"/>
              <a:ext cx="91025" cy="90400"/>
            </a:xfrm>
            <a:custGeom>
              <a:rect b="b" l="l" r="r" t="t"/>
              <a:pathLst>
                <a:path extrusionOk="0" h="3616" w="3641">
                  <a:moveTo>
                    <a:pt x="1833" y="1"/>
                  </a:moveTo>
                  <a:lnTo>
                    <a:pt x="1451" y="26"/>
                  </a:lnTo>
                  <a:lnTo>
                    <a:pt x="815" y="281"/>
                  </a:lnTo>
                  <a:lnTo>
                    <a:pt x="306" y="790"/>
                  </a:lnTo>
                  <a:lnTo>
                    <a:pt x="26" y="1426"/>
                  </a:lnTo>
                  <a:lnTo>
                    <a:pt x="0" y="1808"/>
                  </a:lnTo>
                  <a:lnTo>
                    <a:pt x="26" y="2165"/>
                  </a:lnTo>
                  <a:lnTo>
                    <a:pt x="306" y="2827"/>
                  </a:lnTo>
                  <a:lnTo>
                    <a:pt x="815" y="3310"/>
                  </a:lnTo>
                  <a:lnTo>
                    <a:pt x="1451" y="3590"/>
                  </a:lnTo>
                  <a:lnTo>
                    <a:pt x="1833" y="3616"/>
                  </a:lnTo>
                  <a:lnTo>
                    <a:pt x="2190" y="3590"/>
                  </a:lnTo>
                  <a:lnTo>
                    <a:pt x="2852" y="3310"/>
                  </a:lnTo>
                  <a:lnTo>
                    <a:pt x="3335" y="2827"/>
                  </a:lnTo>
                  <a:lnTo>
                    <a:pt x="3615" y="2165"/>
                  </a:lnTo>
                  <a:lnTo>
                    <a:pt x="3641" y="1808"/>
                  </a:lnTo>
                  <a:lnTo>
                    <a:pt x="3615" y="1426"/>
                  </a:lnTo>
                  <a:lnTo>
                    <a:pt x="3335" y="790"/>
                  </a:lnTo>
                  <a:lnTo>
                    <a:pt x="2852" y="281"/>
                  </a:lnTo>
                  <a:lnTo>
                    <a:pt x="2190" y="26"/>
                  </a:lnTo>
                  <a:lnTo>
                    <a:pt x="1833"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37"/>
            <p:cNvSpPr/>
            <p:nvPr/>
          </p:nvSpPr>
          <p:spPr>
            <a:xfrm>
              <a:off x="4163225" y="1359225"/>
              <a:ext cx="1041925" cy="210050"/>
            </a:xfrm>
            <a:custGeom>
              <a:rect b="b" l="l" r="r" t="t"/>
              <a:pathLst>
                <a:path extrusionOk="0" h="8402" w="41677">
                  <a:moveTo>
                    <a:pt x="16625" y="1"/>
                  </a:moveTo>
                  <a:lnTo>
                    <a:pt x="12297" y="153"/>
                  </a:lnTo>
                  <a:lnTo>
                    <a:pt x="11177" y="179"/>
                  </a:lnTo>
                  <a:lnTo>
                    <a:pt x="9115" y="484"/>
                  </a:lnTo>
                  <a:lnTo>
                    <a:pt x="7307" y="1070"/>
                  </a:lnTo>
                  <a:lnTo>
                    <a:pt x="5678" y="1910"/>
                  </a:lnTo>
                  <a:lnTo>
                    <a:pt x="4227" y="2979"/>
                  </a:lnTo>
                  <a:lnTo>
                    <a:pt x="2903" y="4303"/>
                  </a:lnTo>
                  <a:lnTo>
                    <a:pt x="1681" y="5805"/>
                  </a:lnTo>
                  <a:lnTo>
                    <a:pt x="535" y="7485"/>
                  </a:lnTo>
                  <a:lnTo>
                    <a:pt x="1" y="8402"/>
                  </a:lnTo>
                  <a:lnTo>
                    <a:pt x="41677" y="8402"/>
                  </a:lnTo>
                  <a:lnTo>
                    <a:pt x="41142" y="7485"/>
                  </a:lnTo>
                  <a:lnTo>
                    <a:pt x="39996" y="5805"/>
                  </a:lnTo>
                  <a:lnTo>
                    <a:pt x="38774" y="4303"/>
                  </a:lnTo>
                  <a:lnTo>
                    <a:pt x="37451" y="2979"/>
                  </a:lnTo>
                  <a:lnTo>
                    <a:pt x="35999" y="1910"/>
                  </a:lnTo>
                  <a:lnTo>
                    <a:pt x="34370" y="1070"/>
                  </a:lnTo>
                  <a:lnTo>
                    <a:pt x="32563" y="484"/>
                  </a:lnTo>
                  <a:lnTo>
                    <a:pt x="30500" y="179"/>
                  </a:lnTo>
                  <a:lnTo>
                    <a:pt x="29380" y="153"/>
                  </a:lnTo>
                  <a:lnTo>
                    <a:pt x="25052" y="1"/>
                  </a:lnTo>
                  <a:lnTo>
                    <a:pt x="25027" y="433"/>
                  </a:lnTo>
                  <a:lnTo>
                    <a:pt x="24874" y="1248"/>
                  </a:lnTo>
                  <a:lnTo>
                    <a:pt x="24543" y="2012"/>
                  </a:lnTo>
                  <a:lnTo>
                    <a:pt x="24085" y="2674"/>
                  </a:lnTo>
                  <a:lnTo>
                    <a:pt x="23525" y="3259"/>
                  </a:lnTo>
                  <a:lnTo>
                    <a:pt x="22863" y="3692"/>
                  </a:lnTo>
                  <a:lnTo>
                    <a:pt x="22099" y="4023"/>
                  </a:lnTo>
                  <a:lnTo>
                    <a:pt x="21284" y="4201"/>
                  </a:lnTo>
                  <a:lnTo>
                    <a:pt x="20419" y="4201"/>
                  </a:lnTo>
                  <a:lnTo>
                    <a:pt x="19579" y="4023"/>
                  </a:lnTo>
                  <a:lnTo>
                    <a:pt x="18840" y="3692"/>
                  </a:lnTo>
                  <a:lnTo>
                    <a:pt x="18153" y="3259"/>
                  </a:lnTo>
                  <a:lnTo>
                    <a:pt x="17593" y="2674"/>
                  </a:lnTo>
                  <a:lnTo>
                    <a:pt x="17134" y="2012"/>
                  </a:lnTo>
                  <a:lnTo>
                    <a:pt x="16803" y="1248"/>
                  </a:lnTo>
                  <a:lnTo>
                    <a:pt x="16651" y="433"/>
                  </a:lnTo>
                  <a:lnTo>
                    <a:pt x="16625" y="1"/>
                  </a:lnTo>
                  <a:close/>
                </a:path>
              </a:pathLst>
            </a:custGeom>
            <a:solidFill>
              <a:srgbClr val="4679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37"/>
            <p:cNvSpPr/>
            <p:nvPr/>
          </p:nvSpPr>
          <p:spPr>
            <a:xfrm>
              <a:off x="4540025" y="1359225"/>
              <a:ext cx="288350" cy="148950"/>
            </a:xfrm>
            <a:custGeom>
              <a:rect b="b" l="l" r="r" t="t"/>
              <a:pathLst>
                <a:path extrusionOk="0" h="5958" w="11534">
                  <a:moveTo>
                    <a:pt x="1553" y="1"/>
                  </a:moveTo>
                  <a:lnTo>
                    <a:pt x="0" y="51"/>
                  </a:lnTo>
                  <a:lnTo>
                    <a:pt x="0" y="128"/>
                  </a:lnTo>
                  <a:lnTo>
                    <a:pt x="0" y="179"/>
                  </a:lnTo>
                  <a:lnTo>
                    <a:pt x="0" y="790"/>
                  </a:lnTo>
                  <a:lnTo>
                    <a:pt x="255" y="1910"/>
                  </a:lnTo>
                  <a:lnTo>
                    <a:pt x="688" y="2954"/>
                  </a:lnTo>
                  <a:lnTo>
                    <a:pt x="1299" y="3870"/>
                  </a:lnTo>
                  <a:lnTo>
                    <a:pt x="2088" y="4659"/>
                  </a:lnTo>
                  <a:lnTo>
                    <a:pt x="3004" y="5270"/>
                  </a:lnTo>
                  <a:lnTo>
                    <a:pt x="4048" y="5703"/>
                  </a:lnTo>
                  <a:lnTo>
                    <a:pt x="5168" y="5958"/>
                  </a:lnTo>
                  <a:lnTo>
                    <a:pt x="6365" y="5958"/>
                  </a:lnTo>
                  <a:lnTo>
                    <a:pt x="7485" y="5703"/>
                  </a:lnTo>
                  <a:lnTo>
                    <a:pt x="8529" y="5270"/>
                  </a:lnTo>
                  <a:lnTo>
                    <a:pt x="9446" y="4659"/>
                  </a:lnTo>
                  <a:lnTo>
                    <a:pt x="10235" y="3870"/>
                  </a:lnTo>
                  <a:lnTo>
                    <a:pt x="10846" y="2954"/>
                  </a:lnTo>
                  <a:lnTo>
                    <a:pt x="11304" y="1910"/>
                  </a:lnTo>
                  <a:lnTo>
                    <a:pt x="11533" y="790"/>
                  </a:lnTo>
                  <a:lnTo>
                    <a:pt x="11533" y="179"/>
                  </a:lnTo>
                  <a:lnTo>
                    <a:pt x="11533" y="128"/>
                  </a:lnTo>
                  <a:lnTo>
                    <a:pt x="11533" y="51"/>
                  </a:lnTo>
                  <a:lnTo>
                    <a:pt x="9980" y="1"/>
                  </a:lnTo>
                  <a:lnTo>
                    <a:pt x="9955" y="433"/>
                  </a:lnTo>
                  <a:lnTo>
                    <a:pt x="9802" y="1248"/>
                  </a:lnTo>
                  <a:lnTo>
                    <a:pt x="9471" y="2012"/>
                  </a:lnTo>
                  <a:lnTo>
                    <a:pt x="9013" y="2674"/>
                  </a:lnTo>
                  <a:lnTo>
                    <a:pt x="8453" y="3259"/>
                  </a:lnTo>
                  <a:lnTo>
                    <a:pt x="7791" y="3692"/>
                  </a:lnTo>
                  <a:lnTo>
                    <a:pt x="7027" y="4023"/>
                  </a:lnTo>
                  <a:lnTo>
                    <a:pt x="6212" y="4201"/>
                  </a:lnTo>
                  <a:lnTo>
                    <a:pt x="5347" y="4201"/>
                  </a:lnTo>
                  <a:lnTo>
                    <a:pt x="4507" y="4023"/>
                  </a:lnTo>
                  <a:lnTo>
                    <a:pt x="3768" y="3692"/>
                  </a:lnTo>
                  <a:lnTo>
                    <a:pt x="3081" y="3259"/>
                  </a:lnTo>
                  <a:lnTo>
                    <a:pt x="2521" y="2674"/>
                  </a:lnTo>
                  <a:lnTo>
                    <a:pt x="2062" y="2012"/>
                  </a:lnTo>
                  <a:lnTo>
                    <a:pt x="1731" y="1248"/>
                  </a:lnTo>
                  <a:lnTo>
                    <a:pt x="1579" y="433"/>
                  </a:lnTo>
                  <a:lnTo>
                    <a:pt x="1553" y="1"/>
                  </a:lnTo>
                  <a:close/>
                </a:path>
              </a:pathLst>
            </a:custGeom>
            <a:solidFill>
              <a:srgbClr val="6CAE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7"/>
            <p:cNvSpPr/>
            <p:nvPr/>
          </p:nvSpPr>
          <p:spPr>
            <a:xfrm>
              <a:off x="4632300" y="974800"/>
              <a:ext cx="99950" cy="119675"/>
            </a:xfrm>
            <a:custGeom>
              <a:rect b="b" l="l" r="r" t="t"/>
              <a:pathLst>
                <a:path extrusionOk="0" h="4787" w="3998">
                  <a:moveTo>
                    <a:pt x="1885" y="0"/>
                  </a:moveTo>
                  <a:lnTo>
                    <a:pt x="1656" y="306"/>
                  </a:lnTo>
                  <a:lnTo>
                    <a:pt x="1579" y="586"/>
                  </a:lnTo>
                  <a:lnTo>
                    <a:pt x="26" y="4252"/>
                  </a:lnTo>
                  <a:lnTo>
                    <a:pt x="1" y="4303"/>
                  </a:lnTo>
                  <a:lnTo>
                    <a:pt x="1" y="4354"/>
                  </a:lnTo>
                  <a:lnTo>
                    <a:pt x="485" y="4558"/>
                  </a:lnTo>
                  <a:lnTo>
                    <a:pt x="1503" y="4787"/>
                  </a:lnTo>
                  <a:lnTo>
                    <a:pt x="2521" y="4787"/>
                  </a:lnTo>
                  <a:lnTo>
                    <a:pt x="3514" y="4558"/>
                  </a:lnTo>
                  <a:lnTo>
                    <a:pt x="3998" y="4354"/>
                  </a:lnTo>
                  <a:lnTo>
                    <a:pt x="3998" y="4303"/>
                  </a:lnTo>
                  <a:lnTo>
                    <a:pt x="3998" y="4252"/>
                  </a:lnTo>
                  <a:lnTo>
                    <a:pt x="2445" y="586"/>
                  </a:lnTo>
                  <a:lnTo>
                    <a:pt x="2343" y="306"/>
                  </a:lnTo>
                  <a:lnTo>
                    <a:pt x="2114" y="0"/>
                  </a:lnTo>
                  <a:close/>
                </a:path>
              </a:pathLst>
            </a:custGeom>
            <a:solidFill>
              <a:srgbClr val="8255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37"/>
            <p:cNvSpPr/>
            <p:nvPr/>
          </p:nvSpPr>
          <p:spPr>
            <a:xfrm>
              <a:off x="4632300" y="1083625"/>
              <a:ext cx="99950" cy="37575"/>
            </a:xfrm>
            <a:custGeom>
              <a:rect b="b" l="l" r="r" t="t"/>
              <a:pathLst>
                <a:path extrusionOk="0" h="1503" w="3998">
                  <a:moveTo>
                    <a:pt x="1" y="1"/>
                  </a:moveTo>
                  <a:lnTo>
                    <a:pt x="1" y="306"/>
                  </a:lnTo>
                  <a:lnTo>
                    <a:pt x="357" y="841"/>
                  </a:lnTo>
                  <a:lnTo>
                    <a:pt x="917" y="1248"/>
                  </a:lnTo>
                  <a:lnTo>
                    <a:pt x="1579" y="1477"/>
                  </a:lnTo>
                  <a:lnTo>
                    <a:pt x="1834" y="1503"/>
                  </a:lnTo>
                  <a:lnTo>
                    <a:pt x="2165" y="1503"/>
                  </a:lnTo>
                  <a:lnTo>
                    <a:pt x="2445" y="1477"/>
                  </a:lnTo>
                  <a:lnTo>
                    <a:pt x="3081" y="1248"/>
                  </a:lnTo>
                  <a:lnTo>
                    <a:pt x="3667" y="841"/>
                  </a:lnTo>
                  <a:lnTo>
                    <a:pt x="3998" y="306"/>
                  </a:lnTo>
                  <a:lnTo>
                    <a:pt x="3998" y="1"/>
                  </a:lnTo>
                  <a:lnTo>
                    <a:pt x="3514" y="205"/>
                  </a:lnTo>
                  <a:lnTo>
                    <a:pt x="2521" y="434"/>
                  </a:lnTo>
                  <a:lnTo>
                    <a:pt x="1503" y="434"/>
                  </a:lnTo>
                  <a:lnTo>
                    <a:pt x="485" y="205"/>
                  </a:lnTo>
                  <a:lnTo>
                    <a:pt x="1" y="1"/>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7"/>
            <p:cNvSpPr/>
            <p:nvPr/>
          </p:nvSpPr>
          <p:spPr>
            <a:xfrm>
              <a:off x="4477650" y="949350"/>
              <a:ext cx="26125" cy="26100"/>
            </a:xfrm>
            <a:custGeom>
              <a:rect b="b" l="l" r="r" t="t"/>
              <a:pathLst>
                <a:path extrusionOk="0" h="1044" w="1045">
                  <a:moveTo>
                    <a:pt x="510" y="0"/>
                  </a:moveTo>
                  <a:lnTo>
                    <a:pt x="306" y="26"/>
                  </a:lnTo>
                  <a:lnTo>
                    <a:pt x="26" y="306"/>
                  </a:lnTo>
                  <a:lnTo>
                    <a:pt x="0" y="509"/>
                  </a:lnTo>
                  <a:lnTo>
                    <a:pt x="26" y="738"/>
                  </a:lnTo>
                  <a:lnTo>
                    <a:pt x="306" y="1018"/>
                  </a:lnTo>
                  <a:lnTo>
                    <a:pt x="510" y="1044"/>
                  </a:lnTo>
                  <a:lnTo>
                    <a:pt x="739" y="1018"/>
                  </a:lnTo>
                  <a:lnTo>
                    <a:pt x="1019" y="738"/>
                  </a:lnTo>
                  <a:lnTo>
                    <a:pt x="1044" y="509"/>
                  </a:lnTo>
                  <a:lnTo>
                    <a:pt x="1019" y="306"/>
                  </a:lnTo>
                  <a:lnTo>
                    <a:pt x="739" y="26"/>
                  </a:lnTo>
                  <a:lnTo>
                    <a:pt x="51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7"/>
            <p:cNvSpPr/>
            <p:nvPr/>
          </p:nvSpPr>
          <p:spPr>
            <a:xfrm>
              <a:off x="4837900" y="949350"/>
              <a:ext cx="26750" cy="26100"/>
            </a:xfrm>
            <a:custGeom>
              <a:rect b="b" l="l" r="r" t="t"/>
              <a:pathLst>
                <a:path extrusionOk="0" h="1044" w="1070">
                  <a:moveTo>
                    <a:pt x="535" y="0"/>
                  </a:moveTo>
                  <a:lnTo>
                    <a:pt x="331" y="26"/>
                  </a:lnTo>
                  <a:lnTo>
                    <a:pt x="25" y="306"/>
                  </a:lnTo>
                  <a:lnTo>
                    <a:pt x="0" y="509"/>
                  </a:lnTo>
                  <a:lnTo>
                    <a:pt x="25" y="738"/>
                  </a:lnTo>
                  <a:lnTo>
                    <a:pt x="331" y="1018"/>
                  </a:lnTo>
                  <a:lnTo>
                    <a:pt x="535" y="1044"/>
                  </a:lnTo>
                  <a:lnTo>
                    <a:pt x="738" y="1018"/>
                  </a:lnTo>
                  <a:lnTo>
                    <a:pt x="1044" y="738"/>
                  </a:lnTo>
                  <a:lnTo>
                    <a:pt x="1069" y="509"/>
                  </a:lnTo>
                  <a:lnTo>
                    <a:pt x="1044" y="306"/>
                  </a:lnTo>
                  <a:lnTo>
                    <a:pt x="738"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7"/>
            <p:cNvSpPr/>
            <p:nvPr/>
          </p:nvSpPr>
          <p:spPr>
            <a:xfrm>
              <a:off x="4431175" y="1037175"/>
              <a:ext cx="145775" cy="68750"/>
            </a:xfrm>
            <a:custGeom>
              <a:rect b="b" l="l" r="r" t="t"/>
              <a:pathLst>
                <a:path extrusionOk="0" h="2750" w="5831">
                  <a:moveTo>
                    <a:pt x="1350" y="0"/>
                  </a:moveTo>
                  <a:lnTo>
                    <a:pt x="1096" y="26"/>
                  </a:lnTo>
                  <a:lnTo>
                    <a:pt x="586" y="229"/>
                  </a:lnTo>
                  <a:lnTo>
                    <a:pt x="230" y="611"/>
                  </a:lnTo>
                  <a:lnTo>
                    <a:pt x="1" y="1095"/>
                  </a:lnTo>
                  <a:lnTo>
                    <a:pt x="1" y="1375"/>
                  </a:lnTo>
                  <a:lnTo>
                    <a:pt x="1" y="1655"/>
                  </a:lnTo>
                  <a:lnTo>
                    <a:pt x="230" y="2164"/>
                  </a:lnTo>
                  <a:lnTo>
                    <a:pt x="586" y="2521"/>
                  </a:lnTo>
                  <a:lnTo>
                    <a:pt x="1096" y="2750"/>
                  </a:lnTo>
                  <a:lnTo>
                    <a:pt x="4736" y="2750"/>
                  </a:lnTo>
                  <a:lnTo>
                    <a:pt x="5220" y="2521"/>
                  </a:lnTo>
                  <a:lnTo>
                    <a:pt x="5602" y="2164"/>
                  </a:lnTo>
                  <a:lnTo>
                    <a:pt x="5805" y="1655"/>
                  </a:lnTo>
                  <a:lnTo>
                    <a:pt x="5831" y="1375"/>
                  </a:lnTo>
                  <a:lnTo>
                    <a:pt x="5805" y="1095"/>
                  </a:lnTo>
                  <a:lnTo>
                    <a:pt x="5602" y="611"/>
                  </a:lnTo>
                  <a:lnTo>
                    <a:pt x="5220" y="229"/>
                  </a:lnTo>
                  <a:lnTo>
                    <a:pt x="4736" y="26"/>
                  </a:lnTo>
                  <a:lnTo>
                    <a:pt x="4456" y="0"/>
                  </a:lnTo>
                  <a:close/>
                </a:path>
              </a:pathLst>
            </a:custGeom>
            <a:solidFill>
              <a:srgbClr val="6E24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7"/>
            <p:cNvSpPr/>
            <p:nvPr/>
          </p:nvSpPr>
          <p:spPr>
            <a:xfrm>
              <a:off x="4791425" y="1037175"/>
              <a:ext cx="146425" cy="68750"/>
            </a:xfrm>
            <a:custGeom>
              <a:rect b="b" l="l" r="r" t="t"/>
              <a:pathLst>
                <a:path extrusionOk="0" h="2750" w="5857">
                  <a:moveTo>
                    <a:pt x="1375" y="0"/>
                  </a:moveTo>
                  <a:lnTo>
                    <a:pt x="1095" y="26"/>
                  </a:lnTo>
                  <a:lnTo>
                    <a:pt x="612" y="229"/>
                  </a:lnTo>
                  <a:lnTo>
                    <a:pt x="230" y="611"/>
                  </a:lnTo>
                  <a:lnTo>
                    <a:pt x="26" y="1095"/>
                  </a:lnTo>
                  <a:lnTo>
                    <a:pt x="1" y="1375"/>
                  </a:lnTo>
                  <a:lnTo>
                    <a:pt x="26" y="1655"/>
                  </a:lnTo>
                  <a:lnTo>
                    <a:pt x="230" y="2164"/>
                  </a:lnTo>
                  <a:lnTo>
                    <a:pt x="612" y="2521"/>
                  </a:lnTo>
                  <a:lnTo>
                    <a:pt x="1095" y="2750"/>
                  </a:lnTo>
                  <a:lnTo>
                    <a:pt x="4761" y="2750"/>
                  </a:lnTo>
                  <a:lnTo>
                    <a:pt x="5245" y="2521"/>
                  </a:lnTo>
                  <a:lnTo>
                    <a:pt x="5627" y="2164"/>
                  </a:lnTo>
                  <a:lnTo>
                    <a:pt x="5831" y="1655"/>
                  </a:lnTo>
                  <a:lnTo>
                    <a:pt x="5856" y="1375"/>
                  </a:lnTo>
                  <a:lnTo>
                    <a:pt x="5831" y="1095"/>
                  </a:lnTo>
                  <a:lnTo>
                    <a:pt x="5627" y="611"/>
                  </a:lnTo>
                  <a:lnTo>
                    <a:pt x="5245" y="229"/>
                  </a:lnTo>
                  <a:lnTo>
                    <a:pt x="4761" y="26"/>
                  </a:lnTo>
                  <a:lnTo>
                    <a:pt x="4481" y="0"/>
                  </a:lnTo>
                  <a:close/>
                </a:path>
              </a:pathLst>
            </a:custGeom>
            <a:solidFill>
              <a:srgbClr val="6E24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7"/>
            <p:cNvSpPr/>
            <p:nvPr/>
          </p:nvSpPr>
          <p:spPr>
            <a:xfrm>
              <a:off x="4448375" y="857050"/>
              <a:ext cx="110775" cy="21675"/>
            </a:xfrm>
            <a:custGeom>
              <a:rect b="b" l="l" r="r" t="t"/>
              <a:pathLst>
                <a:path extrusionOk="0" fill="none" h="867" w="4431">
                  <a:moveTo>
                    <a:pt x="4430" y="866"/>
                  </a:moveTo>
                  <a:lnTo>
                    <a:pt x="4201" y="662"/>
                  </a:lnTo>
                  <a:lnTo>
                    <a:pt x="3666" y="306"/>
                  </a:lnTo>
                  <a:lnTo>
                    <a:pt x="2826" y="1"/>
                  </a:lnTo>
                  <a:lnTo>
                    <a:pt x="1630" y="1"/>
                  </a:lnTo>
                  <a:lnTo>
                    <a:pt x="764" y="306"/>
                  </a:lnTo>
                  <a:lnTo>
                    <a:pt x="255" y="662"/>
                  </a:lnTo>
                  <a:lnTo>
                    <a:pt x="0" y="866"/>
                  </a:lnTo>
                </a:path>
              </a:pathLst>
            </a:custGeom>
            <a:noFill/>
            <a:ln cap="rnd" cmpd="sng" w="21000">
              <a:solidFill>
                <a:srgbClr val="14090B"/>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7"/>
            <p:cNvSpPr/>
            <p:nvPr/>
          </p:nvSpPr>
          <p:spPr>
            <a:xfrm>
              <a:off x="4809250" y="857050"/>
              <a:ext cx="110775" cy="21675"/>
            </a:xfrm>
            <a:custGeom>
              <a:rect b="b" l="l" r="r" t="t"/>
              <a:pathLst>
                <a:path extrusionOk="0" fill="none" h="867" w="4431">
                  <a:moveTo>
                    <a:pt x="4430" y="866"/>
                  </a:moveTo>
                  <a:lnTo>
                    <a:pt x="4176" y="662"/>
                  </a:lnTo>
                  <a:lnTo>
                    <a:pt x="3666" y="306"/>
                  </a:lnTo>
                  <a:lnTo>
                    <a:pt x="2801" y="1"/>
                  </a:lnTo>
                  <a:lnTo>
                    <a:pt x="1604" y="1"/>
                  </a:lnTo>
                  <a:lnTo>
                    <a:pt x="764" y="306"/>
                  </a:lnTo>
                  <a:lnTo>
                    <a:pt x="230" y="662"/>
                  </a:lnTo>
                  <a:lnTo>
                    <a:pt x="0" y="866"/>
                  </a:lnTo>
                </a:path>
              </a:pathLst>
            </a:custGeom>
            <a:noFill/>
            <a:ln cap="rnd" cmpd="sng" w="21000">
              <a:solidFill>
                <a:srgbClr val="14090B"/>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7"/>
            <p:cNvSpPr/>
            <p:nvPr/>
          </p:nvSpPr>
          <p:spPr>
            <a:xfrm>
              <a:off x="4622125" y="1161925"/>
              <a:ext cx="124125" cy="35650"/>
            </a:xfrm>
            <a:custGeom>
              <a:rect b="b" l="l" r="r" t="t"/>
              <a:pathLst>
                <a:path extrusionOk="0" fill="none" h="1426" w="4965">
                  <a:moveTo>
                    <a:pt x="0" y="0"/>
                  </a:moveTo>
                  <a:lnTo>
                    <a:pt x="153" y="306"/>
                  </a:lnTo>
                  <a:lnTo>
                    <a:pt x="637" y="815"/>
                  </a:lnTo>
                  <a:lnTo>
                    <a:pt x="1273" y="1197"/>
                  </a:lnTo>
                  <a:lnTo>
                    <a:pt x="2063" y="1426"/>
                  </a:lnTo>
                  <a:lnTo>
                    <a:pt x="2495" y="1426"/>
                  </a:lnTo>
                  <a:lnTo>
                    <a:pt x="2903" y="1426"/>
                  </a:lnTo>
                  <a:lnTo>
                    <a:pt x="3692" y="1222"/>
                  </a:lnTo>
                  <a:lnTo>
                    <a:pt x="4328" y="840"/>
                  </a:lnTo>
                  <a:lnTo>
                    <a:pt x="4812" y="331"/>
                  </a:lnTo>
                  <a:lnTo>
                    <a:pt x="4965" y="26"/>
                  </a:lnTo>
                </a:path>
              </a:pathLst>
            </a:custGeom>
            <a:noFill/>
            <a:ln cap="rnd" cmpd="sng" w="21000">
              <a:solidFill>
                <a:srgbClr val="5A1016"/>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7"/>
            <p:cNvSpPr/>
            <p:nvPr/>
          </p:nvSpPr>
          <p:spPr>
            <a:xfrm>
              <a:off x="4258075" y="405800"/>
              <a:ext cx="852250" cy="528300"/>
            </a:xfrm>
            <a:custGeom>
              <a:rect b="b" l="l" r="r" t="t"/>
              <a:pathLst>
                <a:path extrusionOk="0" h="21132" w="34090">
                  <a:moveTo>
                    <a:pt x="17185" y="0"/>
                  </a:moveTo>
                  <a:lnTo>
                    <a:pt x="16370" y="51"/>
                  </a:lnTo>
                  <a:lnTo>
                    <a:pt x="14741" y="153"/>
                  </a:lnTo>
                  <a:lnTo>
                    <a:pt x="11864" y="739"/>
                  </a:lnTo>
                  <a:lnTo>
                    <a:pt x="9369" y="1681"/>
                  </a:lnTo>
                  <a:lnTo>
                    <a:pt x="7256" y="2928"/>
                  </a:lnTo>
                  <a:lnTo>
                    <a:pt x="5499" y="4430"/>
                  </a:lnTo>
                  <a:lnTo>
                    <a:pt x="4023" y="6110"/>
                  </a:lnTo>
                  <a:lnTo>
                    <a:pt x="2851" y="7943"/>
                  </a:lnTo>
                  <a:lnTo>
                    <a:pt x="1935" y="9827"/>
                  </a:lnTo>
                  <a:lnTo>
                    <a:pt x="1222" y="11762"/>
                  </a:lnTo>
                  <a:lnTo>
                    <a:pt x="738" y="13621"/>
                  </a:lnTo>
                  <a:lnTo>
                    <a:pt x="255" y="16268"/>
                  </a:lnTo>
                  <a:lnTo>
                    <a:pt x="0" y="20291"/>
                  </a:lnTo>
                  <a:lnTo>
                    <a:pt x="51" y="20902"/>
                  </a:lnTo>
                  <a:lnTo>
                    <a:pt x="407" y="20978"/>
                  </a:lnTo>
                  <a:lnTo>
                    <a:pt x="1171" y="20978"/>
                  </a:lnTo>
                  <a:lnTo>
                    <a:pt x="1909" y="20826"/>
                  </a:lnTo>
                  <a:lnTo>
                    <a:pt x="2622" y="20520"/>
                  </a:lnTo>
                  <a:lnTo>
                    <a:pt x="3259" y="20087"/>
                  </a:lnTo>
                  <a:lnTo>
                    <a:pt x="3768" y="19502"/>
                  </a:lnTo>
                  <a:lnTo>
                    <a:pt x="4175" y="18814"/>
                  </a:lnTo>
                  <a:lnTo>
                    <a:pt x="4379" y="18000"/>
                  </a:lnTo>
                  <a:lnTo>
                    <a:pt x="4379" y="17541"/>
                  </a:lnTo>
                  <a:lnTo>
                    <a:pt x="4812" y="17363"/>
                  </a:lnTo>
                  <a:lnTo>
                    <a:pt x="5499" y="16727"/>
                  </a:lnTo>
                  <a:lnTo>
                    <a:pt x="5703" y="16294"/>
                  </a:lnTo>
                  <a:lnTo>
                    <a:pt x="5830" y="15810"/>
                  </a:lnTo>
                  <a:lnTo>
                    <a:pt x="5728" y="14868"/>
                  </a:lnTo>
                  <a:lnTo>
                    <a:pt x="5525" y="14461"/>
                  </a:lnTo>
                  <a:lnTo>
                    <a:pt x="5983" y="14435"/>
                  </a:lnTo>
                  <a:lnTo>
                    <a:pt x="6848" y="14028"/>
                  </a:lnTo>
                  <a:lnTo>
                    <a:pt x="7205" y="13672"/>
                  </a:lnTo>
                  <a:lnTo>
                    <a:pt x="7485" y="13264"/>
                  </a:lnTo>
                  <a:lnTo>
                    <a:pt x="7689" y="12297"/>
                  </a:lnTo>
                  <a:lnTo>
                    <a:pt x="7612" y="11839"/>
                  </a:lnTo>
                  <a:lnTo>
                    <a:pt x="8070" y="11940"/>
                  </a:lnTo>
                  <a:lnTo>
                    <a:pt x="9038" y="11813"/>
                  </a:lnTo>
                  <a:lnTo>
                    <a:pt x="9496" y="11559"/>
                  </a:lnTo>
                  <a:lnTo>
                    <a:pt x="9700" y="11406"/>
                  </a:lnTo>
                  <a:lnTo>
                    <a:pt x="10031" y="11024"/>
                  </a:lnTo>
                  <a:lnTo>
                    <a:pt x="10362" y="10362"/>
                  </a:lnTo>
                  <a:lnTo>
                    <a:pt x="10413" y="9878"/>
                  </a:lnTo>
                  <a:lnTo>
                    <a:pt x="10820" y="10133"/>
                  </a:lnTo>
                  <a:lnTo>
                    <a:pt x="11558" y="10235"/>
                  </a:lnTo>
                  <a:lnTo>
                    <a:pt x="12068" y="10184"/>
                  </a:lnTo>
                  <a:lnTo>
                    <a:pt x="12322" y="10107"/>
                  </a:lnTo>
                  <a:lnTo>
                    <a:pt x="12551" y="10006"/>
                  </a:lnTo>
                  <a:lnTo>
                    <a:pt x="12984" y="9725"/>
                  </a:lnTo>
                  <a:lnTo>
                    <a:pt x="13468" y="9165"/>
                  </a:lnTo>
                  <a:lnTo>
                    <a:pt x="13621" y="8707"/>
                  </a:lnTo>
                  <a:lnTo>
                    <a:pt x="13977" y="9038"/>
                  </a:lnTo>
                  <a:lnTo>
                    <a:pt x="14664" y="9318"/>
                  </a:lnTo>
                  <a:lnTo>
                    <a:pt x="15173" y="9395"/>
                  </a:lnTo>
                  <a:lnTo>
                    <a:pt x="15454" y="9369"/>
                  </a:lnTo>
                  <a:lnTo>
                    <a:pt x="15708" y="9344"/>
                  </a:lnTo>
                  <a:lnTo>
                    <a:pt x="16192" y="9165"/>
                  </a:lnTo>
                  <a:lnTo>
                    <a:pt x="16777" y="8707"/>
                  </a:lnTo>
                  <a:lnTo>
                    <a:pt x="17057" y="8300"/>
                  </a:lnTo>
                  <a:lnTo>
                    <a:pt x="17337" y="8707"/>
                  </a:lnTo>
                  <a:lnTo>
                    <a:pt x="17949" y="9165"/>
                  </a:lnTo>
                  <a:lnTo>
                    <a:pt x="18432" y="9344"/>
                  </a:lnTo>
                  <a:lnTo>
                    <a:pt x="18687" y="9369"/>
                  </a:lnTo>
                  <a:lnTo>
                    <a:pt x="18941" y="9395"/>
                  </a:lnTo>
                  <a:lnTo>
                    <a:pt x="19451" y="9318"/>
                  </a:lnTo>
                  <a:lnTo>
                    <a:pt x="20138" y="9038"/>
                  </a:lnTo>
                  <a:lnTo>
                    <a:pt x="20494" y="8682"/>
                  </a:lnTo>
                  <a:lnTo>
                    <a:pt x="20673" y="9165"/>
                  </a:lnTo>
                  <a:lnTo>
                    <a:pt x="21156" y="9725"/>
                  </a:lnTo>
                  <a:lnTo>
                    <a:pt x="21564" y="10006"/>
                  </a:lnTo>
                  <a:lnTo>
                    <a:pt x="21818" y="10107"/>
                  </a:lnTo>
                  <a:lnTo>
                    <a:pt x="22073" y="10184"/>
                  </a:lnTo>
                  <a:lnTo>
                    <a:pt x="22557" y="10235"/>
                  </a:lnTo>
                  <a:lnTo>
                    <a:pt x="23295" y="10107"/>
                  </a:lnTo>
                  <a:lnTo>
                    <a:pt x="23728" y="9878"/>
                  </a:lnTo>
                  <a:lnTo>
                    <a:pt x="23779" y="10362"/>
                  </a:lnTo>
                  <a:lnTo>
                    <a:pt x="24110" y="11024"/>
                  </a:lnTo>
                  <a:lnTo>
                    <a:pt x="24441" y="11406"/>
                  </a:lnTo>
                  <a:lnTo>
                    <a:pt x="24644" y="11559"/>
                  </a:lnTo>
                  <a:lnTo>
                    <a:pt x="25077" y="11813"/>
                  </a:lnTo>
                  <a:lnTo>
                    <a:pt x="26044" y="11940"/>
                  </a:lnTo>
                  <a:lnTo>
                    <a:pt x="26528" y="11813"/>
                  </a:lnTo>
                  <a:lnTo>
                    <a:pt x="26452" y="12297"/>
                  </a:lnTo>
                  <a:lnTo>
                    <a:pt x="26655" y="13239"/>
                  </a:lnTo>
                  <a:lnTo>
                    <a:pt x="26935" y="13672"/>
                  </a:lnTo>
                  <a:lnTo>
                    <a:pt x="27292" y="14028"/>
                  </a:lnTo>
                  <a:lnTo>
                    <a:pt x="28158" y="14410"/>
                  </a:lnTo>
                  <a:lnTo>
                    <a:pt x="28616" y="14435"/>
                  </a:lnTo>
                  <a:lnTo>
                    <a:pt x="28412" y="14868"/>
                  </a:lnTo>
                  <a:lnTo>
                    <a:pt x="28310" y="15785"/>
                  </a:lnTo>
                  <a:lnTo>
                    <a:pt x="28438" y="16268"/>
                  </a:lnTo>
                  <a:lnTo>
                    <a:pt x="28667" y="16727"/>
                  </a:lnTo>
                  <a:lnTo>
                    <a:pt x="29329" y="17363"/>
                  </a:lnTo>
                  <a:lnTo>
                    <a:pt x="29761" y="17541"/>
                  </a:lnTo>
                  <a:lnTo>
                    <a:pt x="29787" y="18000"/>
                  </a:lnTo>
                  <a:lnTo>
                    <a:pt x="30016" y="18840"/>
                  </a:lnTo>
                  <a:lnTo>
                    <a:pt x="30398" y="19578"/>
                  </a:lnTo>
                  <a:lnTo>
                    <a:pt x="30933" y="20189"/>
                  </a:lnTo>
                  <a:lnTo>
                    <a:pt x="31569" y="20673"/>
                  </a:lnTo>
                  <a:lnTo>
                    <a:pt x="32282" y="20978"/>
                  </a:lnTo>
                  <a:lnTo>
                    <a:pt x="33020" y="21131"/>
                  </a:lnTo>
                  <a:lnTo>
                    <a:pt x="33733" y="21055"/>
                  </a:lnTo>
                  <a:lnTo>
                    <a:pt x="34089" y="20902"/>
                  </a:lnTo>
                  <a:lnTo>
                    <a:pt x="34089" y="20240"/>
                  </a:lnTo>
                  <a:lnTo>
                    <a:pt x="33580" y="15937"/>
                  </a:lnTo>
                  <a:lnTo>
                    <a:pt x="32918" y="13137"/>
                  </a:lnTo>
                  <a:lnTo>
                    <a:pt x="32282" y="11151"/>
                  </a:lnTo>
                  <a:lnTo>
                    <a:pt x="31442" y="9165"/>
                  </a:lnTo>
                  <a:lnTo>
                    <a:pt x="30398" y="7205"/>
                  </a:lnTo>
                  <a:lnTo>
                    <a:pt x="29099" y="5372"/>
                  </a:lnTo>
                  <a:lnTo>
                    <a:pt x="27521" y="3692"/>
                  </a:lnTo>
                  <a:lnTo>
                    <a:pt x="25663" y="2241"/>
                  </a:lnTo>
                  <a:lnTo>
                    <a:pt x="23448" y="1120"/>
                  </a:lnTo>
                  <a:lnTo>
                    <a:pt x="21564" y="509"/>
                  </a:lnTo>
                  <a:lnTo>
                    <a:pt x="20214" y="229"/>
                  </a:lnTo>
                  <a:lnTo>
                    <a:pt x="18738" y="51"/>
                  </a:lnTo>
                  <a:lnTo>
                    <a:pt x="17185" y="0"/>
                  </a:lnTo>
                  <a:close/>
                </a:path>
              </a:pathLst>
            </a:custGeom>
            <a:solidFill>
              <a:srgbClr val="1409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7"/>
            <p:cNvSpPr/>
            <p:nvPr/>
          </p:nvSpPr>
          <p:spPr>
            <a:xfrm>
              <a:off x="5205775" y="970350"/>
              <a:ext cx="357075" cy="585575"/>
            </a:xfrm>
            <a:custGeom>
              <a:rect b="b" l="l" r="r" t="t"/>
              <a:pathLst>
                <a:path extrusionOk="0" h="23423" w="14283">
                  <a:moveTo>
                    <a:pt x="9216" y="0"/>
                  </a:moveTo>
                  <a:lnTo>
                    <a:pt x="8784" y="77"/>
                  </a:lnTo>
                  <a:lnTo>
                    <a:pt x="8427" y="357"/>
                  </a:lnTo>
                  <a:lnTo>
                    <a:pt x="8173" y="738"/>
                  </a:lnTo>
                  <a:lnTo>
                    <a:pt x="8096" y="993"/>
                  </a:lnTo>
                  <a:lnTo>
                    <a:pt x="6339" y="8529"/>
                  </a:lnTo>
                  <a:lnTo>
                    <a:pt x="6034" y="8453"/>
                  </a:lnTo>
                  <a:lnTo>
                    <a:pt x="7587" y="1757"/>
                  </a:lnTo>
                  <a:lnTo>
                    <a:pt x="7638" y="1502"/>
                  </a:lnTo>
                  <a:lnTo>
                    <a:pt x="7587" y="1019"/>
                  </a:lnTo>
                  <a:lnTo>
                    <a:pt x="7358" y="637"/>
                  </a:lnTo>
                  <a:lnTo>
                    <a:pt x="7027" y="357"/>
                  </a:lnTo>
                  <a:lnTo>
                    <a:pt x="6823" y="280"/>
                  </a:lnTo>
                  <a:lnTo>
                    <a:pt x="6594" y="255"/>
                  </a:lnTo>
                  <a:lnTo>
                    <a:pt x="6187" y="357"/>
                  </a:lnTo>
                  <a:lnTo>
                    <a:pt x="5830" y="611"/>
                  </a:lnTo>
                  <a:lnTo>
                    <a:pt x="5550" y="1019"/>
                  </a:lnTo>
                  <a:lnTo>
                    <a:pt x="5474" y="1273"/>
                  </a:lnTo>
                  <a:lnTo>
                    <a:pt x="3386" y="10413"/>
                  </a:lnTo>
                  <a:lnTo>
                    <a:pt x="3132" y="9547"/>
                  </a:lnTo>
                  <a:lnTo>
                    <a:pt x="2648" y="8172"/>
                  </a:lnTo>
                  <a:lnTo>
                    <a:pt x="2139" y="7205"/>
                  </a:lnTo>
                  <a:lnTo>
                    <a:pt x="1630" y="6594"/>
                  </a:lnTo>
                  <a:lnTo>
                    <a:pt x="968" y="6110"/>
                  </a:lnTo>
                  <a:lnTo>
                    <a:pt x="382" y="6034"/>
                  </a:lnTo>
                  <a:lnTo>
                    <a:pt x="331" y="6059"/>
                  </a:lnTo>
                  <a:lnTo>
                    <a:pt x="153" y="6136"/>
                  </a:lnTo>
                  <a:lnTo>
                    <a:pt x="0" y="6441"/>
                  </a:lnTo>
                  <a:lnTo>
                    <a:pt x="0" y="6950"/>
                  </a:lnTo>
                  <a:lnTo>
                    <a:pt x="26" y="7052"/>
                  </a:lnTo>
                  <a:lnTo>
                    <a:pt x="560" y="9980"/>
                  </a:lnTo>
                  <a:lnTo>
                    <a:pt x="1146" y="13493"/>
                  </a:lnTo>
                  <a:lnTo>
                    <a:pt x="1222" y="13875"/>
                  </a:lnTo>
                  <a:lnTo>
                    <a:pt x="1426" y="14537"/>
                  </a:lnTo>
                  <a:lnTo>
                    <a:pt x="1910" y="15301"/>
                  </a:lnTo>
                  <a:lnTo>
                    <a:pt x="2953" y="16116"/>
                  </a:lnTo>
                  <a:lnTo>
                    <a:pt x="3157" y="16192"/>
                  </a:lnTo>
                  <a:lnTo>
                    <a:pt x="1859" y="21844"/>
                  </a:lnTo>
                  <a:lnTo>
                    <a:pt x="8784" y="23422"/>
                  </a:lnTo>
                  <a:lnTo>
                    <a:pt x="10158" y="17669"/>
                  </a:lnTo>
                  <a:lnTo>
                    <a:pt x="10286" y="17694"/>
                  </a:lnTo>
                  <a:lnTo>
                    <a:pt x="10693" y="17592"/>
                  </a:lnTo>
                  <a:lnTo>
                    <a:pt x="11202" y="17312"/>
                  </a:lnTo>
                  <a:lnTo>
                    <a:pt x="11635" y="16778"/>
                  </a:lnTo>
                  <a:lnTo>
                    <a:pt x="11762" y="16396"/>
                  </a:lnTo>
                  <a:lnTo>
                    <a:pt x="12093" y="14944"/>
                  </a:lnTo>
                  <a:lnTo>
                    <a:pt x="12831" y="11737"/>
                  </a:lnTo>
                  <a:lnTo>
                    <a:pt x="13086" y="10617"/>
                  </a:lnTo>
                  <a:lnTo>
                    <a:pt x="13213" y="10107"/>
                  </a:lnTo>
                  <a:lnTo>
                    <a:pt x="14232" y="5627"/>
                  </a:lnTo>
                  <a:lnTo>
                    <a:pt x="14283" y="5397"/>
                  </a:lnTo>
                  <a:lnTo>
                    <a:pt x="14232" y="4965"/>
                  </a:lnTo>
                  <a:lnTo>
                    <a:pt x="14028" y="4608"/>
                  </a:lnTo>
                  <a:lnTo>
                    <a:pt x="13723" y="4354"/>
                  </a:lnTo>
                  <a:lnTo>
                    <a:pt x="13519" y="4277"/>
                  </a:lnTo>
                  <a:lnTo>
                    <a:pt x="13315" y="4252"/>
                  </a:lnTo>
                  <a:lnTo>
                    <a:pt x="12933" y="4354"/>
                  </a:lnTo>
                  <a:lnTo>
                    <a:pt x="12602" y="4583"/>
                  </a:lnTo>
                  <a:lnTo>
                    <a:pt x="12348" y="4965"/>
                  </a:lnTo>
                  <a:lnTo>
                    <a:pt x="12297" y="5194"/>
                  </a:lnTo>
                  <a:lnTo>
                    <a:pt x="11253" y="9649"/>
                  </a:lnTo>
                  <a:lnTo>
                    <a:pt x="10871" y="9573"/>
                  </a:lnTo>
                  <a:lnTo>
                    <a:pt x="12322" y="3284"/>
                  </a:lnTo>
                  <a:lnTo>
                    <a:pt x="12373" y="3030"/>
                  </a:lnTo>
                  <a:lnTo>
                    <a:pt x="12297" y="2546"/>
                  </a:lnTo>
                  <a:lnTo>
                    <a:pt x="12093" y="2164"/>
                  </a:lnTo>
                  <a:lnTo>
                    <a:pt x="11762" y="1884"/>
                  </a:lnTo>
                  <a:lnTo>
                    <a:pt x="11559" y="1808"/>
                  </a:lnTo>
                  <a:lnTo>
                    <a:pt x="11329" y="1782"/>
                  </a:lnTo>
                  <a:lnTo>
                    <a:pt x="10922" y="1884"/>
                  </a:lnTo>
                  <a:lnTo>
                    <a:pt x="10540" y="2139"/>
                  </a:lnTo>
                  <a:lnTo>
                    <a:pt x="10286" y="2546"/>
                  </a:lnTo>
                  <a:lnTo>
                    <a:pt x="10209" y="2801"/>
                  </a:lnTo>
                  <a:lnTo>
                    <a:pt x="8758" y="9089"/>
                  </a:lnTo>
                  <a:lnTo>
                    <a:pt x="8453" y="9013"/>
                  </a:lnTo>
                  <a:lnTo>
                    <a:pt x="10184" y="1477"/>
                  </a:lnTo>
                  <a:lnTo>
                    <a:pt x="10235" y="1222"/>
                  </a:lnTo>
                  <a:lnTo>
                    <a:pt x="10184" y="764"/>
                  </a:lnTo>
                  <a:lnTo>
                    <a:pt x="9980" y="357"/>
                  </a:lnTo>
                  <a:lnTo>
                    <a:pt x="9624" y="77"/>
                  </a:lnTo>
                  <a:lnTo>
                    <a:pt x="9420" y="26"/>
                  </a:lnTo>
                  <a:lnTo>
                    <a:pt x="9216" y="0"/>
                  </a:lnTo>
                  <a:close/>
                </a:path>
              </a:pathLst>
            </a:custGeom>
            <a:solidFill>
              <a:srgbClr val="6B3F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37"/>
            <p:cNvSpPr/>
            <p:nvPr/>
          </p:nvSpPr>
          <p:spPr>
            <a:xfrm>
              <a:off x="5289775" y="1230025"/>
              <a:ext cx="25" cy="25"/>
            </a:xfrm>
            <a:custGeom>
              <a:rect b="b" l="l" r="r" t="t"/>
              <a:pathLst>
                <a:path extrusionOk="0" h="1" w="1">
                  <a:moveTo>
                    <a:pt x="1" y="0"/>
                  </a:moveTo>
                  <a:lnTo>
                    <a:pt x="1" y="0"/>
                  </a:lnTo>
                  <a:lnTo>
                    <a:pt x="1" y="0"/>
                  </a:lnTo>
                  <a:lnTo>
                    <a:pt x="1" y="0"/>
                  </a:lnTo>
                  <a:lnTo>
                    <a:pt x="1"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7"/>
            <p:cNvSpPr/>
            <p:nvPr/>
          </p:nvSpPr>
          <p:spPr>
            <a:xfrm>
              <a:off x="5322875" y="1174650"/>
              <a:ext cx="191600" cy="55400"/>
            </a:xfrm>
            <a:custGeom>
              <a:rect b="b" l="l" r="r" t="t"/>
              <a:pathLst>
                <a:path extrusionOk="0" h="2216" w="7664">
                  <a:moveTo>
                    <a:pt x="128" y="0"/>
                  </a:moveTo>
                  <a:lnTo>
                    <a:pt x="1" y="484"/>
                  </a:lnTo>
                  <a:lnTo>
                    <a:pt x="7536" y="2215"/>
                  </a:lnTo>
                  <a:lnTo>
                    <a:pt x="7664" y="1732"/>
                  </a:lnTo>
                  <a:lnTo>
                    <a:pt x="6569" y="1477"/>
                  </a:lnTo>
                  <a:lnTo>
                    <a:pt x="6187" y="1401"/>
                  </a:lnTo>
                  <a:lnTo>
                    <a:pt x="4074" y="917"/>
                  </a:lnTo>
                  <a:lnTo>
                    <a:pt x="3769" y="841"/>
                  </a:lnTo>
                  <a:lnTo>
                    <a:pt x="1681" y="357"/>
                  </a:lnTo>
                  <a:lnTo>
                    <a:pt x="1655" y="357"/>
                  </a:lnTo>
                  <a:lnTo>
                    <a:pt x="1350" y="281"/>
                  </a:lnTo>
                  <a:lnTo>
                    <a:pt x="128" y="0"/>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7"/>
            <p:cNvSpPr/>
            <p:nvPr/>
          </p:nvSpPr>
          <p:spPr>
            <a:xfrm>
              <a:off x="5290425" y="1223650"/>
              <a:ext cx="105675" cy="159150"/>
            </a:xfrm>
            <a:custGeom>
              <a:rect b="b" l="l" r="r" t="t"/>
              <a:pathLst>
                <a:path extrusionOk="0" h="6366" w="4227">
                  <a:moveTo>
                    <a:pt x="51" y="1"/>
                  </a:moveTo>
                  <a:lnTo>
                    <a:pt x="51" y="26"/>
                  </a:lnTo>
                  <a:lnTo>
                    <a:pt x="0" y="255"/>
                  </a:lnTo>
                  <a:lnTo>
                    <a:pt x="204" y="306"/>
                  </a:lnTo>
                  <a:lnTo>
                    <a:pt x="1120" y="612"/>
                  </a:lnTo>
                  <a:lnTo>
                    <a:pt x="1833" y="1019"/>
                  </a:lnTo>
                  <a:lnTo>
                    <a:pt x="2597" y="1656"/>
                  </a:lnTo>
                  <a:lnTo>
                    <a:pt x="3234" y="2572"/>
                  </a:lnTo>
                  <a:lnTo>
                    <a:pt x="3717" y="3794"/>
                  </a:lnTo>
                  <a:lnTo>
                    <a:pt x="3870" y="5347"/>
                  </a:lnTo>
                  <a:lnTo>
                    <a:pt x="3794" y="6315"/>
                  </a:lnTo>
                  <a:lnTo>
                    <a:pt x="4099" y="6365"/>
                  </a:lnTo>
                  <a:lnTo>
                    <a:pt x="4125" y="6213"/>
                  </a:lnTo>
                  <a:lnTo>
                    <a:pt x="4226" y="5118"/>
                  </a:lnTo>
                  <a:lnTo>
                    <a:pt x="4150" y="4125"/>
                  </a:lnTo>
                  <a:lnTo>
                    <a:pt x="3895" y="3005"/>
                  </a:lnTo>
                  <a:lnTo>
                    <a:pt x="3335" y="1936"/>
                  </a:lnTo>
                  <a:lnTo>
                    <a:pt x="2393" y="968"/>
                  </a:lnTo>
                  <a:lnTo>
                    <a:pt x="1375" y="383"/>
                  </a:lnTo>
                  <a:lnTo>
                    <a:pt x="535" y="103"/>
                  </a:lnTo>
                  <a:lnTo>
                    <a:pt x="51" y="1"/>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7"/>
            <p:cNvSpPr/>
            <p:nvPr/>
          </p:nvSpPr>
          <p:spPr>
            <a:xfrm>
              <a:off x="5268150" y="1403775"/>
              <a:ext cx="183950" cy="84675"/>
            </a:xfrm>
            <a:custGeom>
              <a:rect b="b" l="l" r="r" t="t"/>
              <a:pathLst>
                <a:path extrusionOk="0" h="3387" w="7358">
                  <a:moveTo>
                    <a:pt x="408" y="1"/>
                  </a:moveTo>
                  <a:lnTo>
                    <a:pt x="0" y="1783"/>
                  </a:lnTo>
                  <a:lnTo>
                    <a:pt x="6950" y="3387"/>
                  </a:lnTo>
                  <a:lnTo>
                    <a:pt x="7358" y="1605"/>
                  </a:lnTo>
                  <a:lnTo>
                    <a:pt x="408" y="1"/>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7"/>
            <p:cNvSpPr/>
            <p:nvPr/>
          </p:nvSpPr>
          <p:spPr>
            <a:xfrm>
              <a:off x="5228050" y="1425425"/>
              <a:ext cx="238050" cy="100575"/>
            </a:xfrm>
            <a:custGeom>
              <a:rect b="b" l="l" r="r" t="t"/>
              <a:pathLst>
                <a:path extrusionOk="0" h="4023" w="9522">
                  <a:moveTo>
                    <a:pt x="459" y="0"/>
                  </a:moveTo>
                  <a:lnTo>
                    <a:pt x="0" y="1935"/>
                  </a:lnTo>
                  <a:lnTo>
                    <a:pt x="9089" y="4023"/>
                  </a:lnTo>
                  <a:lnTo>
                    <a:pt x="9522" y="2113"/>
                  </a:lnTo>
                  <a:lnTo>
                    <a:pt x="459" y="0"/>
                  </a:lnTo>
                  <a:close/>
                </a:path>
              </a:pathLst>
            </a:custGeom>
            <a:solidFill>
              <a:srgbClr val="6CAE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7"/>
            <p:cNvSpPr/>
            <p:nvPr/>
          </p:nvSpPr>
          <p:spPr>
            <a:xfrm>
              <a:off x="5206400" y="1463600"/>
              <a:ext cx="250800" cy="105675"/>
            </a:xfrm>
            <a:custGeom>
              <a:rect b="b" l="l" r="r" t="t"/>
              <a:pathLst>
                <a:path extrusionOk="0" h="4227" w="10032">
                  <a:moveTo>
                    <a:pt x="968" y="1"/>
                  </a:moveTo>
                  <a:lnTo>
                    <a:pt x="1" y="4227"/>
                  </a:lnTo>
                  <a:lnTo>
                    <a:pt x="9548" y="4227"/>
                  </a:lnTo>
                  <a:lnTo>
                    <a:pt x="10031" y="2088"/>
                  </a:lnTo>
                  <a:lnTo>
                    <a:pt x="968" y="1"/>
                  </a:lnTo>
                  <a:close/>
                </a:path>
              </a:pathLst>
            </a:custGeom>
            <a:solidFill>
              <a:srgbClr val="4679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38"/>
          <p:cNvSpPr txBox="1"/>
          <p:nvPr>
            <p:ph idx="1" type="body"/>
          </p:nvPr>
        </p:nvSpPr>
        <p:spPr>
          <a:xfrm>
            <a:off x="653625" y="1526915"/>
            <a:ext cx="5969100" cy="3237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u="sng">
                <a:solidFill>
                  <a:schemeClr val="hlink"/>
                </a:solidFill>
                <a:hlinkClick r:id="rId3"/>
              </a:rPr>
              <a:t>Michigan Community Partner Directory by Region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u="sng">
                <a:solidFill>
                  <a:schemeClr val="hlink"/>
                </a:solidFill>
                <a:hlinkClick r:id="rId4"/>
              </a:rPr>
              <a:t>Michigan Federal &amp; State Funding Funding Reference</a:t>
            </a:r>
            <a:endParaRPr/>
          </a:p>
        </p:txBody>
      </p:sp>
      <p:sp>
        <p:nvSpPr>
          <p:cNvPr id="488" name="Google Shape;488;p38"/>
          <p:cNvSpPr txBox="1"/>
          <p:nvPr>
            <p:ph type="title"/>
          </p:nvPr>
        </p:nvSpPr>
        <p:spPr>
          <a:xfrm>
            <a:off x="653625" y="559250"/>
            <a:ext cx="5969100" cy="55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Additional Resources</a:t>
            </a:r>
            <a:endParaRPr b="0">
              <a:solidFill>
                <a:srgbClr val="F58617"/>
              </a:solidFill>
            </a:endParaRPr>
          </a:p>
        </p:txBody>
      </p:sp>
      <p:pic>
        <p:nvPicPr>
          <p:cNvPr descr="stack of books with blurred blooming cherry tree  in the background,  springtime, reading and relaxing concept (Provided by Getty Images)" id="489" name="Google Shape;489;p38"/>
          <p:cNvPicPr preferRelativeResize="0"/>
          <p:nvPr/>
        </p:nvPicPr>
        <p:blipFill>
          <a:blip r:embed="rId5">
            <a:alphaModFix/>
          </a:blip>
          <a:stretch>
            <a:fillRect/>
          </a:stretch>
        </p:blipFill>
        <p:spPr>
          <a:xfrm>
            <a:off x="7644725" y="3469750"/>
            <a:ext cx="1499274" cy="167374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9"/>
          <p:cNvSpPr txBox="1"/>
          <p:nvPr>
            <p:ph type="title"/>
          </p:nvPr>
        </p:nvSpPr>
        <p:spPr>
          <a:xfrm>
            <a:off x="653625" y="378075"/>
            <a:ext cx="5969100" cy="55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sz="2800">
                <a:solidFill>
                  <a:srgbClr val="F58617"/>
                </a:solidFill>
              </a:rPr>
              <a:t>Taking Action - Next Steps</a:t>
            </a:r>
            <a:endParaRPr b="0" sz="2800">
              <a:solidFill>
                <a:srgbClr val="F58617"/>
              </a:solidFill>
            </a:endParaRPr>
          </a:p>
        </p:txBody>
      </p:sp>
      <p:sp>
        <p:nvSpPr>
          <p:cNvPr id="495" name="Google Shape;495;p39"/>
          <p:cNvSpPr txBox="1"/>
          <p:nvPr>
            <p:ph idx="1" type="body"/>
          </p:nvPr>
        </p:nvSpPr>
        <p:spPr>
          <a:xfrm>
            <a:off x="653625" y="1765175"/>
            <a:ext cx="1923900" cy="25590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400"/>
              <a:t>Research how to complete a poverty audit </a:t>
            </a:r>
            <a:endParaRPr sz="1400"/>
          </a:p>
          <a:p>
            <a:pPr indent="0" lvl="0" marL="0" rtl="0" algn="l">
              <a:spcBef>
                <a:spcPts val="600"/>
              </a:spcBef>
              <a:spcAft>
                <a:spcPts val="0"/>
              </a:spcAft>
              <a:buNone/>
            </a:pPr>
            <a:r>
              <a:rPr lang="en" sz="1400"/>
              <a:t>Identify one barrier you can remove for students </a:t>
            </a:r>
            <a:endParaRPr sz="1400"/>
          </a:p>
          <a:p>
            <a:pPr indent="0" lvl="0" marL="0" rtl="0" algn="l">
              <a:spcBef>
                <a:spcPts val="600"/>
              </a:spcBef>
              <a:spcAft>
                <a:spcPts val="0"/>
              </a:spcAft>
              <a:buNone/>
            </a:pPr>
            <a:r>
              <a:rPr lang="en" sz="1400"/>
              <a:t>Identify an accountability partner</a:t>
            </a:r>
            <a:endParaRPr sz="1400"/>
          </a:p>
        </p:txBody>
      </p:sp>
      <p:sp>
        <p:nvSpPr>
          <p:cNvPr id="496" name="Google Shape;496;p39"/>
          <p:cNvSpPr txBox="1"/>
          <p:nvPr>
            <p:ph idx="2" type="body"/>
          </p:nvPr>
        </p:nvSpPr>
        <p:spPr>
          <a:xfrm>
            <a:off x="2676150" y="1765150"/>
            <a:ext cx="1923900" cy="25590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400"/>
              <a:t>Identify members for a leadership team</a:t>
            </a:r>
            <a:endParaRPr sz="1400"/>
          </a:p>
          <a:p>
            <a:pPr indent="0" lvl="0" marL="0" rtl="0" algn="l">
              <a:spcBef>
                <a:spcPts val="600"/>
              </a:spcBef>
              <a:spcAft>
                <a:spcPts val="0"/>
              </a:spcAft>
              <a:buNone/>
            </a:pPr>
            <a:r>
              <a:rPr lang="en" sz="1400"/>
              <a:t>Identify data &amp; how to access it</a:t>
            </a:r>
            <a:endParaRPr sz="1400"/>
          </a:p>
          <a:p>
            <a:pPr indent="0" lvl="0" marL="0" rtl="0" algn="l">
              <a:spcBef>
                <a:spcPts val="600"/>
              </a:spcBef>
              <a:spcAft>
                <a:spcPts val="0"/>
              </a:spcAft>
              <a:buNone/>
            </a:pPr>
            <a:r>
              <a:rPr lang="en" sz="1400"/>
              <a:t>Identify community organizations </a:t>
            </a:r>
            <a:endParaRPr sz="1400"/>
          </a:p>
          <a:p>
            <a:pPr indent="0" lvl="0" marL="0" rtl="0" algn="l">
              <a:spcBef>
                <a:spcPts val="600"/>
              </a:spcBef>
              <a:spcAft>
                <a:spcPts val="0"/>
              </a:spcAft>
              <a:buNone/>
            </a:pPr>
            <a:r>
              <a:rPr lang="en" sz="1400"/>
              <a:t>Utilize a resource provided 	</a:t>
            </a:r>
            <a:endParaRPr sz="1400"/>
          </a:p>
        </p:txBody>
      </p:sp>
      <p:sp>
        <p:nvSpPr>
          <p:cNvPr id="497" name="Google Shape;497;p39"/>
          <p:cNvSpPr txBox="1"/>
          <p:nvPr>
            <p:ph idx="3" type="body"/>
          </p:nvPr>
        </p:nvSpPr>
        <p:spPr>
          <a:xfrm>
            <a:off x="4698675" y="1795775"/>
            <a:ext cx="1923900" cy="2689500"/>
          </a:xfrm>
          <a:prstGeom prst="rect">
            <a:avLst/>
          </a:prstGeom>
          <a:solidFill>
            <a:srgbClr val="FEEBD8"/>
          </a:solidFill>
          <a:ln cap="flat" cmpd="sng" w="9525">
            <a:solidFill>
              <a:srgbClr val="F58617"/>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600"/>
              </a:spcBef>
              <a:spcAft>
                <a:spcPts val="0"/>
              </a:spcAft>
              <a:buNone/>
            </a:pPr>
            <a:r>
              <a:rPr lang="en" sz="1400"/>
              <a:t>Identify</a:t>
            </a:r>
            <a:r>
              <a:rPr lang="en" sz="1400"/>
              <a:t> your local elected officials &amp; </a:t>
            </a:r>
            <a:r>
              <a:rPr lang="en" sz="1400"/>
              <a:t>advocate</a:t>
            </a:r>
            <a:r>
              <a:rPr lang="en" sz="1400"/>
              <a:t> for policy changes that support families </a:t>
            </a:r>
            <a:endParaRPr sz="1400"/>
          </a:p>
          <a:p>
            <a:pPr indent="0" lvl="0" marL="0" rtl="0" algn="l">
              <a:spcBef>
                <a:spcPts val="600"/>
              </a:spcBef>
              <a:spcAft>
                <a:spcPts val="0"/>
              </a:spcAft>
              <a:buNone/>
            </a:pPr>
            <a:r>
              <a:rPr lang="en" sz="1400"/>
              <a:t>Develop a resource manual for families &amp; parents</a:t>
            </a:r>
            <a:endParaRPr sz="1400"/>
          </a:p>
          <a:p>
            <a:pPr indent="0" lvl="0" marL="0" rtl="0" algn="l">
              <a:spcBef>
                <a:spcPts val="600"/>
              </a:spcBef>
              <a:spcAft>
                <a:spcPts val="0"/>
              </a:spcAft>
              <a:buNone/>
            </a:pPr>
            <a:r>
              <a:rPr lang="en" sz="1400"/>
              <a:t>Identify an implementation goal &amp; create a plan</a:t>
            </a:r>
            <a:endParaRPr sz="1400"/>
          </a:p>
        </p:txBody>
      </p:sp>
      <p:sp>
        <p:nvSpPr>
          <p:cNvPr id="498" name="Google Shape;498;p39"/>
          <p:cNvSpPr txBox="1"/>
          <p:nvPr/>
        </p:nvSpPr>
        <p:spPr>
          <a:xfrm>
            <a:off x="653625" y="1180163"/>
            <a:ext cx="1923900" cy="5850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74F67"/>
                </a:solidFill>
                <a:latin typeface="ABeeZee"/>
                <a:ea typeface="ABeeZee"/>
                <a:cs typeface="ABeeZee"/>
                <a:sym typeface="ABeeZee"/>
              </a:rPr>
              <a:t>Immediate</a:t>
            </a:r>
            <a:endParaRPr>
              <a:solidFill>
                <a:srgbClr val="474F67"/>
              </a:solidFill>
              <a:latin typeface="ABeeZee"/>
              <a:ea typeface="ABeeZee"/>
              <a:cs typeface="ABeeZee"/>
              <a:sym typeface="ABeeZee"/>
            </a:endParaRPr>
          </a:p>
          <a:p>
            <a:pPr indent="0" lvl="0" marL="0" rtl="0" algn="ctr">
              <a:spcBef>
                <a:spcPts val="0"/>
              </a:spcBef>
              <a:spcAft>
                <a:spcPts val="0"/>
              </a:spcAft>
              <a:buNone/>
            </a:pPr>
            <a:r>
              <a:rPr lang="en" sz="1200">
                <a:solidFill>
                  <a:srgbClr val="474F67"/>
                </a:solidFill>
                <a:latin typeface="ABeeZee"/>
                <a:ea typeface="ABeeZee"/>
                <a:cs typeface="ABeeZee"/>
                <a:sym typeface="ABeeZee"/>
              </a:rPr>
              <a:t>(This week)</a:t>
            </a:r>
            <a:endParaRPr>
              <a:solidFill>
                <a:srgbClr val="474F67"/>
              </a:solidFill>
              <a:latin typeface="ABeeZee"/>
              <a:ea typeface="ABeeZee"/>
              <a:cs typeface="ABeeZee"/>
              <a:sym typeface="ABeeZee"/>
            </a:endParaRPr>
          </a:p>
        </p:txBody>
      </p:sp>
      <p:sp>
        <p:nvSpPr>
          <p:cNvPr id="499" name="Google Shape;499;p39"/>
          <p:cNvSpPr txBox="1"/>
          <p:nvPr/>
        </p:nvSpPr>
        <p:spPr>
          <a:xfrm>
            <a:off x="2676150" y="1180177"/>
            <a:ext cx="1923900" cy="5850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74F67"/>
                </a:solidFill>
                <a:latin typeface="ABeeZee"/>
                <a:ea typeface="ABeeZee"/>
                <a:cs typeface="ABeeZee"/>
                <a:sym typeface="ABeeZee"/>
              </a:rPr>
              <a:t>Short-term</a:t>
            </a:r>
            <a:endParaRPr>
              <a:solidFill>
                <a:srgbClr val="474F67"/>
              </a:solidFill>
              <a:latin typeface="ABeeZee"/>
              <a:ea typeface="ABeeZee"/>
              <a:cs typeface="ABeeZee"/>
              <a:sym typeface="ABeeZee"/>
            </a:endParaRPr>
          </a:p>
          <a:p>
            <a:pPr indent="0" lvl="0" marL="0" rtl="0" algn="ctr">
              <a:spcBef>
                <a:spcPts val="0"/>
              </a:spcBef>
              <a:spcAft>
                <a:spcPts val="0"/>
              </a:spcAft>
              <a:buNone/>
            </a:pPr>
            <a:r>
              <a:rPr lang="en" sz="1200">
                <a:solidFill>
                  <a:srgbClr val="474F67"/>
                </a:solidFill>
                <a:latin typeface="ABeeZee"/>
                <a:ea typeface="ABeeZee"/>
                <a:cs typeface="ABeeZee"/>
                <a:sym typeface="ABeeZee"/>
              </a:rPr>
              <a:t>(This Month)</a:t>
            </a:r>
            <a:r>
              <a:rPr lang="en" sz="1200">
                <a:solidFill>
                  <a:srgbClr val="474F67"/>
                </a:solidFill>
                <a:latin typeface="ABeeZee"/>
                <a:ea typeface="ABeeZee"/>
                <a:cs typeface="ABeeZee"/>
                <a:sym typeface="ABeeZee"/>
              </a:rPr>
              <a:t>	</a:t>
            </a:r>
            <a:endParaRPr sz="1200">
              <a:solidFill>
                <a:srgbClr val="474F67"/>
              </a:solidFill>
              <a:latin typeface="ABeeZee"/>
              <a:ea typeface="ABeeZee"/>
              <a:cs typeface="ABeeZee"/>
              <a:sym typeface="ABeeZee"/>
            </a:endParaRPr>
          </a:p>
        </p:txBody>
      </p:sp>
      <p:sp>
        <p:nvSpPr>
          <p:cNvPr id="500" name="Google Shape;500;p39"/>
          <p:cNvSpPr txBox="1"/>
          <p:nvPr/>
        </p:nvSpPr>
        <p:spPr>
          <a:xfrm>
            <a:off x="4698675" y="1180175"/>
            <a:ext cx="1923900" cy="615600"/>
          </a:xfrm>
          <a:prstGeom prst="rect">
            <a:avLst/>
          </a:prstGeom>
          <a:solidFill>
            <a:srgbClr val="F58617"/>
          </a:solidFill>
          <a:ln cap="flat" cmpd="sng" w="9525">
            <a:solidFill>
              <a:srgbClr val="F58617"/>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rgbClr val="474F67"/>
                </a:solidFill>
                <a:latin typeface="ABeeZee"/>
                <a:ea typeface="ABeeZee"/>
                <a:cs typeface="ABeeZee"/>
                <a:sym typeface="ABeeZee"/>
              </a:rPr>
              <a:t>Long -term </a:t>
            </a:r>
            <a:endParaRPr>
              <a:solidFill>
                <a:srgbClr val="474F67"/>
              </a:solidFill>
              <a:latin typeface="ABeeZee"/>
              <a:ea typeface="ABeeZee"/>
              <a:cs typeface="ABeeZee"/>
              <a:sym typeface="ABeeZee"/>
            </a:endParaRPr>
          </a:p>
          <a:p>
            <a:pPr indent="0" lvl="0" marL="0" rtl="0" algn="ctr">
              <a:spcBef>
                <a:spcPts val="0"/>
              </a:spcBef>
              <a:spcAft>
                <a:spcPts val="0"/>
              </a:spcAft>
              <a:buNone/>
            </a:pPr>
            <a:r>
              <a:rPr lang="en">
                <a:solidFill>
                  <a:srgbClr val="474F67"/>
                </a:solidFill>
                <a:latin typeface="ABeeZee"/>
                <a:ea typeface="ABeeZee"/>
                <a:cs typeface="ABeeZee"/>
                <a:sym typeface="ABeeZee"/>
              </a:rPr>
              <a:t>  (This Year)</a:t>
            </a:r>
            <a:endParaRPr>
              <a:solidFill>
                <a:srgbClr val="474F67"/>
              </a:solidFill>
              <a:latin typeface="ABeeZee"/>
              <a:ea typeface="ABeeZee"/>
              <a:cs typeface="ABeeZee"/>
              <a:sym typeface="ABeeZee"/>
            </a:endParaRPr>
          </a:p>
        </p:txBody>
      </p:sp>
      <p:grpSp>
        <p:nvGrpSpPr>
          <p:cNvPr id="501" name="Google Shape;501;p39"/>
          <p:cNvGrpSpPr/>
          <p:nvPr/>
        </p:nvGrpSpPr>
        <p:grpSpPr>
          <a:xfrm flipH="1">
            <a:off x="7494560" y="3753778"/>
            <a:ext cx="1649444" cy="1389731"/>
            <a:chOff x="2062875" y="394325"/>
            <a:chExt cx="1394525" cy="1174950"/>
          </a:xfrm>
        </p:grpSpPr>
        <p:sp>
          <p:nvSpPr>
            <p:cNvPr id="502" name="Google Shape;502;p39"/>
            <p:cNvSpPr/>
            <p:nvPr/>
          </p:nvSpPr>
          <p:spPr>
            <a:xfrm>
              <a:off x="2154525" y="1037175"/>
              <a:ext cx="357725" cy="437275"/>
            </a:xfrm>
            <a:custGeom>
              <a:rect b="b" l="l" r="r" t="t"/>
              <a:pathLst>
                <a:path extrusionOk="0" h="17491" w="14309">
                  <a:moveTo>
                    <a:pt x="1706" y="0"/>
                  </a:moveTo>
                  <a:lnTo>
                    <a:pt x="1" y="17491"/>
                  </a:lnTo>
                  <a:lnTo>
                    <a:pt x="14308" y="17491"/>
                  </a:lnTo>
                  <a:lnTo>
                    <a:pt x="14308" y="0"/>
                  </a:lnTo>
                  <a:close/>
                </a:path>
              </a:pathLst>
            </a:custGeom>
            <a:solidFill>
              <a:srgbClr val="542D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39"/>
            <p:cNvSpPr/>
            <p:nvPr/>
          </p:nvSpPr>
          <p:spPr>
            <a:xfrm>
              <a:off x="2652250" y="1037175"/>
              <a:ext cx="357075" cy="437275"/>
            </a:xfrm>
            <a:custGeom>
              <a:rect b="b" l="l" r="r" t="t"/>
              <a:pathLst>
                <a:path extrusionOk="0" h="17491" w="14283">
                  <a:moveTo>
                    <a:pt x="0" y="0"/>
                  </a:moveTo>
                  <a:lnTo>
                    <a:pt x="0" y="17491"/>
                  </a:lnTo>
                  <a:lnTo>
                    <a:pt x="14283" y="17491"/>
                  </a:lnTo>
                  <a:lnTo>
                    <a:pt x="12603" y="0"/>
                  </a:lnTo>
                  <a:close/>
                </a:path>
              </a:pathLst>
            </a:custGeom>
            <a:solidFill>
              <a:srgbClr val="542D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9"/>
            <p:cNvSpPr/>
            <p:nvPr/>
          </p:nvSpPr>
          <p:spPr>
            <a:xfrm>
              <a:off x="2177450" y="866600"/>
              <a:ext cx="68125" cy="190975"/>
            </a:xfrm>
            <a:custGeom>
              <a:rect b="b" l="l" r="r" t="t"/>
              <a:pathLst>
                <a:path extrusionOk="0" h="7639" w="2725">
                  <a:moveTo>
                    <a:pt x="2724" y="0"/>
                  </a:moveTo>
                  <a:lnTo>
                    <a:pt x="2164" y="51"/>
                  </a:lnTo>
                  <a:lnTo>
                    <a:pt x="1197" y="459"/>
                  </a:lnTo>
                  <a:lnTo>
                    <a:pt x="458" y="1197"/>
                  </a:lnTo>
                  <a:lnTo>
                    <a:pt x="26" y="2190"/>
                  </a:lnTo>
                  <a:lnTo>
                    <a:pt x="0" y="2750"/>
                  </a:lnTo>
                  <a:lnTo>
                    <a:pt x="0" y="4914"/>
                  </a:lnTo>
                  <a:lnTo>
                    <a:pt x="26" y="5474"/>
                  </a:lnTo>
                  <a:lnTo>
                    <a:pt x="458" y="6467"/>
                  </a:lnTo>
                  <a:lnTo>
                    <a:pt x="1197" y="7205"/>
                  </a:lnTo>
                  <a:lnTo>
                    <a:pt x="2164" y="7613"/>
                  </a:lnTo>
                  <a:lnTo>
                    <a:pt x="2724" y="7638"/>
                  </a:lnTo>
                  <a:lnTo>
                    <a:pt x="2724"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39"/>
            <p:cNvSpPr/>
            <p:nvPr/>
          </p:nvSpPr>
          <p:spPr>
            <a:xfrm>
              <a:off x="2922100" y="866600"/>
              <a:ext cx="68150" cy="190975"/>
            </a:xfrm>
            <a:custGeom>
              <a:rect b="b" l="l" r="r" t="t"/>
              <a:pathLst>
                <a:path extrusionOk="0" h="7639" w="2726">
                  <a:moveTo>
                    <a:pt x="1" y="0"/>
                  </a:moveTo>
                  <a:lnTo>
                    <a:pt x="1" y="7638"/>
                  </a:lnTo>
                  <a:lnTo>
                    <a:pt x="561" y="7613"/>
                  </a:lnTo>
                  <a:lnTo>
                    <a:pt x="1528" y="7205"/>
                  </a:lnTo>
                  <a:lnTo>
                    <a:pt x="2267" y="6467"/>
                  </a:lnTo>
                  <a:lnTo>
                    <a:pt x="2700" y="5474"/>
                  </a:lnTo>
                  <a:lnTo>
                    <a:pt x="2725" y="4914"/>
                  </a:lnTo>
                  <a:lnTo>
                    <a:pt x="2725" y="2750"/>
                  </a:lnTo>
                  <a:lnTo>
                    <a:pt x="2700" y="2190"/>
                  </a:lnTo>
                  <a:lnTo>
                    <a:pt x="2267" y="1197"/>
                  </a:lnTo>
                  <a:lnTo>
                    <a:pt x="1528" y="459"/>
                  </a:lnTo>
                  <a:lnTo>
                    <a:pt x="561" y="51"/>
                  </a:lnTo>
                  <a:lnTo>
                    <a:pt x="1"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39"/>
            <p:cNvSpPr/>
            <p:nvPr/>
          </p:nvSpPr>
          <p:spPr>
            <a:xfrm>
              <a:off x="2479125" y="1254850"/>
              <a:ext cx="210050" cy="264150"/>
            </a:xfrm>
            <a:custGeom>
              <a:rect b="b" l="l" r="r" t="t"/>
              <a:pathLst>
                <a:path extrusionOk="0" h="10566" w="8402">
                  <a:moveTo>
                    <a:pt x="1" y="0"/>
                  </a:moveTo>
                  <a:lnTo>
                    <a:pt x="1" y="10566"/>
                  </a:lnTo>
                  <a:lnTo>
                    <a:pt x="8402" y="10566"/>
                  </a:lnTo>
                  <a:lnTo>
                    <a:pt x="8402"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9"/>
            <p:cNvSpPr/>
            <p:nvPr/>
          </p:nvSpPr>
          <p:spPr>
            <a:xfrm>
              <a:off x="2233450" y="439525"/>
              <a:ext cx="700775" cy="875800"/>
            </a:xfrm>
            <a:custGeom>
              <a:rect b="b" l="l" r="r" t="t"/>
              <a:pathLst>
                <a:path extrusionOk="0" h="35032" w="28031">
                  <a:moveTo>
                    <a:pt x="14028" y="1"/>
                  </a:moveTo>
                  <a:lnTo>
                    <a:pt x="13290" y="26"/>
                  </a:lnTo>
                  <a:lnTo>
                    <a:pt x="11890" y="153"/>
                  </a:lnTo>
                  <a:lnTo>
                    <a:pt x="10515" y="433"/>
                  </a:lnTo>
                  <a:lnTo>
                    <a:pt x="9191" y="841"/>
                  </a:lnTo>
                  <a:lnTo>
                    <a:pt x="7944" y="1375"/>
                  </a:lnTo>
                  <a:lnTo>
                    <a:pt x="6747" y="2037"/>
                  </a:lnTo>
                  <a:lnTo>
                    <a:pt x="5627" y="2776"/>
                  </a:lnTo>
                  <a:lnTo>
                    <a:pt x="4583" y="3641"/>
                  </a:lnTo>
                  <a:lnTo>
                    <a:pt x="3641" y="4583"/>
                  </a:lnTo>
                  <a:lnTo>
                    <a:pt x="2775" y="5627"/>
                  </a:lnTo>
                  <a:lnTo>
                    <a:pt x="2012" y="6747"/>
                  </a:lnTo>
                  <a:lnTo>
                    <a:pt x="1375" y="7944"/>
                  </a:lnTo>
                  <a:lnTo>
                    <a:pt x="841" y="9191"/>
                  </a:lnTo>
                  <a:lnTo>
                    <a:pt x="433" y="10515"/>
                  </a:lnTo>
                  <a:lnTo>
                    <a:pt x="153" y="11890"/>
                  </a:lnTo>
                  <a:lnTo>
                    <a:pt x="0" y="13316"/>
                  </a:lnTo>
                  <a:lnTo>
                    <a:pt x="0" y="14028"/>
                  </a:lnTo>
                  <a:lnTo>
                    <a:pt x="0" y="21004"/>
                  </a:lnTo>
                  <a:lnTo>
                    <a:pt x="0" y="21717"/>
                  </a:lnTo>
                  <a:lnTo>
                    <a:pt x="153" y="23143"/>
                  </a:lnTo>
                  <a:lnTo>
                    <a:pt x="433" y="24517"/>
                  </a:lnTo>
                  <a:lnTo>
                    <a:pt x="841" y="25841"/>
                  </a:lnTo>
                  <a:lnTo>
                    <a:pt x="1375" y="27089"/>
                  </a:lnTo>
                  <a:lnTo>
                    <a:pt x="2012" y="28285"/>
                  </a:lnTo>
                  <a:lnTo>
                    <a:pt x="2775" y="29405"/>
                  </a:lnTo>
                  <a:lnTo>
                    <a:pt x="3641" y="30449"/>
                  </a:lnTo>
                  <a:lnTo>
                    <a:pt x="4583" y="31391"/>
                  </a:lnTo>
                  <a:lnTo>
                    <a:pt x="5627" y="32257"/>
                  </a:lnTo>
                  <a:lnTo>
                    <a:pt x="6747" y="32995"/>
                  </a:lnTo>
                  <a:lnTo>
                    <a:pt x="7944" y="33657"/>
                  </a:lnTo>
                  <a:lnTo>
                    <a:pt x="9191" y="34192"/>
                  </a:lnTo>
                  <a:lnTo>
                    <a:pt x="10515" y="34599"/>
                  </a:lnTo>
                  <a:lnTo>
                    <a:pt x="11890" y="34879"/>
                  </a:lnTo>
                  <a:lnTo>
                    <a:pt x="13290" y="35006"/>
                  </a:lnTo>
                  <a:lnTo>
                    <a:pt x="14028" y="35032"/>
                  </a:lnTo>
                  <a:lnTo>
                    <a:pt x="14741" y="35006"/>
                  </a:lnTo>
                  <a:lnTo>
                    <a:pt x="16167" y="34879"/>
                  </a:lnTo>
                  <a:lnTo>
                    <a:pt x="17516" y="34599"/>
                  </a:lnTo>
                  <a:lnTo>
                    <a:pt x="18840" y="34192"/>
                  </a:lnTo>
                  <a:lnTo>
                    <a:pt x="20087" y="33657"/>
                  </a:lnTo>
                  <a:lnTo>
                    <a:pt x="21284" y="32995"/>
                  </a:lnTo>
                  <a:lnTo>
                    <a:pt x="22404" y="32257"/>
                  </a:lnTo>
                  <a:lnTo>
                    <a:pt x="23448" y="31391"/>
                  </a:lnTo>
                  <a:lnTo>
                    <a:pt x="24390" y="30449"/>
                  </a:lnTo>
                  <a:lnTo>
                    <a:pt x="25256" y="29405"/>
                  </a:lnTo>
                  <a:lnTo>
                    <a:pt x="26019" y="28285"/>
                  </a:lnTo>
                  <a:lnTo>
                    <a:pt x="26656" y="27089"/>
                  </a:lnTo>
                  <a:lnTo>
                    <a:pt x="27191" y="25841"/>
                  </a:lnTo>
                  <a:lnTo>
                    <a:pt x="27598" y="24517"/>
                  </a:lnTo>
                  <a:lnTo>
                    <a:pt x="27878" y="23143"/>
                  </a:lnTo>
                  <a:lnTo>
                    <a:pt x="28031" y="21717"/>
                  </a:lnTo>
                  <a:lnTo>
                    <a:pt x="28031" y="21004"/>
                  </a:lnTo>
                  <a:lnTo>
                    <a:pt x="28031" y="14028"/>
                  </a:lnTo>
                  <a:lnTo>
                    <a:pt x="28031" y="13316"/>
                  </a:lnTo>
                  <a:lnTo>
                    <a:pt x="27878" y="11890"/>
                  </a:lnTo>
                  <a:lnTo>
                    <a:pt x="27598" y="10515"/>
                  </a:lnTo>
                  <a:lnTo>
                    <a:pt x="27191" y="9191"/>
                  </a:lnTo>
                  <a:lnTo>
                    <a:pt x="26656" y="7944"/>
                  </a:lnTo>
                  <a:lnTo>
                    <a:pt x="26019" y="6747"/>
                  </a:lnTo>
                  <a:lnTo>
                    <a:pt x="25256" y="5627"/>
                  </a:lnTo>
                  <a:lnTo>
                    <a:pt x="24390" y="4583"/>
                  </a:lnTo>
                  <a:lnTo>
                    <a:pt x="23448" y="3641"/>
                  </a:lnTo>
                  <a:lnTo>
                    <a:pt x="22404" y="2776"/>
                  </a:lnTo>
                  <a:lnTo>
                    <a:pt x="21284" y="2037"/>
                  </a:lnTo>
                  <a:lnTo>
                    <a:pt x="20087" y="1375"/>
                  </a:lnTo>
                  <a:lnTo>
                    <a:pt x="18840" y="841"/>
                  </a:lnTo>
                  <a:lnTo>
                    <a:pt x="17516" y="433"/>
                  </a:lnTo>
                  <a:lnTo>
                    <a:pt x="16167" y="153"/>
                  </a:lnTo>
                  <a:lnTo>
                    <a:pt x="14741" y="26"/>
                  </a:lnTo>
                  <a:lnTo>
                    <a:pt x="14028" y="1"/>
                  </a:lnTo>
                  <a:close/>
                </a:path>
              </a:pathLst>
            </a:custGeom>
            <a:solidFill>
              <a:srgbClr val="C08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9"/>
            <p:cNvSpPr/>
            <p:nvPr/>
          </p:nvSpPr>
          <p:spPr>
            <a:xfrm>
              <a:off x="2358200" y="933425"/>
              <a:ext cx="91050" cy="90400"/>
            </a:xfrm>
            <a:custGeom>
              <a:rect b="b" l="l" r="r" t="t"/>
              <a:pathLst>
                <a:path extrusionOk="0" h="3616" w="3642">
                  <a:moveTo>
                    <a:pt x="1808" y="1"/>
                  </a:moveTo>
                  <a:lnTo>
                    <a:pt x="1452" y="26"/>
                  </a:lnTo>
                  <a:lnTo>
                    <a:pt x="790" y="281"/>
                  </a:lnTo>
                  <a:lnTo>
                    <a:pt x="306" y="790"/>
                  </a:lnTo>
                  <a:lnTo>
                    <a:pt x="26" y="1426"/>
                  </a:lnTo>
                  <a:lnTo>
                    <a:pt x="0" y="1808"/>
                  </a:lnTo>
                  <a:lnTo>
                    <a:pt x="26" y="2165"/>
                  </a:lnTo>
                  <a:lnTo>
                    <a:pt x="306" y="2827"/>
                  </a:lnTo>
                  <a:lnTo>
                    <a:pt x="790" y="3310"/>
                  </a:lnTo>
                  <a:lnTo>
                    <a:pt x="1452" y="3590"/>
                  </a:lnTo>
                  <a:lnTo>
                    <a:pt x="1808" y="3616"/>
                  </a:lnTo>
                  <a:lnTo>
                    <a:pt x="2190" y="3590"/>
                  </a:lnTo>
                  <a:lnTo>
                    <a:pt x="2826" y="3310"/>
                  </a:lnTo>
                  <a:lnTo>
                    <a:pt x="3336" y="2827"/>
                  </a:lnTo>
                  <a:lnTo>
                    <a:pt x="3616" y="2165"/>
                  </a:lnTo>
                  <a:lnTo>
                    <a:pt x="3641" y="1808"/>
                  </a:lnTo>
                  <a:lnTo>
                    <a:pt x="3616" y="1426"/>
                  </a:lnTo>
                  <a:lnTo>
                    <a:pt x="3336" y="790"/>
                  </a:lnTo>
                  <a:lnTo>
                    <a:pt x="2826" y="281"/>
                  </a:lnTo>
                  <a:lnTo>
                    <a:pt x="2190" y="26"/>
                  </a:lnTo>
                  <a:lnTo>
                    <a:pt x="1808" y="1"/>
                  </a:lnTo>
                  <a:close/>
                </a:path>
              </a:pathLst>
            </a:custGeom>
            <a:solidFill>
              <a:srgbClr val="5931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9"/>
            <p:cNvSpPr/>
            <p:nvPr/>
          </p:nvSpPr>
          <p:spPr>
            <a:xfrm>
              <a:off x="2718450" y="933425"/>
              <a:ext cx="91025" cy="90400"/>
            </a:xfrm>
            <a:custGeom>
              <a:rect b="b" l="l" r="r" t="t"/>
              <a:pathLst>
                <a:path extrusionOk="0" h="3616" w="3641">
                  <a:moveTo>
                    <a:pt x="1833" y="1"/>
                  </a:moveTo>
                  <a:lnTo>
                    <a:pt x="1451" y="26"/>
                  </a:lnTo>
                  <a:lnTo>
                    <a:pt x="815" y="281"/>
                  </a:lnTo>
                  <a:lnTo>
                    <a:pt x="306" y="790"/>
                  </a:lnTo>
                  <a:lnTo>
                    <a:pt x="26" y="1426"/>
                  </a:lnTo>
                  <a:lnTo>
                    <a:pt x="0" y="1808"/>
                  </a:lnTo>
                  <a:lnTo>
                    <a:pt x="26" y="2165"/>
                  </a:lnTo>
                  <a:lnTo>
                    <a:pt x="306" y="2827"/>
                  </a:lnTo>
                  <a:lnTo>
                    <a:pt x="815" y="3310"/>
                  </a:lnTo>
                  <a:lnTo>
                    <a:pt x="1451" y="3590"/>
                  </a:lnTo>
                  <a:lnTo>
                    <a:pt x="1833" y="3616"/>
                  </a:lnTo>
                  <a:lnTo>
                    <a:pt x="2190" y="3590"/>
                  </a:lnTo>
                  <a:lnTo>
                    <a:pt x="2851" y="3310"/>
                  </a:lnTo>
                  <a:lnTo>
                    <a:pt x="3335" y="2827"/>
                  </a:lnTo>
                  <a:lnTo>
                    <a:pt x="3615" y="2165"/>
                  </a:lnTo>
                  <a:lnTo>
                    <a:pt x="3641" y="1808"/>
                  </a:lnTo>
                  <a:lnTo>
                    <a:pt x="3615" y="1426"/>
                  </a:lnTo>
                  <a:lnTo>
                    <a:pt x="3335" y="790"/>
                  </a:lnTo>
                  <a:lnTo>
                    <a:pt x="2851" y="281"/>
                  </a:lnTo>
                  <a:lnTo>
                    <a:pt x="2190" y="26"/>
                  </a:lnTo>
                  <a:lnTo>
                    <a:pt x="1833" y="1"/>
                  </a:lnTo>
                  <a:close/>
                </a:path>
              </a:pathLst>
            </a:custGeom>
            <a:solidFill>
              <a:srgbClr val="5931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9"/>
            <p:cNvSpPr/>
            <p:nvPr/>
          </p:nvSpPr>
          <p:spPr>
            <a:xfrm>
              <a:off x="2062875" y="1359225"/>
              <a:ext cx="1041925" cy="210050"/>
            </a:xfrm>
            <a:custGeom>
              <a:rect b="b" l="l" r="r" t="t"/>
              <a:pathLst>
                <a:path extrusionOk="0" h="8402" w="41677">
                  <a:moveTo>
                    <a:pt x="16625" y="1"/>
                  </a:moveTo>
                  <a:lnTo>
                    <a:pt x="12297" y="153"/>
                  </a:lnTo>
                  <a:lnTo>
                    <a:pt x="11177" y="179"/>
                  </a:lnTo>
                  <a:lnTo>
                    <a:pt x="9115" y="484"/>
                  </a:lnTo>
                  <a:lnTo>
                    <a:pt x="7307" y="1070"/>
                  </a:lnTo>
                  <a:lnTo>
                    <a:pt x="5678" y="1910"/>
                  </a:lnTo>
                  <a:lnTo>
                    <a:pt x="4227" y="2979"/>
                  </a:lnTo>
                  <a:lnTo>
                    <a:pt x="2903" y="4303"/>
                  </a:lnTo>
                  <a:lnTo>
                    <a:pt x="1681" y="5805"/>
                  </a:lnTo>
                  <a:lnTo>
                    <a:pt x="535" y="7485"/>
                  </a:lnTo>
                  <a:lnTo>
                    <a:pt x="0" y="8402"/>
                  </a:lnTo>
                  <a:lnTo>
                    <a:pt x="41677" y="8402"/>
                  </a:lnTo>
                  <a:lnTo>
                    <a:pt x="41142" y="7485"/>
                  </a:lnTo>
                  <a:lnTo>
                    <a:pt x="39996" y="5805"/>
                  </a:lnTo>
                  <a:lnTo>
                    <a:pt x="38774" y="4303"/>
                  </a:lnTo>
                  <a:lnTo>
                    <a:pt x="37450" y="2979"/>
                  </a:lnTo>
                  <a:lnTo>
                    <a:pt x="35999" y="1910"/>
                  </a:lnTo>
                  <a:lnTo>
                    <a:pt x="34370" y="1070"/>
                  </a:lnTo>
                  <a:lnTo>
                    <a:pt x="32562" y="484"/>
                  </a:lnTo>
                  <a:lnTo>
                    <a:pt x="30500" y="179"/>
                  </a:lnTo>
                  <a:lnTo>
                    <a:pt x="29380" y="153"/>
                  </a:lnTo>
                  <a:lnTo>
                    <a:pt x="25052" y="1"/>
                  </a:lnTo>
                  <a:lnTo>
                    <a:pt x="25027" y="433"/>
                  </a:lnTo>
                  <a:lnTo>
                    <a:pt x="24874" y="1248"/>
                  </a:lnTo>
                  <a:lnTo>
                    <a:pt x="24543" y="2012"/>
                  </a:lnTo>
                  <a:lnTo>
                    <a:pt x="24085" y="2674"/>
                  </a:lnTo>
                  <a:lnTo>
                    <a:pt x="23524" y="3259"/>
                  </a:lnTo>
                  <a:lnTo>
                    <a:pt x="22863" y="3692"/>
                  </a:lnTo>
                  <a:lnTo>
                    <a:pt x="22099" y="4023"/>
                  </a:lnTo>
                  <a:lnTo>
                    <a:pt x="21284" y="4201"/>
                  </a:lnTo>
                  <a:lnTo>
                    <a:pt x="20418" y="4201"/>
                  </a:lnTo>
                  <a:lnTo>
                    <a:pt x="19578" y="4023"/>
                  </a:lnTo>
                  <a:lnTo>
                    <a:pt x="18840" y="3692"/>
                  </a:lnTo>
                  <a:lnTo>
                    <a:pt x="18153" y="3259"/>
                  </a:lnTo>
                  <a:lnTo>
                    <a:pt x="17593" y="2674"/>
                  </a:lnTo>
                  <a:lnTo>
                    <a:pt x="17134" y="2012"/>
                  </a:lnTo>
                  <a:lnTo>
                    <a:pt x="16803" y="1248"/>
                  </a:lnTo>
                  <a:lnTo>
                    <a:pt x="16651" y="433"/>
                  </a:lnTo>
                  <a:lnTo>
                    <a:pt x="16625" y="1"/>
                  </a:lnTo>
                  <a:close/>
                </a:path>
              </a:pathLst>
            </a:custGeom>
            <a:solidFill>
              <a:srgbClr val="F586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9"/>
            <p:cNvSpPr/>
            <p:nvPr/>
          </p:nvSpPr>
          <p:spPr>
            <a:xfrm>
              <a:off x="2439675" y="1359225"/>
              <a:ext cx="288325" cy="148950"/>
            </a:xfrm>
            <a:custGeom>
              <a:rect b="b" l="l" r="r" t="t"/>
              <a:pathLst>
                <a:path extrusionOk="0" h="5958" w="11533">
                  <a:moveTo>
                    <a:pt x="1553" y="1"/>
                  </a:moveTo>
                  <a:lnTo>
                    <a:pt x="0" y="51"/>
                  </a:lnTo>
                  <a:lnTo>
                    <a:pt x="0" y="128"/>
                  </a:lnTo>
                  <a:lnTo>
                    <a:pt x="0" y="179"/>
                  </a:lnTo>
                  <a:lnTo>
                    <a:pt x="0" y="790"/>
                  </a:lnTo>
                  <a:lnTo>
                    <a:pt x="255" y="1910"/>
                  </a:lnTo>
                  <a:lnTo>
                    <a:pt x="688" y="2954"/>
                  </a:lnTo>
                  <a:lnTo>
                    <a:pt x="1299" y="3870"/>
                  </a:lnTo>
                  <a:lnTo>
                    <a:pt x="2088" y="4659"/>
                  </a:lnTo>
                  <a:lnTo>
                    <a:pt x="3004" y="5270"/>
                  </a:lnTo>
                  <a:lnTo>
                    <a:pt x="4048" y="5703"/>
                  </a:lnTo>
                  <a:lnTo>
                    <a:pt x="5168" y="5958"/>
                  </a:lnTo>
                  <a:lnTo>
                    <a:pt x="6365" y="5958"/>
                  </a:lnTo>
                  <a:lnTo>
                    <a:pt x="7485" y="5703"/>
                  </a:lnTo>
                  <a:lnTo>
                    <a:pt x="8529" y="5270"/>
                  </a:lnTo>
                  <a:lnTo>
                    <a:pt x="9445" y="4659"/>
                  </a:lnTo>
                  <a:lnTo>
                    <a:pt x="10235" y="3870"/>
                  </a:lnTo>
                  <a:lnTo>
                    <a:pt x="10846" y="2954"/>
                  </a:lnTo>
                  <a:lnTo>
                    <a:pt x="11304" y="1910"/>
                  </a:lnTo>
                  <a:lnTo>
                    <a:pt x="11533" y="790"/>
                  </a:lnTo>
                  <a:lnTo>
                    <a:pt x="11533" y="179"/>
                  </a:lnTo>
                  <a:lnTo>
                    <a:pt x="11533" y="128"/>
                  </a:lnTo>
                  <a:lnTo>
                    <a:pt x="11533" y="51"/>
                  </a:lnTo>
                  <a:lnTo>
                    <a:pt x="9980" y="1"/>
                  </a:lnTo>
                  <a:lnTo>
                    <a:pt x="9955" y="433"/>
                  </a:lnTo>
                  <a:lnTo>
                    <a:pt x="9802" y="1248"/>
                  </a:lnTo>
                  <a:lnTo>
                    <a:pt x="9471" y="2012"/>
                  </a:lnTo>
                  <a:lnTo>
                    <a:pt x="9013" y="2674"/>
                  </a:lnTo>
                  <a:lnTo>
                    <a:pt x="8452" y="3259"/>
                  </a:lnTo>
                  <a:lnTo>
                    <a:pt x="7791" y="3692"/>
                  </a:lnTo>
                  <a:lnTo>
                    <a:pt x="7027" y="4023"/>
                  </a:lnTo>
                  <a:lnTo>
                    <a:pt x="6212" y="4201"/>
                  </a:lnTo>
                  <a:lnTo>
                    <a:pt x="5346" y="4201"/>
                  </a:lnTo>
                  <a:lnTo>
                    <a:pt x="4506" y="4023"/>
                  </a:lnTo>
                  <a:lnTo>
                    <a:pt x="3768" y="3692"/>
                  </a:lnTo>
                  <a:lnTo>
                    <a:pt x="3081" y="3259"/>
                  </a:lnTo>
                  <a:lnTo>
                    <a:pt x="2521" y="2674"/>
                  </a:lnTo>
                  <a:lnTo>
                    <a:pt x="2062" y="2012"/>
                  </a:lnTo>
                  <a:lnTo>
                    <a:pt x="1731" y="1248"/>
                  </a:lnTo>
                  <a:lnTo>
                    <a:pt x="1579" y="433"/>
                  </a:lnTo>
                  <a:lnTo>
                    <a:pt x="1553" y="1"/>
                  </a:lnTo>
                  <a:close/>
                </a:path>
              </a:pathLst>
            </a:custGeom>
            <a:solidFill>
              <a:srgbClr val="E5C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39"/>
            <p:cNvSpPr/>
            <p:nvPr/>
          </p:nvSpPr>
          <p:spPr>
            <a:xfrm>
              <a:off x="2540875" y="974800"/>
              <a:ext cx="82125" cy="119675"/>
            </a:xfrm>
            <a:custGeom>
              <a:rect b="b" l="l" r="r" t="t"/>
              <a:pathLst>
                <a:path extrusionOk="0" h="4787" w="3285">
                  <a:moveTo>
                    <a:pt x="1553" y="0"/>
                  </a:moveTo>
                  <a:lnTo>
                    <a:pt x="1375" y="306"/>
                  </a:lnTo>
                  <a:lnTo>
                    <a:pt x="1298" y="586"/>
                  </a:lnTo>
                  <a:lnTo>
                    <a:pt x="0" y="4252"/>
                  </a:lnTo>
                  <a:lnTo>
                    <a:pt x="0" y="4303"/>
                  </a:lnTo>
                  <a:lnTo>
                    <a:pt x="0" y="4354"/>
                  </a:lnTo>
                  <a:lnTo>
                    <a:pt x="407" y="4558"/>
                  </a:lnTo>
                  <a:lnTo>
                    <a:pt x="1222" y="4787"/>
                  </a:lnTo>
                  <a:lnTo>
                    <a:pt x="2062" y="4787"/>
                  </a:lnTo>
                  <a:lnTo>
                    <a:pt x="2902" y="4558"/>
                  </a:lnTo>
                  <a:lnTo>
                    <a:pt x="3284" y="4354"/>
                  </a:lnTo>
                  <a:lnTo>
                    <a:pt x="3284" y="4303"/>
                  </a:lnTo>
                  <a:lnTo>
                    <a:pt x="3284" y="4252"/>
                  </a:lnTo>
                  <a:lnTo>
                    <a:pt x="2011" y="586"/>
                  </a:lnTo>
                  <a:lnTo>
                    <a:pt x="1935" y="306"/>
                  </a:lnTo>
                  <a:lnTo>
                    <a:pt x="1731" y="0"/>
                  </a:lnTo>
                  <a:close/>
                </a:path>
              </a:pathLst>
            </a:custGeom>
            <a:solidFill>
              <a:srgbClr val="D3A6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9"/>
            <p:cNvSpPr/>
            <p:nvPr/>
          </p:nvSpPr>
          <p:spPr>
            <a:xfrm>
              <a:off x="2540875" y="1083625"/>
              <a:ext cx="82125" cy="37575"/>
            </a:xfrm>
            <a:custGeom>
              <a:rect b="b" l="l" r="r" t="t"/>
              <a:pathLst>
                <a:path extrusionOk="0" h="1503" w="3285">
                  <a:moveTo>
                    <a:pt x="0" y="1"/>
                  </a:moveTo>
                  <a:lnTo>
                    <a:pt x="0" y="306"/>
                  </a:lnTo>
                  <a:lnTo>
                    <a:pt x="280" y="841"/>
                  </a:lnTo>
                  <a:lnTo>
                    <a:pt x="764" y="1248"/>
                  </a:lnTo>
                  <a:lnTo>
                    <a:pt x="1298" y="1477"/>
                  </a:lnTo>
                  <a:lnTo>
                    <a:pt x="1528" y="1503"/>
                  </a:lnTo>
                  <a:lnTo>
                    <a:pt x="1782" y="1503"/>
                  </a:lnTo>
                  <a:lnTo>
                    <a:pt x="2011" y="1477"/>
                  </a:lnTo>
                  <a:lnTo>
                    <a:pt x="2521" y="1248"/>
                  </a:lnTo>
                  <a:lnTo>
                    <a:pt x="3004" y="841"/>
                  </a:lnTo>
                  <a:lnTo>
                    <a:pt x="3284" y="306"/>
                  </a:lnTo>
                  <a:lnTo>
                    <a:pt x="3284" y="1"/>
                  </a:lnTo>
                  <a:lnTo>
                    <a:pt x="2902" y="205"/>
                  </a:lnTo>
                  <a:lnTo>
                    <a:pt x="2062" y="434"/>
                  </a:lnTo>
                  <a:lnTo>
                    <a:pt x="1222" y="434"/>
                  </a:lnTo>
                  <a:lnTo>
                    <a:pt x="407" y="205"/>
                  </a:lnTo>
                  <a:lnTo>
                    <a:pt x="0" y="1"/>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9"/>
            <p:cNvSpPr/>
            <p:nvPr/>
          </p:nvSpPr>
          <p:spPr>
            <a:xfrm>
              <a:off x="2377300" y="949350"/>
              <a:ext cx="26100" cy="26100"/>
            </a:xfrm>
            <a:custGeom>
              <a:rect b="b" l="l" r="r" t="t"/>
              <a:pathLst>
                <a:path extrusionOk="0" h="1044" w="1044">
                  <a:moveTo>
                    <a:pt x="509" y="0"/>
                  </a:moveTo>
                  <a:lnTo>
                    <a:pt x="306" y="26"/>
                  </a:lnTo>
                  <a:lnTo>
                    <a:pt x="26" y="306"/>
                  </a:lnTo>
                  <a:lnTo>
                    <a:pt x="0" y="509"/>
                  </a:lnTo>
                  <a:lnTo>
                    <a:pt x="26" y="738"/>
                  </a:lnTo>
                  <a:lnTo>
                    <a:pt x="306" y="1018"/>
                  </a:lnTo>
                  <a:lnTo>
                    <a:pt x="509" y="1044"/>
                  </a:lnTo>
                  <a:lnTo>
                    <a:pt x="738" y="1018"/>
                  </a:lnTo>
                  <a:lnTo>
                    <a:pt x="1019" y="738"/>
                  </a:lnTo>
                  <a:lnTo>
                    <a:pt x="1044" y="509"/>
                  </a:lnTo>
                  <a:lnTo>
                    <a:pt x="1019" y="306"/>
                  </a:lnTo>
                  <a:lnTo>
                    <a:pt x="738" y="26"/>
                  </a:lnTo>
                  <a:lnTo>
                    <a:pt x="50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9"/>
            <p:cNvSpPr/>
            <p:nvPr/>
          </p:nvSpPr>
          <p:spPr>
            <a:xfrm>
              <a:off x="2737525" y="949350"/>
              <a:ext cx="26775" cy="26100"/>
            </a:xfrm>
            <a:custGeom>
              <a:rect b="b" l="l" r="r" t="t"/>
              <a:pathLst>
                <a:path extrusionOk="0" h="1044" w="1071">
                  <a:moveTo>
                    <a:pt x="535" y="0"/>
                  </a:moveTo>
                  <a:lnTo>
                    <a:pt x="332" y="26"/>
                  </a:lnTo>
                  <a:lnTo>
                    <a:pt x="26" y="306"/>
                  </a:lnTo>
                  <a:lnTo>
                    <a:pt x="1" y="509"/>
                  </a:lnTo>
                  <a:lnTo>
                    <a:pt x="26" y="738"/>
                  </a:lnTo>
                  <a:lnTo>
                    <a:pt x="332" y="1018"/>
                  </a:lnTo>
                  <a:lnTo>
                    <a:pt x="535" y="1044"/>
                  </a:lnTo>
                  <a:lnTo>
                    <a:pt x="739" y="1018"/>
                  </a:lnTo>
                  <a:lnTo>
                    <a:pt x="1045" y="738"/>
                  </a:lnTo>
                  <a:lnTo>
                    <a:pt x="1070" y="509"/>
                  </a:lnTo>
                  <a:lnTo>
                    <a:pt x="1045" y="306"/>
                  </a:lnTo>
                  <a:lnTo>
                    <a:pt x="739"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9"/>
            <p:cNvSpPr/>
            <p:nvPr/>
          </p:nvSpPr>
          <p:spPr>
            <a:xfrm>
              <a:off x="2330825" y="1037175"/>
              <a:ext cx="145775" cy="68750"/>
            </a:xfrm>
            <a:custGeom>
              <a:rect b="b" l="l" r="r" t="t"/>
              <a:pathLst>
                <a:path extrusionOk="0" h="2750" w="5831">
                  <a:moveTo>
                    <a:pt x="1350" y="0"/>
                  </a:moveTo>
                  <a:lnTo>
                    <a:pt x="1095" y="26"/>
                  </a:lnTo>
                  <a:lnTo>
                    <a:pt x="586" y="229"/>
                  </a:lnTo>
                  <a:lnTo>
                    <a:pt x="230" y="611"/>
                  </a:lnTo>
                  <a:lnTo>
                    <a:pt x="1" y="1095"/>
                  </a:lnTo>
                  <a:lnTo>
                    <a:pt x="1" y="1375"/>
                  </a:lnTo>
                  <a:lnTo>
                    <a:pt x="1" y="1655"/>
                  </a:lnTo>
                  <a:lnTo>
                    <a:pt x="230" y="2164"/>
                  </a:lnTo>
                  <a:lnTo>
                    <a:pt x="586" y="2521"/>
                  </a:lnTo>
                  <a:lnTo>
                    <a:pt x="1095" y="2750"/>
                  </a:lnTo>
                  <a:lnTo>
                    <a:pt x="4736" y="2750"/>
                  </a:lnTo>
                  <a:lnTo>
                    <a:pt x="5220" y="2521"/>
                  </a:lnTo>
                  <a:lnTo>
                    <a:pt x="5602" y="2164"/>
                  </a:lnTo>
                  <a:lnTo>
                    <a:pt x="5805" y="1655"/>
                  </a:lnTo>
                  <a:lnTo>
                    <a:pt x="5831" y="1375"/>
                  </a:lnTo>
                  <a:lnTo>
                    <a:pt x="5805" y="1095"/>
                  </a:lnTo>
                  <a:lnTo>
                    <a:pt x="5602" y="611"/>
                  </a:lnTo>
                  <a:lnTo>
                    <a:pt x="5220" y="229"/>
                  </a:lnTo>
                  <a:lnTo>
                    <a:pt x="4736" y="26"/>
                  </a:lnTo>
                  <a:lnTo>
                    <a:pt x="4456" y="0"/>
                  </a:lnTo>
                  <a:close/>
                </a:path>
              </a:pathLst>
            </a:custGeom>
            <a:solidFill>
              <a:srgbClr val="C66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9"/>
            <p:cNvSpPr/>
            <p:nvPr/>
          </p:nvSpPr>
          <p:spPr>
            <a:xfrm>
              <a:off x="2691075" y="1037175"/>
              <a:ext cx="146400" cy="68750"/>
            </a:xfrm>
            <a:custGeom>
              <a:rect b="b" l="l" r="r" t="t"/>
              <a:pathLst>
                <a:path extrusionOk="0" h="2750" w="5856">
                  <a:moveTo>
                    <a:pt x="1375" y="0"/>
                  </a:moveTo>
                  <a:lnTo>
                    <a:pt x="1095" y="26"/>
                  </a:lnTo>
                  <a:lnTo>
                    <a:pt x="611" y="229"/>
                  </a:lnTo>
                  <a:lnTo>
                    <a:pt x="229" y="611"/>
                  </a:lnTo>
                  <a:lnTo>
                    <a:pt x="26" y="1095"/>
                  </a:lnTo>
                  <a:lnTo>
                    <a:pt x="0" y="1375"/>
                  </a:lnTo>
                  <a:lnTo>
                    <a:pt x="26" y="1655"/>
                  </a:lnTo>
                  <a:lnTo>
                    <a:pt x="229" y="2164"/>
                  </a:lnTo>
                  <a:lnTo>
                    <a:pt x="611" y="2521"/>
                  </a:lnTo>
                  <a:lnTo>
                    <a:pt x="1095" y="2750"/>
                  </a:lnTo>
                  <a:lnTo>
                    <a:pt x="4761" y="2750"/>
                  </a:lnTo>
                  <a:lnTo>
                    <a:pt x="5245" y="2521"/>
                  </a:lnTo>
                  <a:lnTo>
                    <a:pt x="5627" y="2164"/>
                  </a:lnTo>
                  <a:lnTo>
                    <a:pt x="5830" y="1655"/>
                  </a:lnTo>
                  <a:lnTo>
                    <a:pt x="5856" y="1375"/>
                  </a:lnTo>
                  <a:lnTo>
                    <a:pt x="5830" y="1095"/>
                  </a:lnTo>
                  <a:lnTo>
                    <a:pt x="5627" y="611"/>
                  </a:lnTo>
                  <a:lnTo>
                    <a:pt x="5245" y="229"/>
                  </a:lnTo>
                  <a:lnTo>
                    <a:pt x="4761" y="26"/>
                  </a:lnTo>
                  <a:lnTo>
                    <a:pt x="4481" y="0"/>
                  </a:lnTo>
                  <a:close/>
                </a:path>
              </a:pathLst>
            </a:custGeom>
            <a:solidFill>
              <a:srgbClr val="C66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9"/>
            <p:cNvSpPr/>
            <p:nvPr/>
          </p:nvSpPr>
          <p:spPr>
            <a:xfrm>
              <a:off x="2188250" y="394325"/>
              <a:ext cx="791175" cy="526400"/>
            </a:xfrm>
            <a:custGeom>
              <a:rect b="b" l="l" r="r" t="t"/>
              <a:pathLst>
                <a:path extrusionOk="0" h="21056" w="31647">
                  <a:moveTo>
                    <a:pt x="15836" y="1"/>
                  </a:moveTo>
                  <a:lnTo>
                    <a:pt x="15022" y="26"/>
                  </a:lnTo>
                  <a:lnTo>
                    <a:pt x="13418" y="179"/>
                  </a:lnTo>
                  <a:lnTo>
                    <a:pt x="11865" y="510"/>
                  </a:lnTo>
                  <a:lnTo>
                    <a:pt x="10388" y="968"/>
                  </a:lnTo>
                  <a:lnTo>
                    <a:pt x="8962" y="1554"/>
                  </a:lnTo>
                  <a:lnTo>
                    <a:pt x="7613" y="2292"/>
                  </a:lnTo>
                  <a:lnTo>
                    <a:pt x="6366" y="3158"/>
                  </a:lnTo>
                  <a:lnTo>
                    <a:pt x="5194" y="4125"/>
                  </a:lnTo>
                  <a:lnTo>
                    <a:pt x="4100" y="5195"/>
                  </a:lnTo>
                  <a:lnTo>
                    <a:pt x="3132" y="6366"/>
                  </a:lnTo>
                  <a:lnTo>
                    <a:pt x="2292" y="7639"/>
                  </a:lnTo>
                  <a:lnTo>
                    <a:pt x="1554" y="8988"/>
                  </a:lnTo>
                  <a:lnTo>
                    <a:pt x="943" y="10388"/>
                  </a:lnTo>
                  <a:lnTo>
                    <a:pt x="485" y="11890"/>
                  </a:lnTo>
                  <a:lnTo>
                    <a:pt x="179" y="13418"/>
                  </a:lnTo>
                  <a:lnTo>
                    <a:pt x="1" y="15022"/>
                  </a:lnTo>
                  <a:lnTo>
                    <a:pt x="1" y="15836"/>
                  </a:lnTo>
                  <a:lnTo>
                    <a:pt x="1" y="21055"/>
                  </a:lnTo>
                  <a:lnTo>
                    <a:pt x="739" y="20597"/>
                  </a:lnTo>
                  <a:lnTo>
                    <a:pt x="2954" y="19044"/>
                  </a:lnTo>
                  <a:lnTo>
                    <a:pt x="5704" y="16702"/>
                  </a:lnTo>
                  <a:lnTo>
                    <a:pt x="7893" y="14411"/>
                  </a:lnTo>
                  <a:lnTo>
                    <a:pt x="9293" y="12654"/>
                  </a:lnTo>
                  <a:lnTo>
                    <a:pt x="9955" y="11687"/>
                  </a:lnTo>
                  <a:lnTo>
                    <a:pt x="10006" y="11839"/>
                  </a:lnTo>
                  <a:lnTo>
                    <a:pt x="10592" y="12883"/>
                  </a:lnTo>
                  <a:lnTo>
                    <a:pt x="11279" y="13825"/>
                  </a:lnTo>
                  <a:lnTo>
                    <a:pt x="12247" y="14894"/>
                  </a:lnTo>
                  <a:lnTo>
                    <a:pt x="13570" y="15989"/>
                  </a:lnTo>
                  <a:lnTo>
                    <a:pt x="15276" y="17007"/>
                  </a:lnTo>
                  <a:lnTo>
                    <a:pt x="17415" y="17822"/>
                  </a:lnTo>
                  <a:lnTo>
                    <a:pt x="18662" y="18102"/>
                  </a:lnTo>
                  <a:lnTo>
                    <a:pt x="18713" y="17440"/>
                  </a:lnTo>
                  <a:lnTo>
                    <a:pt x="18611" y="14971"/>
                  </a:lnTo>
                  <a:lnTo>
                    <a:pt x="18739" y="15098"/>
                  </a:lnTo>
                  <a:lnTo>
                    <a:pt x="20393" y="16346"/>
                  </a:lnTo>
                  <a:lnTo>
                    <a:pt x="22736" y="17720"/>
                  </a:lnTo>
                  <a:lnTo>
                    <a:pt x="24772" y="18662"/>
                  </a:lnTo>
                  <a:lnTo>
                    <a:pt x="27216" y="19579"/>
                  </a:lnTo>
                  <a:lnTo>
                    <a:pt x="30068" y="20368"/>
                  </a:lnTo>
                  <a:lnTo>
                    <a:pt x="31646" y="20674"/>
                  </a:lnTo>
                  <a:lnTo>
                    <a:pt x="31646" y="15836"/>
                  </a:lnTo>
                  <a:lnTo>
                    <a:pt x="31646" y="15022"/>
                  </a:lnTo>
                  <a:lnTo>
                    <a:pt x="31468" y="13418"/>
                  </a:lnTo>
                  <a:lnTo>
                    <a:pt x="31163" y="11890"/>
                  </a:lnTo>
                  <a:lnTo>
                    <a:pt x="30704" y="10388"/>
                  </a:lnTo>
                  <a:lnTo>
                    <a:pt x="30093" y="8988"/>
                  </a:lnTo>
                  <a:lnTo>
                    <a:pt x="29355" y="7639"/>
                  </a:lnTo>
                  <a:lnTo>
                    <a:pt x="28515" y="6366"/>
                  </a:lnTo>
                  <a:lnTo>
                    <a:pt x="27547" y="5195"/>
                  </a:lnTo>
                  <a:lnTo>
                    <a:pt x="26478" y="4125"/>
                  </a:lnTo>
                  <a:lnTo>
                    <a:pt x="25282" y="3158"/>
                  </a:lnTo>
                  <a:lnTo>
                    <a:pt x="24034" y="2292"/>
                  </a:lnTo>
                  <a:lnTo>
                    <a:pt x="22685" y="1554"/>
                  </a:lnTo>
                  <a:lnTo>
                    <a:pt x="21259" y="968"/>
                  </a:lnTo>
                  <a:lnTo>
                    <a:pt x="19782" y="510"/>
                  </a:lnTo>
                  <a:lnTo>
                    <a:pt x="18229" y="179"/>
                  </a:lnTo>
                  <a:lnTo>
                    <a:pt x="16651" y="26"/>
                  </a:lnTo>
                  <a:lnTo>
                    <a:pt x="15836" y="1"/>
                  </a:lnTo>
                  <a:close/>
                </a:path>
              </a:pathLst>
            </a:custGeom>
            <a:solidFill>
              <a:srgbClr val="542D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9"/>
            <p:cNvSpPr/>
            <p:nvPr/>
          </p:nvSpPr>
          <p:spPr>
            <a:xfrm>
              <a:off x="2348025" y="857050"/>
              <a:ext cx="110750" cy="21675"/>
            </a:xfrm>
            <a:custGeom>
              <a:rect b="b" l="l" r="r" t="t"/>
              <a:pathLst>
                <a:path extrusionOk="0" fill="none" h="867" w="4430">
                  <a:moveTo>
                    <a:pt x="4430" y="866"/>
                  </a:moveTo>
                  <a:lnTo>
                    <a:pt x="4201" y="662"/>
                  </a:lnTo>
                  <a:lnTo>
                    <a:pt x="3666" y="306"/>
                  </a:lnTo>
                  <a:lnTo>
                    <a:pt x="2826" y="1"/>
                  </a:lnTo>
                  <a:lnTo>
                    <a:pt x="1629" y="1"/>
                  </a:lnTo>
                  <a:lnTo>
                    <a:pt x="764" y="306"/>
                  </a:lnTo>
                  <a:lnTo>
                    <a:pt x="255" y="662"/>
                  </a:lnTo>
                  <a:lnTo>
                    <a:pt x="0" y="866"/>
                  </a:lnTo>
                </a:path>
              </a:pathLst>
            </a:custGeom>
            <a:noFill/>
            <a:ln cap="rnd" cmpd="sng" w="21000">
              <a:solidFill>
                <a:srgbClr val="713C23"/>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9"/>
            <p:cNvSpPr/>
            <p:nvPr/>
          </p:nvSpPr>
          <p:spPr>
            <a:xfrm>
              <a:off x="2708900" y="857050"/>
              <a:ext cx="110775" cy="21675"/>
            </a:xfrm>
            <a:custGeom>
              <a:rect b="b" l="l" r="r" t="t"/>
              <a:pathLst>
                <a:path extrusionOk="0" fill="none" h="867" w="4431">
                  <a:moveTo>
                    <a:pt x="4430" y="866"/>
                  </a:moveTo>
                  <a:lnTo>
                    <a:pt x="4175" y="662"/>
                  </a:lnTo>
                  <a:lnTo>
                    <a:pt x="3666" y="306"/>
                  </a:lnTo>
                  <a:lnTo>
                    <a:pt x="2801" y="1"/>
                  </a:lnTo>
                  <a:lnTo>
                    <a:pt x="1604" y="1"/>
                  </a:lnTo>
                  <a:lnTo>
                    <a:pt x="764" y="306"/>
                  </a:lnTo>
                  <a:lnTo>
                    <a:pt x="229" y="662"/>
                  </a:lnTo>
                  <a:lnTo>
                    <a:pt x="0" y="866"/>
                  </a:lnTo>
                </a:path>
              </a:pathLst>
            </a:custGeom>
            <a:noFill/>
            <a:ln cap="rnd" cmpd="sng" w="21000">
              <a:solidFill>
                <a:srgbClr val="713C23"/>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9"/>
            <p:cNvSpPr/>
            <p:nvPr/>
          </p:nvSpPr>
          <p:spPr>
            <a:xfrm>
              <a:off x="2521775" y="1172750"/>
              <a:ext cx="124125" cy="35650"/>
            </a:xfrm>
            <a:custGeom>
              <a:rect b="b" l="l" r="r" t="t"/>
              <a:pathLst>
                <a:path extrusionOk="0" h="1426" w="4965">
                  <a:moveTo>
                    <a:pt x="0" y="0"/>
                  </a:moveTo>
                  <a:lnTo>
                    <a:pt x="153" y="306"/>
                  </a:lnTo>
                  <a:lnTo>
                    <a:pt x="637" y="815"/>
                  </a:lnTo>
                  <a:lnTo>
                    <a:pt x="1273" y="1197"/>
                  </a:lnTo>
                  <a:lnTo>
                    <a:pt x="2062" y="1400"/>
                  </a:lnTo>
                  <a:lnTo>
                    <a:pt x="2495" y="1426"/>
                  </a:lnTo>
                  <a:lnTo>
                    <a:pt x="2903" y="1400"/>
                  </a:lnTo>
                  <a:lnTo>
                    <a:pt x="3692" y="1197"/>
                  </a:lnTo>
                  <a:lnTo>
                    <a:pt x="4328" y="815"/>
                  </a:lnTo>
                  <a:lnTo>
                    <a:pt x="4812" y="306"/>
                  </a:lnTo>
                  <a:lnTo>
                    <a:pt x="4965" y="0"/>
                  </a:lnTo>
                  <a:close/>
                </a:path>
              </a:pathLst>
            </a:custGeom>
            <a:solidFill>
              <a:srgbClr val="AE4C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9"/>
            <p:cNvSpPr/>
            <p:nvPr/>
          </p:nvSpPr>
          <p:spPr>
            <a:xfrm>
              <a:off x="3100950" y="970350"/>
              <a:ext cx="356450" cy="585575"/>
            </a:xfrm>
            <a:custGeom>
              <a:rect b="b" l="l" r="r" t="t"/>
              <a:pathLst>
                <a:path extrusionOk="0" h="23423" w="14258">
                  <a:moveTo>
                    <a:pt x="9192" y="0"/>
                  </a:moveTo>
                  <a:lnTo>
                    <a:pt x="8784" y="77"/>
                  </a:lnTo>
                  <a:lnTo>
                    <a:pt x="8402" y="357"/>
                  </a:lnTo>
                  <a:lnTo>
                    <a:pt x="8148" y="738"/>
                  </a:lnTo>
                  <a:lnTo>
                    <a:pt x="8071" y="993"/>
                  </a:lnTo>
                  <a:lnTo>
                    <a:pt x="6340" y="8529"/>
                  </a:lnTo>
                  <a:lnTo>
                    <a:pt x="6035" y="8453"/>
                  </a:lnTo>
                  <a:lnTo>
                    <a:pt x="7588" y="1757"/>
                  </a:lnTo>
                  <a:lnTo>
                    <a:pt x="7613" y="1502"/>
                  </a:lnTo>
                  <a:lnTo>
                    <a:pt x="7562" y="1019"/>
                  </a:lnTo>
                  <a:lnTo>
                    <a:pt x="7358" y="637"/>
                  </a:lnTo>
                  <a:lnTo>
                    <a:pt x="7027" y="357"/>
                  </a:lnTo>
                  <a:lnTo>
                    <a:pt x="6798" y="280"/>
                  </a:lnTo>
                  <a:lnTo>
                    <a:pt x="6595" y="255"/>
                  </a:lnTo>
                  <a:lnTo>
                    <a:pt x="6162" y="357"/>
                  </a:lnTo>
                  <a:lnTo>
                    <a:pt x="5805" y="611"/>
                  </a:lnTo>
                  <a:lnTo>
                    <a:pt x="5551" y="1019"/>
                  </a:lnTo>
                  <a:lnTo>
                    <a:pt x="5475" y="1273"/>
                  </a:lnTo>
                  <a:lnTo>
                    <a:pt x="3361" y="10413"/>
                  </a:lnTo>
                  <a:lnTo>
                    <a:pt x="3132" y="9547"/>
                  </a:lnTo>
                  <a:lnTo>
                    <a:pt x="2623" y="8172"/>
                  </a:lnTo>
                  <a:lnTo>
                    <a:pt x="2114" y="7205"/>
                  </a:lnTo>
                  <a:lnTo>
                    <a:pt x="1630" y="6594"/>
                  </a:lnTo>
                  <a:lnTo>
                    <a:pt x="943" y="6110"/>
                  </a:lnTo>
                  <a:lnTo>
                    <a:pt x="383" y="6034"/>
                  </a:lnTo>
                  <a:lnTo>
                    <a:pt x="332" y="6059"/>
                  </a:lnTo>
                  <a:lnTo>
                    <a:pt x="154" y="6136"/>
                  </a:lnTo>
                  <a:lnTo>
                    <a:pt x="1" y="6441"/>
                  </a:lnTo>
                  <a:lnTo>
                    <a:pt x="1" y="6950"/>
                  </a:lnTo>
                  <a:lnTo>
                    <a:pt x="26" y="7052"/>
                  </a:lnTo>
                  <a:lnTo>
                    <a:pt x="561" y="9980"/>
                  </a:lnTo>
                  <a:lnTo>
                    <a:pt x="1147" y="13493"/>
                  </a:lnTo>
                  <a:lnTo>
                    <a:pt x="1197" y="13875"/>
                  </a:lnTo>
                  <a:lnTo>
                    <a:pt x="1427" y="14537"/>
                  </a:lnTo>
                  <a:lnTo>
                    <a:pt x="1885" y="15301"/>
                  </a:lnTo>
                  <a:lnTo>
                    <a:pt x="2929" y="16116"/>
                  </a:lnTo>
                  <a:lnTo>
                    <a:pt x="3158" y="16192"/>
                  </a:lnTo>
                  <a:lnTo>
                    <a:pt x="1859" y="21844"/>
                  </a:lnTo>
                  <a:lnTo>
                    <a:pt x="8784" y="23422"/>
                  </a:lnTo>
                  <a:lnTo>
                    <a:pt x="10133" y="17669"/>
                  </a:lnTo>
                  <a:lnTo>
                    <a:pt x="10261" y="17694"/>
                  </a:lnTo>
                  <a:lnTo>
                    <a:pt x="10694" y="17592"/>
                  </a:lnTo>
                  <a:lnTo>
                    <a:pt x="11203" y="17312"/>
                  </a:lnTo>
                  <a:lnTo>
                    <a:pt x="11610" y="16778"/>
                  </a:lnTo>
                  <a:lnTo>
                    <a:pt x="11737" y="16396"/>
                  </a:lnTo>
                  <a:lnTo>
                    <a:pt x="12068" y="14944"/>
                  </a:lnTo>
                  <a:lnTo>
                    <a:pt x="12832" y="11737"/>
                  </a:lnTo>
                  <a:lnTo>
                    <a:pt x="13087" y="10617"/>
                  </a:lnTo>
                  <a:lnTo>
                    <a:pt x="13189" y="10107"/>
                  </a:lnTo>
                  <a:lnTo>
                    <a:pt x="14232" y="5627"/>
                  </a:lnTo>
                  <a:lnTo>
                    <a:pt x="14258" y="5397"/>
                  </a:lnTo>
                  <a:lnTo>
                    <a:pt x="14207" y="4965"/>
                  </a:lnTo>
                  <a:lnTo>
                    <a:pt x="14029" y="4608"/>
                  </a:lnTo>
                  <a:lnTo>
                    <a:pt x="13698" y="4354"/>
                  </a:lnTo>
                  <a:lnTo>
                    <a:pt x="13520" y="4277"/>
                  </a:lnTo>
                  <a:lnTo>
                    <a:pt x="13316" y="4252"/>
                  </a:lnTo>
                  <a:lnTo>
                    <a:pt x="12908" y="4354"/>
                  </a:lnTo>
                  <a:lnTo>
                    <a:pt x="12578" y="4583"/>
                  </a:lnTo>
                  <a:lnTo>
                    <a:pt x="12348" y="4965"/>
                  </a:lnTo>
                  <a:lnTo>
                    <a:pt x="12272" y="5194"/>
                  </a:lnTo>
                  <a:lnTo>
                    <a:pt x="11254" y="9649"/>
                  </a:lnTo>
                  <a:lnTo>
                    <a:pt x="10872" y="9573"/>
                  </a:lnTo>
                  <a:lnTo>
                    <a:pt x="12323" y="3284"/>
                  </a:lnTo>
                  <a:lnTo>
                    <a:pt x="12348" y="3030"/>
                  </a:lnTo>
                  <a:lnTo>
                    <a:pt x="12297" y="2546"/>
                  </a:lnTo>
                  <a:lnTo>
                    <a:pt x="12094" y="2164"/>
                  </a:lnTo>
                  <a:lnTo>
                    <a:pt x="11763" y="1884"/>
                  </a:lnTo>
                  <a:lnTo>
                    <a:pt x="11534" y="1808"/>
                  </a:lnTo>
                  <a:lnTo>
                    <a:pt x="11330" y="1782"/>
                  </a:lnTo>
                  <a:lnTo>
                    <a:pt x="10897" y="1884"/>
                  </a:lnTo>
                  <a:lnTo>
                    <a:pt x="10541" y="2139"/>
                  </a:lnTo>
                  <a:lnTo>
                    <a:pt x="10286" y="2546"/>
                  </a:lnTo>
                  <a:lnTo>
                    <a:pt x="10210" y="2801"/>
                  </a:lnTo>
                  <a:lnTo>
                    <a:pt x="8759" y="9089"/>
                  </a:lnTo>
                  <a:lnTo>
                    <a:pt x="8453" y="9013"/>
                  </a:lnTo>
                  <a:lnTo>
                    <a:pt x="10184" y="1477"/>
                  </a:lnTo>
                  <a:lnTo>
                    <a:pt x="10235" y="1222"/>
                  </a:lnTo>
                  <a:lnTo>
                    <a:pt x="10159" y="764"/>
                  </a:lnTo>
                  <a:lnTo>
                    <a:pt x="9955" y="357"/>
                  </a:lnTo>
                  <a:lnTo>
                    <a:pt x="9624" y="77"/>
                  </a:lnTo>
                  <a:lnTo>
                    <a:pt x="9421" y="26"/>
                  </a:lnTo>
                  <a:lnTo>
                    <a:pt x="9192" y="0"/>
                  </a:lnTo>
                  <a:close/>
                </a:path>
              </a:pathLst>
            </a:custGeom>
            <a:solidFill>
              <a:srgbClr val="C08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39"/>
            <p:cNvSpPr/>
            <p:nvPr/>
          </p:nvSpPr>
          <p:spPr>
            <a:xfrm>
              <a:off x="3184975" y="1230025"/>
              <a:ext cx="25" cy="25"/>
            </a:xfrm>
            <a:custGeom>
              <a:rect b="b" l="l" r="r" t="t"/>
              <a:pathLst>
                <a:path extrusionOk="0" h="1" w="1">
                  <a:moveTo>
                    <a:pt x="0" y="0"/>
                  </a:moveTo>
                  <a:lnTo>
                    <a:pt x="0" y="0"/>
                  </a:lnTo>
                  <a:lnTo>
                    <a:pt x="0" y="0"/>
                  </a:lnTo>
                  <a:lnTo>
                    <a:pt x="0" y="0"/>
                  </a:lnTo>
                  <a:lnTo>
                    <a:pt x="0"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9"/>
            <p:cNvSpPr/>
            <p:nvPr/>
          </p:nvSpPr>
          <p:spPr>
            <a:xfrm>
              <a:off x="3218075" y="1174650"/>
              <a:ext cx="190950" cy="55400"/>
            </a:xfrm>
            <a:custGeom>
              <a:rect b="b" l="l" r="r" t="t"/>
              <a:pathLst>
                <a:path extrusionOk="0" h="2216" w="7638">
                  <a:moveTo>
                    <a:pt x="102" y="0"/>
                  </a:moveTo>
                  <a:lnTo>
                    <a:pt x="0" y="484"/>
                  </a:lnTo>
                  <a:lnTo>
                    <a:pt x="7536" y="2215"/>
                  </a:lnTo>
                  <a:lnTo>
                    <a:pt x="7638" y="1732"/>
                  </a:lnTo>
                  <a:lnTo>
                    <a:pt x="6569" y="1477"/>
                  </a:lnTo>
                  <a:lnTo>
                    <a:pt x="6187" y="1401"/>
                  </a:lnTo>
                  <a:lnTo>
                    <a:pt x="4074" y="917"/>
                  </a:lnTo>
                  <a:lnTo>
                    <a:pt x="3768" y="841"/>
                  </a:lnTo>
                  <a:lnTo>
                    <a:pt x="1655" y="357"/>
                  </a:lnTo>
                  <a:lnTo>
                    <a:pt x="1350" y="281"/>
                  </a:lnTo>
                  <a:lnTo>
                    <a:pt x="102"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9"/>
            <p:cNvSpPr/>
            <p:nvPr/>
          </p:nvSpPr>
          <p:spPr>
            <a:xfrm>
              <a:off x="3184975" y="1223650"/>
              <a:ext cx="105675" cy="159150"/>
            </a:xfrm>
            <a:custGeom>
              <a:rect b="b" l="l" r="r" t="t"/>
              <a:pathLst>
                <a:path extrusionOk="0" h="6366" w="4227">
                  <a:moveTo>
                    <a:pt x="77" y="1"/>
                  </a:moveTo>
                  <a:lnTo>
                    <a:pt x="51" y="26"/>
                  </a:lnTo>
                  <a:lnTo>
                    <a:pt x="0" y="255"/>
                  </a:lnTo>
                  <a:lnTo>
                    <a:pt x="230" y="306"/>
                  </a:lnTo>
                  <a:lnTo>
                    <a:pt x="1121" y="612"/>
                  </a:lnTo>
                  <a:lnTo>
                    <a:pt x="1859" y="1019"/>
                  </a:lnTo>
                  <a:lnTo>
                    <a:pt x="2597" y="1656"/>
                  </a:lnTo>
                  <a:lnTo>
                    <a:pt x="3259" y="2572"/>
                  </a:lnTo>
                  <a:lnTo>
                    <a:pt x="3717" y="3794"/>
                  </a:lnTo>
                  <a:lnTo>
                    <a:pt x="3896" y="5347"/>
                  </a:lnTo>
                  <a:lnTo>
                    <a:pt x="3819" y="6315"/>
                  </a:lnTo>
                  <a:lnTo>
                    <a:pt x="4125" y="6365"/>
                  </a:lnTo>
                  <a:lnTo>
                    <a:pt x="4150" y="6213"/>
                  </a:lnTo>
                  <a:lnTo>
                    <a:pt x="4227" y="5118"/>
                  </a:lnTo>
                  <a:lnTo>
                    <a:pt x="4176" y="4125"/>
                  </a:lnTo>
                  <a:lnTo>
                    <a:pt x="3896" y="3005"/>
                  </a:lnTo>
                  <a:lnTo>
                    <a:pt x="3361" y="1936"/>
                  </a:lnTo>
                  <a:lnTo>
                    <a:pt x="2419" y="968"/>
                  </a:lnTo>
                  <a:lnTo>
                    <a:pt x="1401" y="383"/>
                  </a:lnTo>
                  <a:lnTo>
                    <a:pt x="561" y="103"/>
                  </a:lnTo>
                  <a:lnTo>
                    <a:pt x="77" y="1"/>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39"/>
            <p:cNvSpPr/>
            <p:nvPr/>
          </p:nvSpPr>
          <p:spPr>
            <a:xfrm>
              <a:off x="3162700" y="1403775"/>
              <a:ext cx="183950" cy="84675"/>
            </a:xfrm>
            <a:custGeom>
              <a:rect b="b" l="l" r="r" t="t"/>
              <a:pathLst>
                <a:path extrusionOk="0" h="3387" w="7358">
                  <a:moveTo>
                    <a:pt x="408" y="1"/>
                  </a:moveTo>
                  <a:lnTo>
                    <a:pt x="0" y="1783"/>
                  </a:lnTo>
                  <a:lnTo>
                    <a:pt x="6951" y="3387"/>
                  </a:lnTo>
                  <a:lnTo>
                    <a:pt x="7358" y="1605"/>
                  </a:lnTo>
                  <a:lnTo>
                    <a:pt x="408" y="1"/>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39"/>
            <p:cNvSpPr/>
            <p:nvPr/>
          </p:nvSpPr>
          <p:spPr>
            <a:xfrm>
              <a:off x="3123225" y="1425425"/>
              <a:ext cx="238075" cy="100575"/>
            </a:xfrm>
            <a:custGeom>
              <a:rect b="b" l="l" r="r" t="t"/>
              <a:pathLst>
                <a:path extrusionOk="0" h="4023" w="9523">
                  <a:moveTo>
                    <a:pt x="434" y="0"/>
                  </a:moveTo>
                  <a:lnTo>
                    <a:pt x="1" y="1935"/>
                  </a:lnTo>
                  <a:lnTo>
                    <a:pt x="9064" y="4023"/>
                  </a:lnTo>
                  <a:lnTo>
                    <a:pt x="9523" y="2113"/>
                  </a:lnTo>
                  <a:lnTo>
                    <a:pt x="434" y="0"/>
                  </a:lnTo>
                  <a:close/>
                </a:path>
              </a:pathLst>
            </a:custGeom>
            <a:solidFill>
              <a:srgbClr val="E5C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9"/>
            <p:cNvSpPr/>
            <p:nvPr/>
          </p:nvSpPr>
          <p:spPr>
            <a:xfrm>
              <a:off x="3100950" y="1463600"/>
              <a:ext cx="251450" cy="105675"/>
            </a:xfrm>
            <a:custGeom>
              <a:rect b="b" l="l" r="r" t="t"/>
              <a:pathLst>
                <a:path extrusionOk="0" h="4227" w="10058">
                  <a:moveTo>
                    <a:pt x="994" y="1"/>
                  </a:moveTo>
                  <a:lnTo>
                    <a:pt x="1" y="4227"/>
                  </a:lnTo>
                  <a:lnTo>
                    <a:pt x="9573" y="4227"/>
                  </a:lnTo>
                  <a:lnTo>
                    <a:pt x="10057" y="2088"/>
                  </a:lnTo>
                  <a:lnTo>
                    <a:pt x="994" y="1"/>
                  </a:lnTo>
                  <a:close/>
                </a:path>
              </a:pathLst>
            </a:custGeom>
            <a:solidFill>
              <a:srgbClr val="F586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40"/>
          <p:cNvSpPr txBox="1"/>
          <p:nvPr>
            <p:ph type="title"/>
          </p:nvPr>
        </p:nvSpPr>
        <p:spPr>
          <a:xfrm>
            <a:off x="653625" y="739375"/>
            <a:ext cx="5969100" cy="74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a:solidFill>
                  <a:srgbClr val="F58617"/>
                </a:solidFill>
              </a:rPr>
              <a:t>Reflection </a:t>
            </a:r>
            <a:endParaRPr b="0">
              <a:solidFill>
                <a:srgbClr val="F58617"/>
              </a:solidFill>
            </a:endParaRPr>
          </a:p>
        </p:txBody>
      </p:sp>
      <p:sp>
        <p:nvSpPr>
          <p:cNvPr id="534" name="Google Shape;534;p40"/>
          <p:cNvSpPr txBox="1"/>
          <p:nvPr>
            <p:ph idx="1" type="body"/>
          </p:nvPr>
        </p:nvSpPr>
        <p:spPr>
          <a:xfrm>
            <a:off x="653625" y="1526915"/>
            <a:ext cx="5969100" cy="3237000"/>
          </a:xfrm>
          <a:prstGeom prst="rect">
            <a:avLst/>
          </a:prstGeom>
        </p:spPr>
        <p:txBody>
          <a:bodyPr anchorCtr="0" anchor="t" bIns="91425" lIns="91425" spcFirstLastPara="1" rIns="91425" wrap="square" tIns="91425">
            <a:noAutofit/>
          </a:bodyPr>
          <a:lstStyle/>
          <a:p>
            <a:pPr indent="-381000" lvl="0" marL="457200" rtl="0" algn="l">
              <a:spcBef>
                <a:spcPts val="600"/>
              </a:spcBef>
              <a:spcAft>
                <a:spcPts val="0"/>
              </a:spcAft>
              <a:buSzPts val="2400"/>
              <a:buChar char="❏"/>
            </a:pPr>
            <a:r>
              <a:rPr lang="en"/>
              <a:t>What is your greatest takeaway from today?</a:t>
            </a:r>
            <a:endParaRPr/>
          </a:p>
          <a:p>
            <a:pPr indent="-381000" lvl="0" marL="457200" rtl="0" algn="l">
              <a:spcBef>
                <a:spcPts val="0"/>
              </a:spcBef>
              <a:spcAft>
                <a:spcPts val="0"/>
              </a:spcAft>
              <a:buSzPts val="2400"/>
              <a:buChar char="❏"/>
            </a:pPr>
            <a:r>
              <a:rPr lang="en"/>
              <a:t>How will you honor the stories and strengths of the families you serve? </a:t>
            </a:r>
            <a:endParaRPr/>
          </a:p>
          <a:p>
            <a:pPr indent="-381000" lvl="0" marL="457200" rtl="0" algn="l">
              <a:spcBef>
                <a:spcPts val="0"/>
              </a:spcBef>
              <a:spcAft>
                <a:spcPts val="0"/>
              </a:spcAft>
              <a:buSzPts val="2400"/>
              <a:buChar char="❏"/>
            </a:pPr>
            <a:r>
              <a:rPr lang="en"/>
              <a:t>What’s one concrete action you will take this week?</a:t>
            </a:r>
            <a:endParaRPr/>
          </a:p>
        </p:txBody>
      </p:sp>
      <p:pic>
        <p:nvPicPr>
          <p:cNvPr descr="Woman's hands writing in journal (Provided by Getty Images)" id="535" name="Google Shape;535;p40"/>
          <p:cNvPicPr preferRelativeResize="0"/>
          <p:nvPr/>
        </p:nvPicPr>
        <p:blipFill>
          <a:blip r:embed="rId3">
            <a:alphaModFix/>
          </a:blip>
          <a:stretch>
            <a:fillRect/>
          </a:stretch>
        </p:blipFill>
        <p:spPr>
          <a:xfrm>
            <a:off x="7624675" y="3544976"/>
            <a:ext cx="1519324" cy="159852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1"/>
          <p:cNvSpPr txBox="1"/>
          <p:nvPr>
            <p:ph idx="1" type="body"/>
          </p:nvPr>
        </p:nvSpPr>
        <p:spPr>
          <a:xfrm>
            <a:off x="810450" y="1380800"/>
            <a:ext cx="5190900" cy="3843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600"/>
              <a:t>Every child deserves a </a:t>
            </a:r>
            <a:r>
              <a:rPr lang="en" sz="2600"/>
              <a:t>champion</a:t>
            </a:r>
            <a:r>
              <a:rPr lang="en" sz="2600"/>
              <a:t> - an adult who will never give up on them, who understands </a:t>
            </a:r>
            <a:r>
              <a:rPr lang="en" sz="2600"/>
              <a:t>the</a:t>
            </a:r>
            <a:r>
              <a:rPr lang="en" sz="2600"/>
              <a:t> power of connection, and insists that they become the best they can possibly be. </a:t>
            </a:r>
            <a:endParaRPr sz="2600"/>
          </a:p>
          <a:p>
            <a:pPr indent="0" lvl="0" marL="0" rtl="0" algn="l">
              <a:spcBef>
                <a:spcPts val="600"/>
              </a:spcBef>
              <a:spcAft>
                <a:spcPts val="0"/>
              </a:spcAft>
              <a:buNone/>
            </a:pPr>
            <a:r>
              <a:rPr lang="en" sz="2600"/>
              <a:t>Rita Pierson</a:t>
            </a:r>
            <a:endParaRPr sz="2600"/>
          </a:p>
        </p:txBody>
      </p:sp>
      <p:pic>
        <p:nvPicPr>
          <p:cNvPr id="541" name="Google Shape;541;p41"/>
          <p:cNvPicPr preferRelativeResize="0"/>
          <p:nvPr/>
        </p:nvPicPr>
        <p:blipFill>
          <a:blip r:embed="rId3">
            <a:alphaModFix/>
          </a:blip>
          <a:stretch>
            <a:fillRect/>
          </a:stretch>
        </p:blipFill>
        <p:spPr>
          <a:xfrm>
            <a:off x="7601050" y="3593650"/>
            <a:ext cx="1542950" cy="15498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grpSp>
        <p:nvGrpSpPr>
          <p:cNvPr id="546" name="Google Shape;546;p42"/>
          <p:cNvGrpSpPr/>
          <p:nvPr/>
        </p:nvGrpSpPr>
        <p:grpSpPr>
          <a:xfrm flipH="1">
            <a:off x="7488534" y="3754514"/>
            <a:ext cx="1655476" cy="1388992"/>
            <a:chOff x="4163225" y="1879850"/>
            <a:chExt cx="1399625" cy="1174325"/>
          </a:xfrm>
        </p:grpSpPr>
        <p:sp>
          <p:nvSpPr>
            <p:cNvPr id="547" name="Google Shape;547;p42"/>
            <p:cNvSpPr/>
            <p:nvPr/>
          </p:nvSpPr>
          <p:spPr>
            <a:xfrm>
              <a:off x="4288625" y="2352125"/>
              <a:ext cx="68125" cy="190950"/>
            </a:xfrm>
            <a:custGeom>
              <a:rect b="b" l="l" r="r" t="t"/>
              <a:pathLst>
                <a:path extrusionOk="0" h="7638" w="2725">
                  <a:moveTo>
                    <a:pt x="2724" y="0"/>
                  </a:moveTo>
                  <a:lnTo>
                    <a:pt x="2164" y="26"/>
                  </a:lnTo>
                  <a:lnTo>
                    <a:pt x="1171" y="433"/>
                  </a:lnTo>
                  <a:lnTo>
                    <a:pt x="433" y="1197"/>
                  </a:lnTo>
                  <a:lnTo>
                    <a:pt x="26" y="2164"/>
                  </a:lnTo>
                  <a:lnTo>
                    <a:pt x="0" y="2724"/>
                  </a:lnTo>
                  <a:lnTo>
                    <a:pt x="0" y="4914"/>
                  </a:lnTo>
                  <a:lnTo>
                    <a:pt x="26" y="5448"/>
                  </a:lnTo>
                  <a:lnTo>
                    <a:pt x="433" y="6441"/>
                  </a:lnTo>
                  <a:lnTo>
                    <a:pt x="1171" y="7180"/>
                  </a:lnTo>
                  <a:lnTo>
                    <a:pt x="2164" y="7587"/>
                  </a:lnTo>
                  <a:lnTo>
                    <a:pt x="2724" y="7638"/>
                  </a:lnTo>
                  <a:lnTo>
                    <a:pt x="2724"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2"/>
            <p:cNvSpPr/>
            <p:nvPr/>
          </p:nvSpPr>
          <p:spPr>
            <a:xfrm>
              <a:off x="5011650" y="2352125"/>
              <a:ext cx="68125" cy="190950"/>
            </a:xfrm>
            <a:custGeom>
              <a:rect b="b" l="l" r="r" t="t"/>
              <a:pathLst>
                <a:path extrusionOk="0" h="7638" w="2725">
                  <a:moveTo>
                    <a:pt x="0" y="0"/>
                  </a:moveTo>
                  <a:lnTo>
                    <a:pt x="0" y="7638"/>
                  </a:lnTo>
                  <a:lnTo>
                    <a:pt x="560" y="7587"/>
                  </a:lnTo>
                  <a:lnTo>
                    <a:pt x="1553" y="7180"/>
                  </a:lnTo>
                  <a:lnTo>
                    <a:pt x="2292" y="6441"/>
                  </a:lnTo>
                  <a:lnTo>
                    <a:pt x="2699" y="5448"/>
                  </a:lnTo>
                  <a:lnTo>
                    <a:pt x="2724" y="4914"/>
                  </a:lnTo>
                  <a:lnTo>
                    <a:pt x="2724" y="2724"/>
                  </a:lnTo>
                  <a:lnTo>
                    <a:pt x="2699" y="2164"/>
                  </a:lnTo>
                  <a:lnTo>
                    <a:pt x="2292" y="1197"/>
                  </a:lnTo>
                  <a:lnTo>
                    <a:pt x="1553" y="433"/>
                  </a:lnTo>
                  <a:lnTo>
                    <a:pt x="560" y="26"/>
                  </a:lnTo>
                  <a:lnTo>
                    <a:pt x="0"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42"/>
            <p:cNvSpPr/>
            <p:nvPr/>
          </p:nvSpPr>
          <p:spPr>
            <a:xfrm>
              <a:off x="4579475" y="2740375"/>
              <a:ext cx="210075" cy="263525"/>
            </a:xfrm>
            <a:custGeom>
              <a:rect b="b" l="l" r="r" t="t"/>
              <a:pathLst>
                <a:path extrusionOk="0" h="10541" w="8403">
                  <a:moveTo>
                    <a:pt x="1" y="0"/>
                  </a:moveTo>
                  <a:lnTo>
                    <a:pt x="1" y="10540"/>
                  </a:lnTo>
                  <a:lnTo>
                    <a:pt x="8402" y="10540"/>
                  </a:lnTo>
                  <a:lnTo>
                    <a:pt x="8402"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42"/>
            <p:cNvSpPr/>
            <p:nvPr/>
          </p:nvSpPr>
          <p:spPr>
            <a:xfrm>
              <a:off x="4333800" y="1924400"/>
              <a:ext cx="700775" cy="875825"/>
            </a:xfrm>
            <a:custGeom>
              <a:rect b="b" l="l" r="r" t="t"/>
              <a:pathLst>
                <a:path extrusionOk="0" h="35033" w="28031">
                  <a:moveTo>
                    <a:pt x="14028" y="1"/>
                  </a:moveTo>
                  <a:lnTo>
                    <a:pt x="13290" y="26"/>
                  </a:lnTo>
                  <a:lnTo>
                    <a:pt x="11890" y="179"/>
                  </a:lnTo>
                  <a:lnTo>
                    <a:pt x="10515" y="459"/>
                  </a:lnTo>
                  <a:lnTo>
                    <a:pt x="9191" y="867"/>
                  </a:lnTo>
                  <a:lnTo>
                    <a:pt x="7944" y="1401"/>
                  </a:lnTo>
                  <a:lnTo>
                    <a:pt x="6747" y="2038"/>
                  </a:lnTo>
                  <a:lnTo>
                    <a:pt x="5627" y="2801"/>
                  </a:lnTo>
                  <a:lnTo>
                    <a:pt x="4583" y="3642"/>
                  </a:lnTo>
                  <a:lnTo>
                    <a:pt x="3641" y="4609"/>
                  </a:lnTo>
                  <a:lnTo>
                    <a:pt x="2776" y="5653"/>
                  </a:lnTo>
                  <a:lnTo>
                    <a:pt x="2012" y="6773"/>
                  </a:lnTo>
                  <a:lnTo>
                    <a:pt x="1375" y="7944"/>
                  </a:lnTo>
                  <a:lnTo>
                    <a:pt x="841" y="9217"/>
                  </a:lnTo>
                  <a:lnTo>
                    <a:pt x="433" y="10541"/>
                  </a:lnTo>
                  <a:lnTo>
                    <a:pt x="153" y="11890"/>
                  </a:lnTo>
                  <a:lnTo>
                    <a:pt x="1" y="13316"/>
                  </a:lnTo>
                  <a:lnTo>
                    <a:pt x="1" y="14029"/>
                  </a:lnTo>
                  <a:lnTo>
                    <a:pt x="1" y="21004"/>
                  </a:lnTo>
                  <a:lnTo>
                    <a:pt x="1" y="21743"/>
                  </a:lnTo>
                  <a:lnTo>
                    <a:pt x="153" y="23143"/>
                  </a:lnTo>
                  <a:lnTo>
                    <a:pt x="433" y="24518"/>
                  </a:lnTo>
                  <a:lnTo>
                    <a:pt x="841" y="25842"/>
                  </a:lnTo>
                  <a:lnTo>
                    <a:pt x="1375" y="27089"/>
                  </a:lnTo>
                  <a:lnTo>
                    <a:pt x="2012" y="28286"/>
                  </a:lnTo>
                  <a:lnTo>
                    <a:pt x="2776" y="29406"/>
                  </a:lnTo>
                  <a:lnTo>
                    <a:pt x="3641" y="30450"/>
                  </a:lnTo>
                  <a:lnTo>
                    <a:pt x="4583" y="31392"/>
                  </a:lnTo>
                  <a:lnTo>
                    <a:pt x="5627" y="32257"/>
                  </a:lnTo>
                  <a:lnTo>
                    <a:pt x="6747" y="33021"/>
                  </a:lnTo>
                  <a:lnTo>
                    <a:pt x="7944" y="33657"/>
                  </a:lnTo>
                  <a:lnTo>
                    <a:pt x="9191" y="34192"/>
                  </a:lnTo>
                  <a:lnTo>
                    <a:pt x="10515" y="34599"/>
                  </a:lnTo>
                  <a:lnTo>
                    <a:pt x="11890" y="34879"/>
                  </a:lnTo>
                  <a:lnTo>
                    <a:pt x="13290" y="35032"/>
                  </a:lnTo>
                  <a:lnTo>
                    <a:pt x="14741" y="35032"/>
                  </a:lnTo>
                  <a:lnTo>
                    <a:pt x="16167" y="34879"/>
                  </a:lnTo>
                  <a:lnTo>
                    <a:pt x="17516" y="34599"/>
                  </a:lnTo>
                  <a:lnTo>
                    <a:pt x="18840" y="34192"/>
                  </a:lnTo>
                  <a:lnTo>
                    <a:pt x="20088" y="33657"/>
                  </a:lnTo>
                  <a:lnTo>
                    <a:pt x="21284" y="33021"/>
                  </a:lnTo>
                  <a:lnTo>
                    <a:pt x="22404" y="32257"/>
                  </a:lnTo>
                  <a:lnTo>
                    <a:pt x="23448" y="31392"/>
                  </a:lnTo>
                  <a:lnTo>
                    <a:pt x="24390" y="30450"/>
                  </a:lnTo>
                  <a:lnTo>
                    <a:pt x="25256" y="29406"/>
                  </a:lnTo>
                  <a:lnTo>
                    <a:pt x="26020" y="28286"/>
                  </a:lnTo>
                  <a:lnTo>
                    <a:pt x="26656" y="27089"/>
                  </a:lnTo>
                  <a:lnTo>
                    <a:pt x="27191" y="25842"/>
                  </a:lnTo>
                  <a:lnTo>
                    <a:pt x="27598" y="24518"/>
                  </a:lnTo>
                  <a:lnTo>
                    <a:pt x="27878" y="23143"/>
                  </a:lnTo>
                  <a:lnTo>
                    <a:pt x="28031" y="21743"/>
                  </a:lnTo>
                  <a:lnTo>
                    <a:pt x="28031" y="21004"/>
                  </a:lnTo>
                  <a:lnTo>
                    <a:pt x="28031" y="14029"/>
                  </a:lnTo>
                  <a:lnTo>
                    <a:pt x="28031" y="13316"/>
                  </a:lnTo>
                  <a:lnTo>
                    <a:pt x="27878" y="11890"/>
                  </a:lnTo>
                  <a:lnTo>
                    <a:pt x="27598" y="10541"/>
                  </a:lnTo>
                  <a:lnTo>
                    <a:pt x="27191" y="9217"/>
                  </a:lnTo>
                  <a:lnTo>
                    <a:pt x="26656" y="7944"/>
                  </a:lnTo>
                  <a:lnTo>
                    <a:pt x="26020" y="6773"/>
                  </a:lnTo>
                  <a:lnTo>
                    <a:pt x="25256" y="5653"/>
                  </a:lnTo>
                  <a:lnTo>
                    <a:pt x="24390" y="4609"/>
                  </a:lnTo>
                  <a:lnTo>
                    <a:pt x="23448" y="3642"/>
                  </a:lnTo>
                  <a:lnTo>
                    <a:pt x="22404" y="2801"/>
                  </a:lnTo>
                  <a:lnTo>
                    <a:pt x="21284" y="2038"/>
                  </a:lnTo>
                  <a:lnTo>
                    <a:pt x="20088" y="1401"/>
                  </a:lnTo>
                  <a:lnTo>
                    <a:pt x="18840" y="867"/>
                  </a:lnTo>
                  <a:lnTo>
                    <a:pt x="17516" y="459"/>
                  </a:lnTo>
                  <a:lnTo>
                    <a:pt x="16167" y="179"/>
                  </a:lnTo>
                  <a:lnTo>
                    <a:pt x="14741" y="26"/>
                  </a:lnTo>
                  <a:lnTo>
                    <a:pt x="14028" y="1"/>
                  </a:lnTo>
                  <a:close/>
                </a:path>
              </a:pathLst>
            </a:custGeom>
            <a:solidFill>
              <a:srgbClr val="F2D1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p:nvPr/>
          </p:nvSpPr>
          <p:spPr>
            <a:xfrm>
              <a:off x="4163225" y="2844100"/>
              <a:ext cx="1041925" cy="210075"/>
            </a:xfrm>
            <a:custGeom>
              <a:rect b="b" l="l" r="r" t="t"/>
              <a:pathLst>
                <a:path extrusionOk="0" h="8403" w="41677">
                  <a:moveTo>
                    <a:pt x="16625" y="1"/>
                  </a:moveTo>
                  <a:lnTo>
                    <a:pt x="12297" y="154"/>
                  </a:lnTo>
                  <a:lnTo>
                    <a:pt x="11177" y="179"/>
                  </a:lnTo>
                  <a:lnTo>
                    <a:pt x="9115" y="485"/>
                  </a:lnTo>
                  <a:lnTo>
                    <a:pt x="7307" y="1070"/>
                  </a:lnTo>
                  <a:lnTo>
                    <a:pt x="5678" y="1910"/>
                  </a:lnTo>
                  <a:lnTo>
                    <a:pt x="4227" y="3005"/>
                  </a:lnTo>
                  <a:lnTo>
                    <a:pt x="2903" y="4303"/>
                  </a:lnTo>
                  <a:lnTo>
                    <a:pt x="1681" y="5805"/>
                  </a:lnTo>
                  <a:lnTo>
                    <a:pt x="535" y="7486"/>
                  </a:lnTo>
                  <a:lnTo>
                    <a:pt x="1" y="8402"/>
                  </a:lnTo>
                  <a:lnTo>
                    <a:pt x="41677" y="8402"/>
                  </a:lnTo>
                  <a:lnTo>
                    <a:pt x="41142" y="7486"/>
                  </a:lnTo>
                  <a:lnTo>
                    <a:pt x="39996" y="5805"/>
                  </a:lnTo>
                  <a:lnTo>
                    <a:pt x="38774" y="4303"/>
                  </a:lnTo>
                  <a:lnTo>
                    <a:pt x="37451" y="3005"/>
                  </a:lnTo>
                  <a:lnTo>
                    <a:pt x="35999" y="1910"/>
                  </a:lnTo>
                  <a:lnTo>
                    <a:pt x="34370" y="1070"/>
                  </a:lnTo>
                  <a:lnTo>
                    <a:pt x="32563" y="485"/>
                  </a:lnTo>
                  <a:lnTo>
                    <a:pt x="30500" y="179"/>
                  </a:lnTo>
                  <a:lnTo>
                    <a:pt x="29380" y="154"/>
                  </a:lnTo>
                  <a:lnTo>
                    <a:pt x="25052" y="1"/>
                  </a:lnTo>
                  <a:lnTo>
                    <a:pt x="25027" y="434"/>
                  </a:lnTo>
                  <a:lnTo>
                    <a:pt x="24874" y="1248"/>
                  </a:lnTo>
                  <a:lnTo>
                    <a:pt x="24543" y="2012"/>
                  </a:lnTo>
                  <a:lnTo>
                    <a:pt x="24085" y="2674"/>
                  </a:lnTo>
                  <a:lnTo>
                    <a:pt x="23525" y="3260"/>
                  </a:lnTo>
                  <a:lnTo>
                    <a:pt x="22863" y="3718"/>
                  </a:lnTo>
                  <a:lnTo>
                    <a:pt x="22099" y="4023"/>
                  </a:lnTo>
                  <a:lnTo>
                    <a:pt x="21284" y="4202"/>
                  </a:lnTo>
                  <a:lnTo>
                    <a:pt x="20419" y="4202"/>
                  </a:lnTo>
                  <a:lnTo>
                    <a:pt x="19579" y="4023"/>
                  </a:lnTo>
                  <a:lnTo>
                    <a:pt x="18840" y="3718"/>
                  </a:lnTo>
                  <a:lnTo>
                    <a:pt x="18153" y="3260"/>
                  </a:lnTo>
                  <a:lnTo>
                    <a:pt x="17593" y="2674"/>
                  </a:lnTo>
                  <a:lnTo>
                    <a:pt x="17134" y="2012"/>
                  </a:lnTo>
                  <a:lnTo>
                    <a:pt x="16803" y="1248"/>
                  </a:lnTo>
                  <a:lnTo>
                    <a:pt x="16651" y="434"/>
                  </a:lnTo>
                  <a:lnTo>
                    <a:pt x="16625" y="1"/>
                  </a:lnTo>
                  <a:close/>
                </a:path>
              </a:pathLst>
            </a:custGeom>
            <a:solidFill>
              <a:srgbClr val="7DC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42"/>
            <p:cNvSpPr/>
            <p:nvPr/>
          </p:nvSpPr>
          <p:spPr>
            <a:xfrm>
              <a:off x="4540025" y="2844100"/>
              <a:ext cx="288350" cy="149600"/>
            </a:xfrm>
            <a:custGeom>
              <a:rect b="b" l="l" r="r" t="t"/>
              <a:pathLst>
                <a:path extrusionOk="0" h="5984" w="11534">
                  <a:moveTo>
                    <a:pt x="1553" y="1"/>
                  </a:moveTo>
                  <a:lnTo>
                    <a:pt x="0" y="52"/>
                  </a:lnTo>
                  <a:lnTo>
                    <a:pt x="0" y="128"/>
                  </a:lnTo>
                  <a:lnTo>
                    <a:pt x="0" y="205"/>
                  </a:lnTo>
                  <a:lnTo>
                    <a:pt x="0" y="790"/>
                  </a:lnTo>
                  <a:lnTo>
                    <a:pt x="255" y="1910"/>
                  </a:lnTo>
                  <a:lnTo>
                    <a:pt x="688" y="2954"/>
                  </a:lnTo>
                  <a:lnTo>
                    <a:pt x="1299" y="3871"/>
                  </a:lnTo>
                  <a:lnTo>
                    <a:pt x="2088" y="4660"/>
                  </a:lnTo>
                  <a:lnTo>
                    <a:pt x="3004" y="5296"/>
                  </a:lnTo>
                  <a:lnTo>
                    <a:pt x="4048" y="5729"/>
                  </a:lnTo>
                  <a:lnTo>
                    <a:pt x="5168" y="5958"/>
                  </a:lnTo>
                  <a:lnTo>
                    <a:pt x="5779" y="5984"/>
                  </a:lnTo>
                  <a:lnTo>
                    <a:pt x="6365" y="5958"/>
                  </a:lnTo>
                  <a:lnTo>
                    <a:pt x="7485" y="5729"/>
                  </a:lnTo>
                  <a:lnTo>
                    <a:pt x="8529" y="5296"/>
                  </a:lnTo>
                  <a:lnTo>
                    <a:pt x="9446" y="4660"/>
                  </a:lnTo>
                  <a:lnTo>
                    <a:pt x="10235" y="3871"/>
                  </a:lnTo>
                  <a:lnTo>
                    <a:pt x="10846" y="2954"/>
                  </a:lnTo>
                  <a:lnTo>
                    <a:pt x="11304" y="1910"/>
                  </a:lnTo>
                  <a:lnTo>
                    <a:pt x="11533" y="790"/>
                  </a:lnTo>
                  <a:lnTo>
                    <a:pt x="11533" y="205"/>
                  </a:lnTo>
                  <a:lnTo>
                    <a:pt x="11533" y="128"/>
                  </a:lnTo>
                  <a:lnTo>
                    <a:pt x="11533" y="52"/>
                  </a:lnTo>
                  <a:lnTo>
                    <a:pt x="9980" y="1"/>
                  </a:lnTo>
                  <a:lnTo>
                    <a:pt x="9955" y="434"/>
                  </a:lnTo>
                  <a:lnTo>
                    <a:pt x="9802" y="1248"/>
                  </a:lnTo>
                  <a:lnTo>
                    <a:pt x="9471" y="2012"/>
                  </a:lnTo>
                  <a:lnTo>
                    <a:pt x="9013" y="2674"/>
                  </a:lnTo>
                  <a:lnTo>
                    <a:pt x="8453" y="3260"/>
                  </a:lnTo>
                  <a:lnTo>
                    <a:pt x="7791" y="3718"/>
                  </a:lnTo>
                  <a:lnTo>
                    <a:pt x="7027" y="4023"/>
                  </a:lnTo>
                  <a:lnTo>
                    <a:pt x="6212" y="4202"/>
                  </a:lnTo>
                  <a:lnTo>
                    <a:pt x="5347" y="4202"/>
                  </a:lnTo>
                  <a:lnTo>
                    <a:pt x="4507" y="4023"/>
                  </a:lnTo>
                  <a:lnTo>
                    <a:pt x="3768" y="3718"/>
                  </a:lnTo>
                  <a:lnTo>
                    <a:pt x="3081" y="3260"/>
                  </a:lnTo>
                  <a:lnTo>
                    <a:pt x="2521" y="2674"/>
                  </a:lnTo>
                  <a:lnTo>
                    <a:pt x="2062" y="2012"/>
                  </a:lnTo>
                  <a:lnTo>
                    <a:pt x="1731" y="1248"/>
                  </a:lnTo>
                  <a:lnTo>
                    <a:pt x="1579" y="434"/>
                  </a:lnTo>
                  <a:lnTo>
                    <a:pt x="1553" y="1"/>
                  </a:lnTo>
                  <a:close/>
                </a:path>
              </a:pathLst>
            </a:custGeom>
            <a:solidFill>
              <a:srgbClr val="CFE6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42"/>
            <p:cNvSpPr/>
            <p:nvPr/>
          </p:nvSpPr>
          <p:spPr>
            <a:xfrm>
              <a:off x="4632300" y="2459675"/>
              <a:ext cx="99950" cy="119700"/>
            </a:xfrm>
            <a:custGeom>
              <a:rect b="b" l="l" r="r" t="t"/>
              <a:pathLst>
                <a:path extrusionOk="0" h="4788" w="3998">
                  <a:moveTo>
                    <a:pt x="1885" y="1"/>
                  </a:moveTo>
                  <a:lnTo>
                    <a:pt x="1656" y="306"/>
                  </a:lnTo>
                  <a:lnTo>
                    <a:pt x="1579" y="586"/>
                  </a:lnTo>
                  <a:lnTo>
                    <a:pt x="26" y="4252"/>
                  </a:lnTo>
                  <a:lnTo>
                    <a:pt x="1" y="4303"/>
                  </a:lnTo>
                  <a:lnTo>
                    <a:pt x="1" y="4354"/>
                  </a:lnTo>
                  <a:lnTo>
                    <a:pt x="485" y="4558"/>
                  </a:lnTo>
                  <a:lnTo>
                    <a:pt x="1503" y="4787"/>
                  </a:lnTo>
                  <a:lnTo>
                    <a:pt x="2521" y="4787"/>
                  </a:lnTo>
                  <a:lnTo>
                    <a:pt x="3514" y="4558"/>
                  </a:lnTo>
                  <a:lnTo>
                    <a:pt x="3998" y="4354"/>
                  </a:lnTo>
                  <a:lnTo>
                    <a:pt x="3998" y="4303"/>
                  </a:lnTo>
                  <a:lnTo>
                    <a:pt x="3998" y="4252"/>
                  </a:lnTo>
                  <a:lnTo>
                    <a:pt x="2445" y="586"/>
                  </a:lnTo>
                  <a:lnTo>
                    <a:pt x="2343" y="306"/>
                  </a:lnTo>
                  <a:lnTo>
                    <a:pt x="2114" y="1"/>
                  </a:lnTo>
                  <a:close/>
                </a:path>
              </a:pathLst>
            </a:custGeom>
            <a:solidFill>
              <a:srgbClr val="FEEB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42"/>
            <p:cNvSpPr/>
            <p:nvPr/>
          </p:nvSpPr>
          <p:spPr>
            <a:xfrm>
              <a:off x="4632300" y="2568525"/>
              <a:ext cx="99950" cy="38200"/>
            </a:xfrm>
            <a:custGeom>
              <a:rect b="b" l="l" r="r" t="t"/>
              <a:pathLst>
                <a:path extrusionOk="0" h="1528" w="3998">
                  <a:moveTo>
                    <a:pt x="1" y="0"/>
                  </a:moveTo>
                  <a:lnTo>
                    <a:pt x="1" y="306"/>
                  </a:lnTo>
                  <a:lnTo>
                    <a:pt x="357" y="840"/>
                  </a:lnTo>
                  <a:lnTo>
                    <a:pt x="917" y="1273"/>
                  </a:lnTo>
                  <a:lnTo>
                    <a:pt x="1579" y="1502"/>
                  </a:lnTo>
                  <a:lnTo>
                    <a:pt x="1834" y="1528"/>
                  </a:lnTo>
                  <a:lnTo>
                    <a:pt x="2165" y="1528"/>
                  </a:lnTo>
                  <a:lnTo>
                    <a:pt x="2445" y="1502"/>
                  </a:lnTo>
                  <a:lnTo>
                    <a:pt x="3081" y="1273"/>
                  </a:lnTo>
                  <a:lnTo>
                    <a:pt x="3667" y="840"/>
                  </a:lnTo>
                  <a:lnTo>
                    <a:pt x="3998" y="306"/>
                  </a:lnTo>
                  <a:lnTo>
                    <a:pt x="3998" y="0"/>
                  </a:lnTo>
                  <a:lnTo>
                    <a:pt x="3514" y="204"/>
                  </a:lnTo>
                  <a:lnTo>
                    <a:pt x="2521" y="433"/>
                  </a:lnTo>
                  <a:lnTo>
                    <a:pt x="1503" y="433"/>
                  </a:lnTo>
                  <a:lnTo>
                    <a:pt x="485" y="204"/>
                  </a:lnTo>
                  <a:lnTo>
                    <a:pt x="1"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42"/>
            <p:cNvSpPr/>
            <p:nvPr/>
          </p:nvSpPr>
          <p:spPr>
            <a:xfrm>
              <a:off x="4799700" y="2429125"/>
              <a:ext cx="129875" cy="66850"/>
            </a:xfrm>
            <a:custGeom>
              <a:rect b="b" l="l" r="r" t="t"/>
              <a:pathLst>
                <a:path extrusionOk="0" h="2674" w="5195">
                  <a:moveTo>
                    <a:pt x="2826" y="1"/>
                  </a:moveTo>
                  <a:lnTo>
                    <a:pt x="2292" y="103"/>
                  </a:lnTo>
                  <a:lnTo>
                    <a:pt x="1757" y="281"/>
                  </a:lnTo>
                  <a:lnTo>
                    <a:pt x="917" y="866"/>
                  </a:lnTo>
                  <a:lnTo>
                    <a:pt x="102" y="1808"/>
                  </a:lnTo>
                  <a:lnTo>
                    <a:pt x="1" y="1987"/>
                  </a:lnTo>
                  <a:lnTo>
                    <a:pt x="179" y="2114"/>
                  </a:lnTo>
                  <a:lnTo>
                    <a:pt x="1350" y="2547"/>
                  </a:lnTo>
                  <a:lnTo>
                    <a:pt x="2368" y="2674"/>
                  </a:lnTo>
                  <a:lnTo>
                    <a:pt x="2903" y="2572"/>
                  </a:lnTo>
                  <a:lnTo>
                    <a:pt x="3437" y="2394"/>
                  </a:lnTo>
                  <a:lnTo>
                    <a:pt x="4278" y="1808"/>
                  </a:lnTo>
                  <a:lnTo>
                    <a:pt x="5092" y="866"/>
                  </a:lnTo>
                  <a:lnTo>
                    <a:pt x="5194" y="663"/>
                  </a:lnTo>
                  <a:lnTo>
                    <a:pt x="5016" y="561"/>
                  </a:lnTo>
                  <a:lnTo>
                    <a:pt x="3845" y="103"/>
                  </a:lnTo>
                  <a:lnTo>
                    <a:pt x="2826"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42"/>
            <p:cNvSpPr/>
            <p:nvPr/>
          </p:nvSpPr>
          <p:spPr>
            <a:xfrm>
              <a:off x="4438825" y="2429125"/>
              <a:ext cx="130500" cy="66850"/>
            </a:xfrm>
            <a:custGeom>
              <a:rect b="b" l="l" r="r" t="t"/>
              <a:pathLst>
                <a:path extrusionOk="0" h="2674" w="5220">
                  <a:moveTo>
                    <a:pt x="2368" y="1"/>
                  </a:moveTo>
                  <a:lnTo>
                    <a:pt x="1350" y="103"/>
                  </a:lnTo>
                  <a:lnTo>
                    <a:pt x="179" y="561"/>
                  </a:lnTo>
                  <a:lnTo>
                    <a:pt x="0" y="663"/>
                  </a:lnTo>
                  <a:lnTo>
                    <a:pt x="102" y="866"/>
                  </a:lnTo>
                  <a:lnTo>
                    <a:pt x="917" y="1808"/>
                  </a:lnTo>
                  <a:lnTo>
                    <a:pt x="1757" y="2394"/>
                  </a:lnTo>
                  <a:lnTo>
                    <a:pt x="2292" y="2572"/>
                  </a:lnTo>
                  <a:lnTo>
                    <a:pt x="2826" y="2674"/>
                  </a:lnTo>
                  <a:lnTo>
                    <a:pt x="3845" y="2547"/>
                  </a:lnTo>
                  <a:lnTo>
                    <a:pt x="5016" y="2114"/>
                  </a:lnTo>
                  <a:lnTo>
                    <a:pt x="5219" y="1987"/>
                  </a:lnTo>
                  <a:lnTo>
                    <a:pt x="5092" y="1808"/>
                  </a:lnTo>
                  <a:lnTo>
                    <a:pt x="4277" y="866"/>
                  </a:lnTo>
                  <a:lnTo>
                    <a:pt x="3437" y="281"/>
                  </a:lnTo>
                  <a:lnTo>
                    <a:pt x="2903" y="103"/>
                  </a:lnTo>
                  <a:lnTo>
                    <a:pt x="2368"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42"/>
            <p:cNvSpPr/>
            <p:nvPr/>
          </p:nvSpPr>
          <p:spPr>
            <a:xfrm>
              <a:off x="4471925" y="2438675"/>
              <a:ext cx="26750" cy="26750"/>
            </a:xfrm>
            <a:custGeom>
              <a:rect b="b" l="l" r="r" t="t"/>
              <a:pathLst>
                <a:path extrusionOk="0" h="1070" w="1070">
                  <a:moveTo>
                    <a:pt x="535" y="1"/>
                  </a:moveTo>
                  <a:lnTo>
                    <a:pt x="331" y="26"/>
                  </a:lnTo>
                  <a:lnTo>
                    <a:pt x="26" y="332"/>
                  </a:lnTo>
                  <a:lnTo>
                    <a:pt x="0" y="535"/>
                  </a:lnTo>
                  <a:lnTo>
                    <a:pt x="26" y="739"/>
                  </a:lnTo>
                  <a:lnTo>
                    <a:pt x="331" y="1044"/>
                  </a:lnTo>
                  <a:lnTo>
                    <a:pt x="535" y="1070"/>
                  </a:lnTo>
                  <a:lnTo>
                    <a:pt x="739" y="1044"/>
                  </a:lnTo>
                  <a:lnTo>
                    <a:pt x="1044" y="739"/>
                  </a:lnTo>
                  <a:lnTo>
                    <a:pt x="1069" y="535"/>
                  </a:lnTo>
                  <a:lnTo>
                    <a:pt x="1044" y="332"/>
                  </a:lnTo>
                  <a:lnTo>
                    <a:pt x="739" y="26"/>
                  </a:lnTo>
                  <a:lnTo>
                    <a:pt x="53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42"/>
            <p:cNvSpPr/>
            <p:nvPr/>
          </p:nvSpPr>
          <p:spPr>
            <a:xfrm>
              <a:off x="4837900" y="2445050"/>
              <a:ext cx="26750" cy="26125"/>
            </a:xfrm>
            <a:custGeom>
              <a:rect b="b" l="l" r="r" t="t"/>
              <a:pathLst>
                <a:path extrusionOk="0" h="1045" w="1070">
                  <a:moveTo>
                    <a:pt x="535" y="0"/>
                  </a:moveTo>
                  <a:lnTo>
                    <a:pt x="331" y="26"/>
                  </a:lnTo>
                  <a:lnTo>
                    <a:pt x="25" y="306"/>
                  </a:lnTo>
                  <a:lnTo>
                    <a:pt x="0" y="509"/>
                  </a:lnTo>
                  <a:lnTo>
                    <a:pt x="25" y="739"/>
                  </a:lnTo>
                  <a:lnTo>
                    <a:pt x="331" y="1019"/>
                  </a:lnTo>
                  <a:lnTo>
                    <a:pt x="535" y="1044"/>
                  </a:lnTo>
                  <a:lnTo>
                    <a:pt x="738" y="1019"/>
                  </a:lnTo>
                  <a:lnTo>
                    <a:pt x="1044" y="739"/>
                  </a:lnTo>
                  <a:lnTo>
                    <a:pt x="1069" y="509"/>
                  </a:lnTo>
                  <a:lnTo>
                    <a:pt x="1044" y="306"/>
                  </a:lnTo>
                  <a:lnTo>
                    <a:pt x="738"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42"/>
            <p:cNvSpPr/>
            <p:nvPr/>
          </p:nvSpPr>
          <p:spPr>
            <a:xfrm>
              <a:off x="4431175" y="2522700"/>
              <a:ext cx="145775" cy="68750"/>
            </a:xfrm>
            <a:custGeom>
              <a:rect b="b" l="l" r="r" t="t"/>
              <a:pathLst>
                <a:path extrusionOk="0" h="2750" w="5831">
                  <a:moveTo>
                    <a:pt x="1350" y="0"/>
                  </a:moveTo>
                  <a:lnTo>
                    <a:pt x="1096" y="26"/>
                  </a:lnTo>
                  <a:lnTo>
                    <a:pt x="586" y="229"/>
                  </a:lnTo>
                  <a:lnTo>
                    <a:pt x="230" y="586"/>
                  </a:lnTo>
                  <a:lnTo>
                    <a:pt x="1" y="1095"/>
                  </a:lnTo>
                  <a:lnTo>
                    <a:pt x="1" y="1375"/>
                  </a:lnTo>
                  <a:lnTo>
                    <a:pt x="1" y="1655"/>
                  </a:lnTo>
                  <a:lnTo>
                    <a:pt x="230" y="2139"/>
                  </a:lnTo>
                  <a:lnTo>
                    <a:pt x="586" y="2521"/>
                  </a:lnTo>
                  <a:lnTo>
                    <a:pt x="1096" y="2724"/>
                  </a:lnTo>
                  <a:lnTo>
                    <a:pt x="1350" y="2750"/>
                  </a:lnTo>
                  <a:lnTo>
                    <a:pt x="4456" y="2750"/>
                  </a:lnTo>
                  <a:lnTo>
                    <a:pt x="4736" y="2724"/>
                  </a:lnTo>
                  <a:lnTo>
                    <a:pt x="5220" y="2521"/>
                  </a:lnTo>
                  <a:lnTo>
                    <a:pt x="5602" y="2139"/>
                  </a:lnTo>
                  <a:lnTo>
                    <a:pt x="5805" y="1655"/>
                  </a:lnTo>
                  <a:lnTo>
                    <a:pt x="5831" y="1375"/>
                  </a:lnTo>
                  <a:lnTo>
                    <a:pt x="5805" y="1095"/>
                  </a:lnTo>
                  <a:lnTo>
                    <a:pt x="5602" y="586"/>
                  </a:lnTo>
                  <a:lnTo>
                    <a:pt x="5220" y="229"/>
                  </a:lnTo>
                  <a:lnTo>
                    <a:pt x="4736" y="26"/>
                  </a:lnTo>
                  <a:lnTo>
                    <a:pt x="4456" y="0"/>
                  </a:lnTo>
                  <a:close/>
                </a:path>
              </a:pathLst>
            </a:custGeom>
            <a:solidFill>
              <a:srgbClr val="F1AA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42"/>
            <p:cNvSpPr/>
            <p:nvPr/>
          </p:nvSpPr>
          <p:spPr>
            <a:xfrm>
              <a:off x="4791425" y="2522700"/>
              <a:ext cx="146425" cy="68750"/>
            </a:xfrm>
            <a:custGeom>
              <a:rect b="b" l="l" r="r" t="t"/>
              <a:pathLst>
                <a:path extrusionOk="0" h="2750" w="5857">
                  <a:moveTo>
                    <a:pt x="1375" y="0"/>
                  </a:moveTo>
                  <a:lnTo>
                    <a:pt x="1095" y="26"/>
                  </a:lnTo>
                  <a:lnTo>
                    <a:pt x="612" y="229"/>
                  </a:lnTo>
                  <a:lnTo>
                    <a:pt x="230" y="586"/>
                  </a:lnTo>
                  <a:lnTo>
                    <a:pt x="26" y="1095"/>
                  </a:lnTo>
                  <a:lnTo>
                    <a:pt x="1" y="1375"/>
                  </a:lnTo>
                  <a:lnTo>
                    <a:pt x="26" y="1655"/>
                  </a:lnTo>
                  <a:lnTo>
                    <a:pt x="230" y="2139"/>
                  </a:lnTo>
                  <a:lnTo>
                    <a:pt x="612" y="2521"/>
                  </a:lnTo>
                  <a:lnTo>
                    <a:pt x="1095" y="2724"/>
                  </a:lnTo>
                  <a:lnTo>
                    <a:pt x="1375" y="2750"/>
                  </a:lnTo>
                  <a:lnTo>
                    <a:pt x="4481" y="2750"/>
                  </a:lnTo>
                  <a:lnTo>
                    <a:pt x="4761" y="2724"/>
                  </a:lnTo>
                  <a:lnTo>
                    <a:pt x="5245" y="2521"/>
                  </a:lnTo>
                  <a:lnTo>
                    <a:pt x="5627" y="2139"/>
                  </a:lnTo>
                  <a:lnTo>
                    <a:pt x="5831" y="1655"/>
                  </a:lnTo>
                  <a:lnTo>
                    <a:pt x="5856" y="1375"/>
                  </a:lnTo>
                  <a:lnTo>
                    <a:pt x="5831" y="1095"/>
                  </a:lnTo>
                  <a:lnTo>
                    <a:pt x="5627" y="586"/>
                  </a:lnTo>
                  <a:lnTo>
                    <a:pt x="5245" y="229"/>
                  </a:lnTo>
                  <a:lnTo>
                    <a:pt x="4761" y="26"/>
                  </a:lnTo>
                  <a:lnTo>
                    <a:pt x="4481" y="0"/>
                  </a:lnTo>
                  <a:close/>
                </a:path>
              </a:pathLst>
            </a:custGeom>
            <a:solidFill>
              <a:srgbClr val="F1AA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42"/>
            <p:cNvSpPr/>
            <p:nvPr/>
          </p:nvSpPr>
          <p:spPr>
            <a:xfrm>
              <a:off x="4448375" y="2341925"/>
              <a:ext cx="110775" cy="22300"/>
            </a:xfrm>
            <a:custGeom>
              <a:rect b="b" l="l" r="r" t="t"/>
              <a:pathLst>
                <a:path extrusionOk="0" fill="none" h="892" w="4431">
                  <a:moveTo>
                    <a:pt x="4430" y="892"/>
                  </a:moveTo>
                  <a:lnTo>
                    <a:pt x="4201" y="663"/>
                  </a:lnTo>
                  <a:lnTo>
                    <a:pt x="3666" y="332"/>
                  </a:lnTo>
                  <a:lnTo>
                    <a:pt x="2826" y="1"/>
                  </a:lnTo>
                  <a:lnTo>
                    <a:pt x="1630" y="1"/>
                  </a:lnTo>
                  <a:lnTo>
                    <a:pt x="764" y="332"/>
                  </a:lnTo>
                  <a:lnTo>
                    <a:pt x="255" y="663"/>
                  </a:lnTo>
                  <a:lnTo>
                    <a:pt x="0" y="892"/>
                  </a:lnTo>
                </a:path>
              </a:pathLst>
            </a:custGeom>
            <a:noFill/>
            <a:ln cap="rnd" cmpd="sng" w="21000">
              <a:solidFill>
                <a:srgbClr val="1F2F45"/>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42"/>
            <p:cNvSpPr/>
            <p:nvPr/>
          </p:nvSpPr>
          <p:spPr>
            <a:xfrm>
              <a:off x="4809250" y="2341925"/>
              <a:ext cx="110775" cy="22300"/>
            </a:xfrm>
            <a:custGeom>
              <a:rect b="b" l="l" r="r" t="t"/>
              <a:pathLst>
                <a:path extrusionOk="0" fill="none" h="892" w="4431">
                  <a:moveTo>
                    <a:pt x="4430" y="892"/>
                  </a:moveTo>
                  <a:lnTo>
                    <a:pt x="4176" y="663"/>
                  </a:lnTo>
                  <a:lnTo>
                    <a:pt x="3666" y="332"/>
                  </a:lnTo>
                  <a:lnTo>
                    <a:pt x="2801" y="1"/>
                  </a:lnTo>
                  <a:lnTo>
                    <a:pt x="1604" y="1"/>
                  </a:lnTo>
                  <a:lnTo>
                    <a:pt x="764" y="332"/>
                  </a:lnTo>
                  <a:lnTo>
                    <a:pt x="230" y="663"/>
                  </a:lnTo>
                  <a:lnTo>
                    <a:pt x="0" y="892"/>
                  </a:lnTo>
                </a:path>
              </a:pathLst>
            </a:custGeom>
            <a:noFill/>
            <a:ln cap="rnd" cmpd="sng" w="21000">
              <a:solidFill>
                <a:srgbClr val="1F2F45"/>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42"/>
            <p:cNvSpPr/>
            <p:nvPr/>
          </p:nvSpPr>
          <p:spPr>
            <a:xfrm>
              <a:off x="4622125" y="2646800"/>
              <a:ext cx="124125" cy="36300"/>
            </a:xfrm>
            <a:custGeom>
              <a:rect b="b" l="l" r="r" t="t"/>
              <a:pathLst>
                <a:path extrusionOk="0" fill="none" h="1452" w="4965">
                  <a:moveTo>
                    <a:pt x="0" y="1"/>
                  </a:moveTo>
                  <a:lnTo>
                    <a:pt x="153" y="306"/>
                  </a:lnTo>
                  <a:lnTo>
                    <a:pt x="637" y="841"/>
                  </a:lnTo>
                  <a:lnTo>
                    <a:pt x="1273" y="1223"/>
                  </a:lnTo>
                  <a:lnTo>
                    <a:pt x="2063" y="1426"/>
                  </a:lnTo>
                  <a:lnTo>
                    <a:pt x="2495" y="1452"/>
                  </a:lnTo>
                  <a:lnTo>
                    <a:pt x="2903" y="1426"/>
                  </a:lnTo>
                  <a:lnTo>
                    <a:pt x="3692" y="1223"/>
                  </a:lnTo>
                  <a:lnTo>
                    <a:pt x="4328" y="841"/>
                  </a:lnTo>
                  <a:lnTo>
                    <a:pt x="4812" y="332"/>
                  </a:lnTo>
                  <a:lnTo>
                    <a:pt x="4965" y="26"/>
                  </a:lnTo>
                </a:path>
              </a:pathLst>
            </a:custGeom>
            <a:noFill/>
            <a:ln cap="rnd" cmpd="sng" w="21000">
              <a:solidFill>
                <a:srgbClr val="E15758"/>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42"/>
            <p:cNvSpPr/>
            <p:nvPr/>
          </p:nvSpPr>
          <p:spPr>
            <a:xfrm>
              <a:off x="4288625" y="1879850"/>
              <a:ext cx="791775" cy="541675"/>
            </a:xfrm>
            <a:custGeom>
              <a:rect b="b" l="l" r="r" t="t"/>
              <a:pathLst>
                <a:path extrusionOk="0" h="21667" w="31671">
                  <a:moveTo>
                    <a:pt x="15021" y="1"/>
                  </a:moveTo>
                  <a:lnTo>
                    <a:pt x="13417" y="154"/>
                  </a:lnTo>
                  <a:lnTo>
                    <a:pt x="11889" y="485"/>
                  </a:lnTo>
                  <a:lnTo>
                    <a:pt x="10387" y="943"/>
                  </a:lnTo>
                  <a:lnTo>
                    <a:pt x="8987" y="1554"/>
                  </a:lnTo>
                  <a:lnTo>
                    <a:pt x="7638" y="2267"/>
                  </a:lnTo>
                  <a:lnTo>
                    <a:pt x="6365" y="3132"/>
                  </a:lnTo>
                  <a:lnTo>
                    <a:pt x="5194" y="4100"/>
                  </a:lnTo>
                  <a:lnTo>
                    <a:pt x="4124" y="5169"/>
                  </a:lnTo>
                  <a:lnTo>
                    <a:pt x="3157" y="6340"/>
                  </a:lnTo>
                  <a:lnTo>
                    <a:pt x="2291" y="7613"/>
                  </a:lnTo>
                  <a:lnTo>
                    <a:pt x="1553" y="8962"/>
                  </a:lnTo>
                  <a:lnTo>
                    <a:pt x="967" y="10388"/>
                  </a:lnTo>
                  <a:lnTo>
                    <a:pt x="509" y="11865"/>
                  </a:lnTo>
                  <a:lnTo>
                    <a:pt x="178" y="13418"/>
                  </a:lnTo>
                  <a:lnTo>
                    <a:pt x="26" y="14996"/>
                  </a:lnTo>
                  <a:lnTo>
                    <a:pt x="0" y="15811"/>
                  </a:lnTo>
                  <a:lnTo>
                    <a:pt x="0" y="21463"/>
                  </a:lnTo>
                  <a:lnTo>
                    <a:pt x="356" y="21513"/>
                  </a:lnTo>
                  <a:lnTo>
                    <a:pt x="1146" y="21437"/>
                  </a:lnTo>
                  <a:lnTo>
                    <a:pt x="2037" y="21132"/>
                  </a:lnTo>
                  <a:lnTo>
                    <a:pt x="2953" y="20673"/>
                  </a:lnTo>
                  <a:lnTo>
                    <a:pt x="4303" y="19757"/>
                  </a:lnTo>
                  <a:lnTo>
                    <a:pt x="5856" y="18306"/>
                  </a:lnTo>
                  <a:lnTo>
                    <a:pt x="6416" y="17593"/>
                  </a:lnTo>
                  <a:lnTo>
                    <a:pt x="6874" y="10515"/>
                  </a:lnTo>
                  <a:lnTo>
                    <a:pt x="10820" y="16727"/>
                  </a:lnTo>
                  <a:lnTo>
                    <a:pt x="11431" y="17160"/>
                  </a:lnTo>
                  <a:lnTo>
                    <a:pt x="13391" y="18077"/>
                  </a:lnTo>
                  <a:lnTo>
                    <a:pt x="16065" y="19019"/>
                  </a:lnTo>
                  <a:lnTo>
                    <a:pt x="19171" y="19910"/>
                  </a:lnTo>
                  <a:lnTo>
                    <a:pt x="22455" y="20699"/>
                  </a:lnTo>
                  <a:lnTo>
                    <a:pt x="25663" y="21284"/>
                  </a:lnTo>
                  <a:lnTo>
                    <a:pt x="28539" y="21641"/>
                  </a:lnTo>
                  <a:lnTo>
                    <a:pt x="30856" y="21666"/>
                  </a:lnTo>
                  <a:lnTo>
                    <a:pt x="31671" y="21513"/>
                  </a:lnTo>
                  <a:lnTo>
                    <a:pt x="31671" y="15811"/>
                  </a:lnTo>
                  <a:lnTo>
                    <a:pt x="31645" y="14996"/>
                  </a:lnTo>
                  <a:lnTo>
                    <a:pt x="31493" y="13418"/>
                  </a:lnTo>
                  <a:lnTo>
                    <a:pt x="31162" y="11865"/>
                  </a:lnTo>
                  <a:lnTo>
                    <a:pt x="30703" y="10388"/>
                  </a:lnTo>
                  <a:lnTo>
                    <a:pt x="30118" y="8962"/>
                  </a:lnTo>
                  <a:lnTo>
                    <a:pt x="29380" y="7613"/>
                  </a:lnTo>
                  <a:lnTo>
                    <a:pt x="28514" y="6340"/>
                  </a:lnTo>
                  <a:lnTo>
                    <a:pt x="27547" y="5169"/>
                  </a:lnTo>
                  <a:lnTo>
                    <a:pt x="26477" y="4100"/>
                  </a:lnTo>
                  <a:lnTo>
                    <a:pt x="25306" y="3132"/>
                  </a:lnTo>
                  <a:lnTo>
                    <a:pt x="24033" y="2267"/>
                  </a:lnTo>
                  <a:lnTo>
                    <a:pt x="22709" y="1554"/>
                  </a:lnTo>
                  <a:lnTo>
                    <a:pt x="21284" y="943"/>
                  </a:lnTo>
                  <a:lnTo>
                    <a:pt x="19782" y="485"/>
                  </a:lnTo>
                  <a:lnTo>
                    <a:pt x="18254" y="154"/>
                  </a:lnTo>
                  <a:lnTo>
                    <a:pt x="16650" y="1"/>
                  </a:lnTo>
                  <a:close/>
                </a:path>
              </a:pathLst>
            </a:custGeom>
            <a:solidFill>
              <a:srgbClr val="111D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42"/>
            <p:cNvSpPr/>
            <p:nvPr/>
          </p:nvSpPr>
          <p:spPr>
            <a:xfrm>
              <a:off x="5205775" y="2455225"/>
              <a:ext cx="357075" cy="586225"/>
            </a:xfrm>
            <a:custGeom>
              <a:rect b="b" l="l" r="r" t="t"/>
              <a:pathLst>
                <a:path extrusionOk="0" h="23449" w="14283">
                  <a:moveTo>
                    <a:pt x="9216" y="1"/>
                  </a:moveTo>
                  <a:lnTo>
                    <a:pt x="8784" y="102"/>
                  </a:lnTo>
                  <a:lnTo>
                    <a:pt x="8427" y="357"/>
                  </a:lnTo>
                  <a:lnTo>
                    <a:pt x="8173" y="764"/>
                  </a:lnTo>
                  <a:lnTo>
                    <a:pt x="8096" y="993"/>
                  </a:lnTo>
                  <a:lnTo>
                    <a:pt x="6339" y="8529"/>
                  </a:lnTo>
                  <a:lnTo>
                    <a:pt x="6034" y="8453"/>
                  </a:lnTo>
                  <a:lnTo>
                    <a:pt x="7587" y="1757"/>
                  </a:lnTo>
                  <a:lnTo>
                    <a:pt x="7638" y="1503"/>
                  </a:lnTo>
                  <a:lnTo>
                    <a:pt x="7587" y="1044"/>
                  </a:lnTo>
                  <a:lnTo>
                    <a:pt x="7358" y="637"/>
                  </a:lnTo>
                  <a:lnTo>
                    <a:pt x="7027" y="357"/>
                  </a:lnTo>
                  <a:lnTo>
                    <a:pt x="6823" y="306"/>
                  </a:lnTo>
                  <a:lnTo>
                    <a:pt x="6594" y="255"/>
                  </a:lnTo>
                  <a:lnTo>
                    <a:pt x="6187" y="357"/>
                  </a:lnTo>
                  <a:lnTo>
                    <a:pt x="5830" y="637"/>
                  </a:lnTo>
                  <a:lnTo>
                    <a:pt x="5550" y="1019"/>
                  </a:lnTo>
                  <a:lnTo>
                    <a:pt x="5474" y="1273"/>
                  </a:lnTo>
                  <a:lnTo>
                    <a:pt x="3386" y="10439"/>
                  </a:lnTo>
                  <a:lnTo>
                    <a:pt x="3132" y="9548"/>
                  </a:lnTo>
                  <a:lnTo>
                    <a:pt x="2648" y="8173"/>
                  </a:lnTo>
                  <a:lnTo>
                    <a:pt x="2139" y="7231"/>
                  </a:lnTo>
                  <a:lnTo>
                    <a:pt x="1630" y="6594"/>
                  </a:lnTo>
                  <a:lnTo>
                    <a:pt x="968" y="6111"/>
                  </a:lnTo>
                  <a:lnTo>
                    <a:pt x="382" y="6034"/>
                  </a:lnTo>
                  <a:lnTo>
                    <a:pt x="331" y="6060"/>
                  </a:lnTo>
                  <a:lnTo>
                    <a:pt x="153" y="6136"/>
                  </a:lnTo>
                  <a:lnTo>
                    <a:pt x="0" y="6442"/>
                  </a:lnTo>
                  <a:lnTo>
                    <a:pt x="0" y="6951"/>
                  </a:lnTo>
                  <a:lnTo>
                    <a:pt x="26" y="7078"/>
                  </a:lnTo>
                  <a:lnTo>
                    <a:pt x="560" y="10006"/>
                  </a:lnTo>
                  <a:lnTo>
                    <a:pt x="1146" y="13494"/>
                  </a:lnTo>
                  <a:lnTo>
                    <a:pt x="1222" y="13901"/>
                  </a:lnTo>
                  <a:lnTo>
                    <a:pt x="1426" y="14563"/>
                  </a:lnTo>
                  <a:lnTo>
                    <a:pt x="1910" y="15327"/>
                  </a:lnTo>
                  <a:lnTo>
                    <a:pt x="2953" y="16116"/>
                  </a:lnTo>
                  <a:lnTo>
                    <a:pt x="3157" y="16192"/>
                  </a:lnTo>
                  <a:lnTo>
                    <a:pt x="1859" y="21844"/>
                  </a:lnTo>
                  <a:lnTo>
                    <a:pt x="8784" y="23448"/>
                  </a:lnTo>
                  <a:lnTo>
                    <a:pt x="10158" y="17694"/>
                  </a:lnTo>
                  <a:lnTo>
                    <a:pt x="10286" y="17694"/>
                  </a:lnTo>
                  <a:lnTo>
                    <a:pt x="10693" y="17618"/>
                  </a:lnTo>
                  <a:lnTo>
                    <a:pt x="11202" y="17338"/>
                  </a:lnTo>
                  <a:lnTo>
                    <a:pt x="11635" y="16803"/>
                  </a:lnTo>
                  <a:lnTo>
                    <a:pt x="11762" y="16396"/>
                  </a:lnTo>
                  <a:lnTo>
                    <a:pt x="12093" y="14970"/>
                  </a:lnTo>
                  <a:lnTo>
                    <a:pt x="12831" y="11737"/>
                  </a:lnTo>
                  <a:lnTo>
                    <a:pt x="13086" y="10617"/>
                  </a:lnTo>
                  <a:lnTo>
                    <a:pt x="13213" y="10108"/>
                  </a:lnTo>
                  <a:lnTo>
                    <a:pt x="14232" y="5652"/>
                  </a:lnTo>
                  <a:lnTo>
                    <a:pt x="14283" y="5423"/>
                  </a:lnTo>
                  <a:lnTo>
                    <a:pt x="14232" y="4965"/>
                  </a:lnTo>
                  <a:lnTo>
                    <a:pt x="14028" y="4609"/>
                  </a:lnTo>
                  <a:lnTo>
                    <a:pt x="13723" y="4354"/>
                  </a:lnTo>
                  <a:lnTo>
                    <a:pt x="13519" y="4303"/>
                  </a:lnTo>
                  <a:lnTo>
                    <a:pt x="13315" y="4252"/>
                  </a:lnTo>
                  <a:lnTo>
                    <a:pt x="12933" y="4354"/>
                  </a:lnTo>
                  <a:lnTo>
                    <a:pt x="12602" y="4609"/>
                  </a:lnTo>
                  <a:lnTo>
                    <a:pt x="12348" y="4965"/>
                  </a:lnTo>
                  <a:lnTo>
                    <a:pt x="12297" y="5194"/>
                  </a:lnTo>
                  <a:lnTo>
                    <a:pt x="11253" y="9675"/>
                  </a:lnTo>
                  <a:lnTo>
                    <a:pt x="10871" y="9573"/>
                  </a:lnTo>
                  <a:lnTo>
                    <a:pt x="12322" y="3285"/>
                  </a:lnTo>
                  <a:lnTo>
                    <a:pt x="12373" y="3030"/>
                  </a:lnTo>
                  <a:lnTo>
                    <a:pt x="12297" y="2572"/>
                  </a:lnTo>
                  <a:lnTo>
                    <a:pt x="12093" y="2165"/>
                  </a:lnTo>
                  <a:lnTo>
                    <a:pt x="11762" y="1884"/>
                  </a:lnTo>
                  <a:lnTo>
                    <a:pt x="11559" y="1834"/>
                  </a:lnTo>
                  <a:lnTo>
                    <a:pt x="11329" y="1783"/>
                  </a:lnTo>
                  <a:lnTo>
                    <a:pt x="10922" y="1884"/>
                  </a:lnTo>
                  <a:lnTo>
                    <a:pt x="10540" y="2165"/>
                  </a:lnTo>
                  <a:lnTo>
                    <a:pt x="10286" y="2546"/>
                  </a:lnTo>
                  <a:lnTo>
                    <a:pt x="10209" y="2801"/>
                  </a:lnTo>
                  <a:lnTo>
                    <a:pt x="8758" y="9089"/>
                  </a:lnTo>
                  <a:lnTo>
                    <a:pt x="8453" y="9013"/>
                  </a:lnTo>
                  <a:lnTo>
                    <a:pt x="10184" y="1503"/>
                  </a:lnTo>
                  <a:lnTo>
                    <a:pt x="10235" y="1248"/>
                  </a:lnTo>
                  <a:lnTo>
                    <a:pt x="10184" y="764"/>
                  </a:lnTo>
                  <a:lnTo>
                    <a:pt x="9980" y="357"/>
                  </a:lnTo>
                  <a:lnTo>
                    <a:pt x="9624" y="102"/>
                  </a:lnTo>
                  <a:lnTo>
                    <a:pt x="9420" y="26"/>
                  </a:lnTo>
                  <a:lnTo>
                    <a:pt x="9216" y="1"/>
                  </a:lnTo>
                  <a:close/>
                </a:path>
              </a:pathLst>
            </a:custGeom>
            <a:solidFill>
              <a:srgbClr val="F2D1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2"/>
            <p:cNvSpPr/>
            <p:nvPr/>
          </p:nvSpPr>
          <p:spPr>
            <a:xfrm>
              <a:off x="5289775" y="2714900"/>
              <a:ext cx="25" cy="675"/>
            </a:xfrm>
            <a:custGeom>
              <a:rect b="b" l="l" r="r" t="t"/>
              <a:pathLst>
                <a:path extrusionOk="0" h="27" w="1">
                  <a:moveTo>
                    <a:pt x="1" y="1"/>
                  </a:moveTo>
                  <a:lnTo>
                    <a:pt x="1" y="1"/>
                  </a:lnTo>
                  <a:lnTo>
                    <a:pt x="1" y="26"/>
                  </a:lnTo>
                  <a:lnTo>
                    <a:pt x="1" y="1"/>
                  </a:lnTo>
                  <a:lnTo>
                    <a:pt x="1"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42"/>
            <p:cNvSpPr/>
            <p:nvPr/>
          </p:nvSpPr>
          <p:spPr>
            <a:xfrm>
              <a:off x="5322875" y="2659525"/>
              <a:ext cx="191600" cy="55400"/>
            </a:xfrm>
            <a:custGeom>
              <a:rect b="b" l="l" r="r" t="t"/>
              <a:pathLst>
                <a:path extrusionOk="0" h="2216" w="7664">
                  <a:moveTo>
                    <a:pt x="128" y="1"/>
                  </a:moveTo>
                  <a:lnTo>
                    <a:pt x="1" y="485"/>
                  </a:lnTo>
                  <a:lnTo>
                    <a:pt x="7536" y="2216"/>
                  </a:lnTo>
                  <a:lnTo>
                    <a:pt x="7664" y="1732"/>
                  </a:lnTo>
                  <a:lnTo>
                    <a:pt x="6569" y="1503"/>
                  </a:lnTo>
                  <a:lnTo>
                    <a:pt x="6187" y="1401"/>
                  </a:lnTo>
                  <a:lnTo>
                    <a:pt x="4074" y="917"/>
                  </a:lnTo>
                  <a:lnTo>
                    <a:pt x="3769" y="841"/>
                  </a:lnTo>
                  <a:lnTo>
                    <a:pt x="1681" y="357"/>
                  </a:lnTo>
                  <a:lnTo>
                    <a:pt x="1655" y="357"/>
                  </a:lnTo>
                  <a:lnTo>
                    <a:pt x="1350" y="281"/>
                  </a:lnTo>
                  <a:lnTo>
                    <a:pt x="128"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2"/>
            <p:cNvSpPr/>
            <p:nvPr/>
          </p:nvSpPr>
          <p:spPr>
            <a:xfrm>
              <a:off x="5290425" y="2708550"/>
              <a:ext cx="105675" cy="159775"/>
            </a:xfrm>
            <a:custGeom>
              <a:rect b="b" l="l" r="r" t="t"/>
              <a:pathLst>
                <a:path extrusionOk="0" h="6391" w="4227">
                  <a:moveTo>
                    <a:pt x="51" y="0"/>
                  </a:moveTo>
                  <a:lnTo>
                    <a:pt x="51" y="51"/>
                  </a:lnTo>
                  <a:lnTo>
                    <a:pt x="0" y="280"/>
                  </a:lnTo>
                  <a:lnTo>
                    <a:pt x="204" y="306"/>
                  </a:lnTo>
                  <a:lnTo>
                    <a:pt x="1120" y="637"/>
                  </a:lnTo>
                  <a:lnTo>
                    <a:pt x="1833" y="1044"/>
                  </a:lnTo>
                  <a:lnTo>
                    <a:pt x="2597" y="1680"/>
                  </a:lnTo>
                  <a:lnTo>
                    <a:pt x="3234" y="2571"/>
                  </a:lnTo>
                  <a:lnTo>
                    <a:pt x="3717" y="3794"/>
                  </a:lnTo>
                  <a:lnTo>
                    <a:pt x="3870" y="5372"/>
                  </a:lnTo>
                  <a:lnTo>
                    <a:pt x="3794" y="6314"/>
                  </a:lnTo>
                  <a:lnTo>
                    <a:pt x="4099" y="6390"/>
                  </a:lnTo>
                  <a:lnTo>
                    <a:pt x="4125" y="6212"/>
                  </a:lnTo>
                  <a:lnTo>
                    <a:pt x="4226" y="5117"/>
                  </a:lnTo>
                  <a:lnTo>
                    <a:pt x="4150" y="4124"/>
                  </a:lnTo>
                  <a:lnTo>
                    <a:pt x="3895" y="3030"/>
                  </a:lnTo>
                  <a:lnTo>
                    <a:pt x="3335" y="1935"/>
                  </a:lnTo>
                  <a:lnTo>
                    <a:pt x="2393" y="968"/>
                  </a:lnTo>
                  <a:lnTo>
                    <a:pt x="1375" y="407"/>
                  </a:lnTo>
                  <a:lnTo>
                    <a:pt x="535" y="102"/>
                  </a:lnTo>
                  <a:lnTo>
                    <a:pt x="51"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42"/>
            <p:cNvSpPr/>
            <p:nvPr/>
          </p:nvSpPr>
          <p:spPr>
            <a:xfrm>
              <a:off x="5268150" y="2888650"/>
              <a:ext cx="183950" cy="84675"/>
            </a:xfrm>
            <a:custGeom>
              <a:rect b="b" l="l" r="r" t="t"/>
              <a:pathLst>
                <a:path extrusionOk="0" h="3387" w="7358">
                  <a:moveTo>
                    <a:pt x="408" y="1"/>
                  </a:moveTo>
                  <a:lnTo>
                    <a:pt x="0" y="1783"/>
                  </a:lnTo>
                  <a:lnTo>
                    <a:pt x="6950" y="3387"/>
                  </a:lnTo>
                  <a:lnTo>
                    <a:pt x="7358" y="1605"/>
                  </a:lnTo>
                  <a:lnTo>
                    <a:pt x="408"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2"/>
            <p:cNvSpPr/>
            <p:nvPr/>
          </p:nvSpPr>
          <p:spPr>
            <a:xfrm>
              <a:off x="5228050" y="2910950"/>
              <a:ext cx="238050" cy="100575"/>
            </a:xfrm>
            <a:custGeom>
              <a:rect b="b" l="l" r="r" t="t"/>
              <a:pathLst>
                <a:path extrusionOk="0" h="4023" w="9522">
                  <a:moveTo>
                    <a:pt x="459" y="0"/>
                  </a:moveTo>
                  <a:lnTo>
                    <a:pt x="0" y="1909"/>
                  </a:lnTo>
                  <a:lnTo>
                    <a:pt x="9089" y="4023"/>
                  </a:lnTo>
                  <a:lnTo>
                    <a:pt x="9522" y="2088"/>
                  </a:lnTo>
                  <a:lnTo>
                    <a:pt x="459" y="0"/>
                  </a:lnTo>
                  <a:close/>
                </a:path>
              </a:pathLst>
            </a:custGeom>
            <a:solidFill>
              <a:srgbClr val="CFE6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42"/>
            <p:cNvSpPr/>
            <p:nvPr/>
          </p:nvSpPr>
          <p:spPr>
            <a:xfrm>
              <a:off x="5206400" y="2948500"/>
              <a:ext cx="250800" cy="105675"/>
            </a:xfrm>
            <a:custGeom>
              <a:rect b="b" l="l" r="r" t="t"/>
              <a:pathLst>
                <a:path extrusionOk="0" h="4227" w="10032">
                  <a:moveTo>
                    <a:pt x="968" y="0"/>
                  </a:moveTo>
                  <a:lnTo>
                    <a:pt x="1" y="4226"/>
                  </a:lnTo>
                  <a:lnTo>
                    <a:pt x="9548" y="4226"/>
                  </a:lnTo>
                  <a:lnTo>
                    <a:pt x="10031" y="2088"/>
                  </a:lnTo>
                  <a:lnTo>
                    <a:pt x="968" y="0"/>
                  </a:lnTo>
                  <a:close/>
                </a:path>
              </a:pathLst>
            </a:custGeom>
            <a:solidFill>
              <a:srgbClr val="7DC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2" name="Google Shape;572;p42"/>
          <p:cNvSpPr txBox="1"/>
          <p:nvPr>
            <p:ph type="title"/>
          </p:nvPr>
        </p:nvSpPr>
        <p:spPr>
          <a:xfrm>
            <a:off x="653625" y="953075"/>
            <a:ext cx="5969100" cy="1217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b="0" lang="en" sz="7200"/>
              <a:t>Thank You!</a:t>
            </a:r>
            <a:endParaRPr b="0" sz="7200"/>
          </a:p>
        </p:txBody>
      </p:sp>
      <p:sp>
        <p:nvSpPr>
          <p:cNvPr id="573" name="Google Shape;573;p42"/>
          <p:cNvSpPr txBox="1"/>
          <p:nvPr>
            <p:ph idx="4294967295" type="subTitle"/>
          </p:nvPr>
        </p:nvSpPr>
        <p:spPr>
          <a:xfrm>
            <a:off x="685800" y="1868575"/>
            <a:ext cx="5937000" cy="22566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 sz="3600"/>
              <a:t>Any questions?</a:t>
            </a:r>
            <a:endParaRPr b="1" sz="3600"/>
          </a:p>
          <a:p>
            <a:pPr indent="0" lvl="0" marL="0" rtl="0" algn="l">
              <a:spcBef>
                <a:spcPts val="600"/>
              </a:spcBef>
              <a:spcAft>
                <a:spcPts val="0"/>
              </a:spcAft>
              <a:buClr>
                <a:schemeClr val="dk1"/>
              </a:buClr>
              <a:buSzPts val="1100"/>
              <a:buFont typeface="Arial"/>
              <a:buNone/>
            </a:pPr>
            <a:r>
              <a:rPr lang="en"/>
              <a:t>You can find me at</a:t>
            </a:r>
            <a:endParaRPr/>
          </a:p>
          <a:p>
            <a:pPr indent="0" lvl="0" marL="0" rtl="0" algn="l">
              <a:spcBef>
                <a:spcPts val="600"/>
              </a:spcBef>
              <a:spcAft>
                <a:spcPts val="0"/>
              </a:spcAft>
              <a:buNone/>
            </a:pPr>
            <a:r>
              <a:rPr lang="en"/>
              <a:t>kimberly.may@pccsk12.com</a:t>
            </a:r>
            <a:endParaRPr/>
          </a:p>
          <a:p>
            <a:pPr indent="0" lvl="0" marL="457200" rtl="0" algn="l">
              <a:spcBef>
                <a:spcPts val="60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43"/>
          <p:cNvSpPr txBox="1"/>
          <p:nvPr>
            <p:ph idx="4294967295" type="title"/>
          </p:nvPr>
        </p:nvSpPr>
        <p:spPr>
          <a:xfrm>
            <a:off x="653625" y="129775"/>
            <a:ext cx="5969100" cy="744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solidFill>
                  <a:srgbClr val="FFFFFF"/>
                </a:solidFill>
              </a:rPr>
              <a:t>Extra vector illustrations</a:t>
            </a:r>
            <a:endParaRPr>
              <a:solidFill>
                <a:srgbClr val="FFFFFF"/>
              </a:solidFill>
            </a:endParaRPr>
          </a:p>
        </p:txBody>
      </p:sp>
      <p:grpSp>
        <p:nvGrpSpPr>
          <p:cNvPr id="579" name="Google Shape;579;p43"/>
          <p:cNvGrpSpPr/>
          <p:nvPr/>
        </p:nvGrpSpPr>
        <p:grpSpPr>
          <a:xfrm flipH="1">
            <a:off x="336172" y="3349589"/>
            <a:ext cx="1650213" cy="1388992"/>
            <a:chOff x="5987350" y="1879850"/>
            <a:chExt cx="1395175" cy="1174325"/>
          </a:xfrm>
        </p:grpSpPr>
        <p:sp>
          <p:nvSpPr>
            <p:cNvPr id="580" name="Google Shape;580;p43"/>
            <p:cNvSpPr/>
            <p:nvPr/>
          </p:nvSpPr>
          <p:spPr>
            <a:xfrm>
              <a:off x="6143300" y="2465400"/>
              <a:ext cx="315075" cy="493925"/>
            </a:xfrm>
            <a:custGeom>
              <a:rect b="b" l="l" r="r" t="t"/>
              <a:pathLst>
                <a:path extrusionOk="0" h="19757" w="12603">
                  <a:moveTo>
                    <a:pt x="0" y="1"/>
                  </a:moveTo>
                  <a:lnTo>
                    <a:pt x="0" y="19757"/>
                  </a:lnTo>
                  <a:lnTo>
                    <a:pt x="12602" y="19757"/>
                  </a:lnTo>
                  <a:lnTo>
                    <a:pt x="12602" y="1"/>
                  </a:lnTo>
                  <a:close/>
                </a:path>
              </a:pathLst>
            </a:custGeom>
            <a:solidFill>
              <a:srgbClr val="111D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43"/>
            <p:cNvSpPr/>
            <p:nvPr/>
          </p:nvSpPr>
          <p:spPr>
            <a:xfrm>
              <a:off x="6555725" y="2465400"/>
              <a:ext cx="315075" cy="493925"/>
            </a:xfrm>
            <a:custGeom>
              <a:rect b="b" l="l" r="r" t="t"/>
              <a:pathLst>
                <a:path extrusionOk="0" h="19757" w="12603">
                  <a:moveTo>
                    <a:pt x="0" y="1"/>
                  </a:moveTo>
                  <a:lnTo>
                    <a:pt x="0" y="19757"/>
                  </a:lnTo>
                  <a:lnTo>
                    <a:pt x="12603" y="19757"/>
                  </a:lnTo>
                  <a:lnTo>
                    <a:pt x="12603" y="1"/>
                  </a:lnTo>
                  <a:close/>
                </a:path>
              </a:pathLst>
            </a:custGeom>
            <a:solidFill>
              <a:srgbClr val="111D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43"/>
            <p:cNvSpPr/>
            <p:nvPr/>
          </p:nvSpPr>
          <p:spPr>
            <a:xfrm>
              <a:off x="6112750" y="2352125"/>
              <a:ext cx="68125" cy="190950"/>
            </a:xfrm>
            <a:custGeom>
              <a:rect b="b" l="l" r="r" t="t"/>
              <a:pathLst>
                <a:path extrusionOk="0" h="7638" w="2725">
                  <a:moveTo>
                    <a:pt x="2724" y="0"/>
                  </a:moveTo>
                  <a:lnTo>
                    <a:pt x="2190" y="26"/>
                  </a:lnTo>
                  <a:lnTo>
                    <a:pt x="1197" y="433"/>
                  </a:lnTo>
                  <a:lnTo>
                    <a:pt x="458" y="1197"/>
                  </a:lnTo>
                  <a:lnTo>
                    <a:pt x="51" y="2164"/>
                  </a:lnTo>
                  <a:lnTo>
                    <a:pt x="0" y="2724"/>
                  </a:lnTo>
                  <a:lnTo>
                    <a:pt x="0" y="4914"/>
                  </a:lnTo>
                  <a:lnTo>
                    <a:pt x="51" y="5448"/>
                  </a:lnTo>
                  <a:lnTo>
                    <a:pt x="458" y="6441"/>
                  </a:lnTo>
                  <a:lnTo>
                    <a:pt x="1197" y="7180"/>
                  </a:lnTo>
                  <a:lnTo>
                    <a:pt x="2190" y="7587"/>
                  </a:lnTo>
                  <a:lnTo>
                    <a:pt x="2724" y="7638"/>
                  </a:lnTo>
                  <a:lnTo>
                    <a:pt x="2724"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43"/>
            <p:cNvSpPr/>
            <p:nvPr/>
          </p:nvSpPr>
          <p:spPr>
            <a:xfrm>
              <a:off x="6836400" y="2352125"/>
              <a:ext cx="68125" cy="190950"/>
            </a:xfrm>
            <a:custGeom>
              <a:rect b="b" l="l" r="r" t="t"/>
              <a:pathLst>
                <a:path extrusionOk="0" h="7638" w="2725">
                  <a:moveTo>
                    <a:pt x="1" y="0"/>
                  </a:moveTo>
                  <a:lnTo>
                    <a:pt x="1" y="7638"/>
                  </a:lnTo>
                  <a:lnTo>
                    <a:pt x="561" y="7587"/>
                  </a:lnTo>
                  <a:lnTo>
                    <a:pt x="1528" y="7180"/>
                  </a:lnTo>
                  <a:lnTo>
                    <a:pt x="2267" y="6441"/>
                  </a:lnTo>
                  <a:lnTo>
                    <a:pt x="2699" y="5448"/>
                  </a:lnTo>
                  <a:lnTo>
                    <a:pt x="2725" y="4914"/>
                  </a:lnTo>
                  <a:lnTo>
                    <a:pt x="2725" y="2724"/>
                  </a:lnTo>
                  <a:lnTo>
                    <a:pt x="2699" y="2164"/>
                  </a:lnTo>
                  <a:lnTo>
                    <a:pt x="2267" y="1197"/>
                  </a:lnTo>
                  <a:lnTo>
                    <a:pt x="1528" y="433"/>
                  </a:lnTo>
                  <a:lnTo>
                    <a:pt x="561" y="26"/>
                  </a:lnTo>
                  <a:lnTo>
                    <a:pt x="1"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43"/>
            <p:cNvSpPr/>
            <p:nvPr/>
          </p:nvSpPr>
          <p:spPr>
            <a:xfrm>
              <a:off x="6403600" y="2740375"/>
              <a:ext cx="210700" cy="263525"/>
            </a:xfrm>
            <a:custGeom>
              <a:rect b="b" l="l" r="r" t="t"/>
              <a:pathLst>
                <a:path extrusionOk="0" h="10541" w="8428">
                  <a:moveTo>
                    <a:pt x="1" y="0"/>
                  </a:moveTo>
                  <a:lnTo>
                    <a:pt x="1" y="10540"/>
                  </a:lnTo>
                  <a:lnTo>
                    <a:pt x="8428" y="10540"/>
                  </a:lnTo>
                  <a:lnTo>
                    <a:pt x="8428"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3"/>
            <p:cNvSpPr/>
            <p:nvPr/>
          </p:nvSpPr>
          <p:spPr>
            <a:xfrm>
              <a:off x="6157925" y="1924400"/>
              <a:ext cx="701425" cy="875825"/>
            </a:xfrm>
            <a:custGeom>
              <a:rect b="b" l="l" r="r" t="t"/>
              <a:pathLst>
                <a:path extrusionOk="0" h="35033" w="28057">
                  <a:moveTo>
                    <a:pt x="14028" y="1"/>
                  </a:moveTo>
                  <a:lnTo>
                    <a:pt x="13316" y="26"/>
                  </a:lnTo>
                  <a:lnTo>
                    <a:pt x="11890" y="179"/>
                  </a:lnTo>
                  <a:lnTo>
                    <a:pt x="10515" y="459"/>
                  </a:lnTo>
                  <a:lnTo>
                    <a:pt x="9217" y="867"/>
                  </a:lnTo>
                  <a:lnTo>
                    <a:pt x="7944" y="1401"/>
                  </a:lnTo>
                  <a:lnTo>
                    <a:pt x="6747" y="2038"/>
                  </a:lnTo>
                  <a:lnTo>
                    <a:pt x="5627" y="2801"/>
                  </a:lnTo>
                  <a:lnTo>
                    <a:pt x="4609" y="3642"/>
                  </a:lnTo>
                  <a:lnTo>
                    <a:pt x="3641" y="4609"/>
                  </a:lnTo>
                  <a:lnTo>
                    <a:pt x="2801" y="5653"/>
                  </a:lnTo>
                  <a:lnTo>
                    <a:pt x="2037" y="6773"/>
                  </a:lnTo>
                  <a:lnTo>
                    <a:pt x="1375" y="7944"/>
                  </a:lnTo>
                  <a:lnTo>
                    <a:pt x="866" y="9217"/>
                  </a:lnTo>
                  <a:lnTo>
                    <a:pt x="433" y="10541"/>
                  </a:lnTo>
                  <a:lnTo>
                    <a:pt x="153" y="11890"/>
                  </a:lnTo>
                  <a:lnTo>
                    <a:pt x="26" y="13316"/>
                  </a:lnTo>
                  <a:lnTo>
                    <a:pt x="1" y="14029"/>
                  </a:lnTo>
                  <a:lnTo>
                    <a:pt x="1" y="21004"/>
                  </a:lnTo>
                  <a:lnTo>
                    <a:pt x="26" y="21743"/>
                  </a:lnTo>
                  <a:lnTo>
                    <a:pt x="153" y="23143"/>
                  </a:lnTo>
                  <a:lnTo>
                    <a:pt x="433" y="24518"/>
                  </a:lnTo>
                  <a:lnTo>
                    <a:pt x="866" y="25842"/>
                  </a:lnTo>
                  <a:lnTo>
                    <a:pt x="1375" y="27089"/>
                  </a:lnTo>
                  <a:lnTo>
                    <a:pt x="2037" y="28286"/>
                  </a:lnTo>
                  <a:lnTo>
                    <a:pt x="2801" y="29406"/>
                  </a:lnTo>
                  <a:lnTo>
                    <a:pt x="3641" y="30450"/>
                  </a:lnTo>
                  <a:lnTo>
                    <a:pt x="4609" y="31392"/>
                  </a:lnTo>
                  <a:lnTo>
                    <a:pt x="5627" y="32257"/>
                  </a:lnTo>
                  <a:lnTo>
                    <a:pt x="6747" y="33021"/>
                  </a:lnTo>
                  <a:lnTo>
                    <a:pt x="7944" y="33657"/>
                  </a:lnTo>
                  <a:lnTo>
                    <a:pt x="9217" y="34192"/>
                  </a:lnTo>
                  <a:lnTo>
                    <a:pt x="10515" y="34599"/>
                  </a:lnTo>
                  <a:lnTo>
                    <a:pt x="11890" y="34879"/>
                  </a:lnTo>
                  <a:lnTo>
                    <a:pt x="13316" y="35032"/>
                  </a:lnTo>
                  <a:lnTo>
                    <a:pt x="14767" y="35032"/>
                  </a:lnTo>
                  <a:lnTo>
                    <a:pt x="16167" y="34879"/>
                  </a:lnTo>
                  <a:lnTo>
                    <a:pt x="17542" y="34599"/>
                  </a:lnTo>
                  <a:lnTo>
                    <a:pt x="18866" y="34192"/>
                  </a:lnTo>
                  <a:lnTo>
                    <a:pt x="20113" y="33657"/>
                  </a:lnTo>
                  <a:lnTo>
                    <a:pt x="21310" y="33021"/>
                  </a:lnTo>
                  <a:lnTo>
                    <a:pt x="22430" y="32257"/>
                  </a:lnTo>
                  <a:lnTo>
                    <a:pt x="23474" y="31392"/>
                  </a:lnTo>
                  <a:lnTo>
                    <a:pt x="24416" y="30450"/>
                  </a:lnTo>
                  <a:lnTo>
                    <a:pt x="25281" y="29406"/>
                  </a:lnTo>
                  <a:lnTo>
                    <a:pt x="26045" y="28286"/>
                  </a:lnTo>
                  <a:lnTo>
                    <a:pt x="26682" y="27089"/>
                  </a:lnTo>
                  <a:lnTo>
                    <a:pt x="27216" y="25842"/>
                  </a:lnTo>
                  <a:lnTo>
                    <a:pt x="27624" y="24518"/>
                  </a:lnTo>
                  <a:lnTo>
                    <a:pt x="27904" y="23143"/>
                  </a:lnTo>
                  <a:lnTo>
                    <a:pt x="28056" y="21743"/>
                  </a:lnTo>
                  <a:lnTo>
                    <a:pt x="28056" y="21004"/>
                  </a:lnTo>
                  <a:lnTo>
                    <a:pt x="28056" y="14029"/>
                  </a:lnTo>
                  <a:lnTo>
                    <a:pt x="28056" y="13316"/>
                  </a:lnTo>
                  <a:lnTo>
                    <a:pt x="27904" y="11890"/>
                  </a:lnTo>
                  <a:lnTo>
                    <a:pt x="27624" y="10541"/>
                  </a:lnTo>
                  <a:lnTo>
                    <a:pt x="27216" y="9217"/>
                  </a:lnTo>
                  <a:lnTo>
                    <a:pt x="26682" y="7944"/>
                  </a:lnTo>
                  <a:lnTo>
                    <a:pt x="26045" y="6773"/>
                  </a:lnTo>
                  <a:lnTo>
                    <a:pt x="25281" y="5653"/>
                  </a:lnTo>
                  <a:lnTo>
                    <a:pt x="24416" y="4609"/>
                  </a:lnTo>
                  <a:lnTo>
                    <a:pt x="23474" y="3642"/>
                  </a:lnTo>
                  <a:lnTo>
                    <a:pt x="22430" y="2801"/>
                  </a:lnTo>
                  <a:lnTo>
                    <a:pt x="21310" y="2038"/>
                  </a:lnTo>
                  <a:lnTo>
                    <a:pt x="20113" y="1401"/>
                  </a:lnTo>
                  <a:lnTo>
                    <a:pt x="18866" y="867"/>
                  </a:lnTo>
                  <a:lnTo>
                    <a:pt x="17542" y="459"/>
                  </a:lnTo>
                  <a:lnTo>
                    <a:pt x="16167" y="179"/>
                  </a:lnTo>
                  <a:lnTo>
                    <a:pt x="14767" y="26"/>
                  </a:lnTo>
                  <a:lnTo>
                    <a:pt x="14028" y="1"/>
                  </a:lnTo>
                  <a:close/>
                </a:path>
              </a:pathLst>
            </a:custGeom>
            <a:solidFill>
              <a:srgbClr val="F2D1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43"/>
            <p:cNvSpPr/>
            <p:nvPr/>
          </p:nvSpPr>
          <p:spPr>
            <a:xfrm>
              <a:off x="5987350" y="2844100"/>
              <a:ext cx="1042575" cy="210075"/>
            </a:xfrm>
            <a:custGeom>
              <a:rect b="b" l="l" r="r" t="t"/>
              <a:pathLst>
                <a:path extrusionOk="0" h="8403" w="41703">
                  <a:moveTo>
                    <a:pt x="16651" y="1"/>
                  </a:moveTo>
                  <a:lnTo>
                    <a:pt x="12323" y="154"/>
                  </a:lnTo>
                  <a:lnTo>
                    <a:pt x="11177" y="179"/>
                  </a:lnTo>
                  <a:lnTo>
                    <a:pt x="9140" y="485"/>
                  </a:lnTo>
                  <a:lnTo>
                    <a:pt x="7307" y="1070"/>
                  </a:lnTo>
                  <a:lnTo>
                    <a:pt x="5703" y="1910"/>
                  </a:lnTo>
                  <a:lnTo>
                    <a:pt x="4227" y="3005"/>
                  </a:lnTo>
                  <a:lnTo>
                    <a:pt x="2903" y="4303"/>
                  </a:lnTo>
                  <a:lnTo>
                    <a:pt x="1706" y="5805"/>
                  </a:lnTo>
                  <a:lnTo>
                    <a:pt x="561" y="7486"/>
                  </a:lnTo>
                  <a:lnTo>
                    <a:pt x="1" y="8402"/>
                  </a:lnTo>
                  <a:lnTo>
                    <a:pt x="41702" y="8402"/>
                  </a:lnTo>
                  <a:lnTo>
                    <a:pt x="41168" y="7486"/>
                  </a:lnTo>
                  <a:lnTo>
                    <a:pt x="40022" y="5805"/>
                  </a:lnTo>
                  <a:lnTo>
                    <a:pt x="38800" y="4303"/>
                  </a:lnTo>
                  <a:lnTo>
                    <a:pt x="37476" y="3005"/>
                  </a:lnTo>
                  <a:lnTo>
                    <a:pt x="36025" y="1910"/>
                  </a:lnTo>
                  <a:lnTo>
                    <a:pt x="34396" y="1070"/>
                  </a:lnTo>
                  <a:lnTo>
                    <a:pt x="32588" y="485"/>
                  </a:lnTo>
                  <a:lnTo>
                    <a:pt x="30526" y="179"/>
                  </a:lnTo>
                  <a:lnTo>
                    <a:pt x="29406" y="154"/>
                  </a:lnTo>
                  <a:lnTo>
                    <a:pt x="25078" y="1"/>
                  </a:lnTo>
                  <a:lnTo>
                    <a:pt x="25052" y="434"/>
                  </a:lnTo>
                  <a:lnTo>
                    <a:pt x="24874" y="1248"/>
                  </a:lnTo>
                  <a:lnTo>
                    <a:pt x="24568" y="2012"/>
                  </a:lnTo>
                  <a:lnTo>
                    <a:pt x="24110" y="2674"/>
                  </a:lnTo>
                  <a:lnTo>
                    <a:pt x="23550" y="3260"/>
                  </a:lnTo>
                  <a:lnTo>
                    <a:pt x="22863" y="3718"/>
                  </a:lnTo>
                  <a:lnTo>
                    <a:pt x="22124" y="4023"/>
                  </a:lnTo>
                  <a:lnTo>
                    <a:pt x="21284" y="4202"/>
                  </a:lnTo>
                  <a:lnTo>
                    <a:pt x="20419" y="4202"/>
                  </a:lnTo>
                  <a:lnTo>
                    <a:pt x="19604" y="4023"/>
                  </a:lnTo>
                  <a:lnTo>
                    <a:pt x="18840" y="3718"/>
                  </a:lnTo>
                  <a:lnTo>
                    <a:pt x="18178" y="3260"/>
                  </a:lnTo>
                  <a:lnTo>
                    <a:pt x="17593" y="2674"/>
                  </a:lnTo>
                  <a:lnTo>
                    <a:pt x="17160" y="2012"/>
                  </a:lnTo>
                  <a:lnTo>
                    <a:pt x="16829" y="1248"/>
                  </a:lnTo>
                  <a:lnTo>
                    <a:pt x="16651" y="434"/>
                  </a:lnTo>
                  <a:lnTo>
                    <a:pt x="16651" y="1"/>
                  </a:lnTo>
                  <a:close/>
                </a:path>
              </a:pathLst>
            </a:custGeom>
            <a:solidFill>
              <a:srgbClr val="CD3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43"/>
            <p:cNvSpPr/>
            <p:nvPr/>
          </p:nvSpPr>
          <p:spPr>
            <a:xfrm>
              <a:off x="6364150" y="2844100"/>
              <a:ext cx="288975" cy="149600"/>
            </a:xfrm>
            <a:custGeom>
              <a:rect b="b" l="l" r="r" t="t"/>
              <a:pathLst>
                <a:path extrusionOk="0" h="5984" w="11559">
                  <a:moveTo>
                    <a:pt x="1579" y="1"/>
                  </a:moveTo>
                  <a:lnTo>
                    <a:pt x="26" y="52"/>
                  </a:lnTo>
                  <a:lnTo>
                    <a:pt x="0" y="128"/>
                  </a:lnTo>
                  <a:lnTo>
                    <a:pt x="0" y="205"/>
                  </a:lnTo>
                  <a:lnTo>
                    <a:pt x="26" y="790"/>
                  </a:lnTo>
                  <a:lnTo>
                    <a:pt x="255" y="1910"/>
                  </a:lnTo>
                  <a:lnTo>
                    <a:pt x="688" y="2954"/>
                  </a:lnTo>
                  <a:lnTo>
                    <a:pt x="1324" y="3871"/>
                  </a:lnTo>
                  <a:lnTo>
                    <a:pt x="2113" y="4660"/>
                  </a:lnTo>
                  <a:lnTo>
                    <a:pt x="3030" y="5296"/>
                  </a:lnTo>
                  <a:lnTo>
                    <a:pt x="4074" y="5729"/>
                  </a:lnTo>
                  <a:lnTo>
                    <a:pt x="5194" y="5958"/>
                  </a:lnTo>
                  <a:lnTo>
                    <a:pt x="5779" y="5984"/>
                  </a:lnTo>
                  <a:lnTo>
                    <a:pt x="6390" y="5958"/>
                  </a:lnTo>
                  <a:lnTo>
                    <a:pt x="7511" y="5729"/>
                  </a:lnTo>
                  <a:lnTo>
                    <a:pt x="8555" y="5296"/>
                  </a:lnTo>
                  <a:lnTo>
                    <a:pt x="9471" y="4660"/>
                  </a:lnTo>
                  <a:lnTo>
                    <a:pt x="10260" y="3871"/>
                  </a:lnTo>
                  <a:lnTo>
                    <a:pt x="10871" y="2954"/>
                  </a:lnTo>
                  <a:lnTo>
                    <a:pt x="11304" y="1910"/>
                  </a:lnTo>
                  <a:lnTo>
                    <a:pt x="11533" y="790"/>
                  </a:lnTo>
                  <a:lnTo>
                    <a:pt x="11559" y="205"/>
                  </a:lnTo>
                  <a:lnTo>
                    <a:pt x="11559" y="128"/>
                  </a:lnTo>
                  <a:lnTo>
                    <a:pt x="11559" y="52"/>
                  </a:lnTo>
                  <a:lnTo>
                    <a:pt x="10006" y="1"/>
                  </a:lnTo>
                  <a:lnTo>
                    <a:pt x="9980" y="434"/>
                  </a:lnTo>
                  <a:lnTo>
                    <a:pt x="9802" y="1248"/>
                  </a:lnTo>
                  <a:lnTo>
                    <a:pt x="9496" y="2012"/>
                  </a:lnTo>
                  <a:lnTo>
                    <a:pt x="9038" y="2674"/>
                  </a:lnTo>
                  <a:lnTo>
                    <a:pt x="8478" y="3260"/>
                  </a:lnTo>
                  <a:lnTo>
                    <a:pt x="7791" y="3718"/>
                  </a:lnTo>
                  <a:lnTo>
                    <a:pt x="7052" y="4023"/>
                  </a:lnTo>
                  <a:lnTo>
                    <a:pt x="6212" y="4202"/>
                  </a:lnTo>
                  <a:lnTo>
                    <a:pt x="5347" y="4202"/>
                  </a:lnTo>
                  <a:lnTo>
                    <a:pt x="4532" y="4023"/>
                  </a:lnTo>
                  <a:lnTo>
                    <a:pt x="3768" y="3718"/>
                  </a:lnTo>
                  <a:lnTo>
                    <a:pt x="3106" y="3260"/>
                  </a:lnTo>
                  <a:lnTo>
                    <a:pt x="2521" y="2674"/>
                  </a:lnTo>
                  <a:lnTo>
                    <a:pt x="2088" y="2012"/>
                  </a:lnTo>
                  <a:lnTo>
                    <a:pt x="1757" y="1248"/>
                  </a:lnTo>
                  <a:lnTo>
                    <a:pt x="1579" y="434"/>
                  </a:lnTo>
                  <a:lnTo>
                    <a:pt x="1579" y="1"/>
                  </a:lnTo>
                  <a:close/>
                </a:path>
              </a:pathLst>
            </a:custGeom>
            <a:solidFill>
              <a:srgbClr val="F35E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43"/>
            <p:cNvSpPr/>
            <p:nvPr/>
          </p:nvSpPr>
          <p:spPr>
            <a:xfrm>
              <a:off x="6457075" y="2459675"/>
              <a:ext cx="99950" cy="119700"/>
            </a:xfrm>
            <a:custGeom>
              <a:rect b="b" l="l" r="r" t="t"/>
              <a:pathLst>
                <a:path extrusionOk="0" h="4788" w="3998">
                  <a:moveTo>
                    <a:pt x="1884" y="1"/>
                  </a:moveTo>
                  <a:lnTo>
                    <a:pt x="1655" y="306"/>
                  </a:lnTo>
                  <a:lnTo>
                    <a:pt x="1553" y="586"/>
                  </a:lnTo>
                  <a:lnTo>
                    <a:pt x="0" y="4252"/>
                  </a:lnTo>
                  <a:lnTo>
                    <a:pt x="0" y="4303"/>
                  </a:lnTo>
                  <a:lnTo>
                    <a:pt x="0" y="4354"/>
                  </a:lnTo>
                  <a:lnTo>
                    <a:pt x="484" y="4558"/>
                  </a:lnTo>
                  <a:lnTo>
                    <a:pt x="1477" y="4787"/>
                  </a:lnTo>
                  <a:lnTo>
                    <a:pt x="2495" y="4787"/>
                  </a:lnTo>
                  <a:lnTo>
                    <a:pt x="3514" y="4558"/>
                  </a:lnTo>
                  <a:lnTo>
                    <a:pt x="3997" y="4354"/>
                  </a:lnTo>
                  <a:lnTo>
                    <a:pt x="3997" y="4303"/>
                  </a:lnTo>
                  <a:lnTo>
                    <a:pt x="3972" y="4252"/>
                  </a:lnTo>
                  <a:lnTo>
                    <a:pt x="2419" y="586"/>
                  </a:lnTo>
                  <a:lnTo>
                    <a:pt x="2343" y="306"/>
                  </a:lnTo>
                  <a:lnTo>
                    <a:pt x="2113" y="1"/>
                  </a:lnTo>
                  <a:close/>
                </a:path>
              </a:pathLst>
            </a:custGeom>
            <a:solidFill>
              <a:srgbClr val="FEEB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3"/>
            <p:cNvSpPr/>
            <p:nvPr/>
          </p:nvSpPr>
          <p:spPr>
            <a:xfrm>
              <a:off x="6457075" y="2568525"/>
              <a:ext cx="99950" cy="38200"/>
            </a:xfrm>
            <a:custGeom>
              <a:rect b="b" l="l" r="r" t="t"/>
              <a:pathLst>
                <a:path extrusionOk="0" h="1528" w="3998">
                  <a:moveTo>
                    <a:pt x="0" y="0"/>
                  </a:moveTo>
                  <a:lnTo>
                    <a:pt x="0" y="306"/>
                  </a:lnTo>
                  <a:lnTo>
                    <a:pt x="331" y="840"/>
                  </a:lnTo>
                  <a:lnTo>
                    <a:pt x="917" y="1273"/>
                  </a:lnTo>
                  <a:lnTo>
                    <a:pt x="1553" y="1502"/>
                  </a:lnTo>
                  <a:lnTo>
                    <a:pt x="1833" y="1528"/>
                  </a:lnTo>
                  <a:lnTo>
                    <a:pt x="2139" y="1528"/>
                  </a:lnTo>
                  <a:lnTo>
                    <a:pt x="2419" y="1502"/>
                  </a:lnTo>
                  <a:lnTo>
                    <a:pt x="3081" y="1273"/>
                  </a:lnTo>
                  <a:lnTo>
                    <a:pt x="3641" y="840"/>
                  </a:lnTo>
                  <a:lnTo>
                    <a:pt x="3997" y="306"/>
                  </a:lnTo>
                  <a:lnTo>
                    <a:pt x="3997" y="0"/>
                  </a:lnTo>
                  <a:lnTo>
                    <a:pt x="3514" y="204"/>
                  </a:lnTo>
                  <a:lnTo>
                    <a:pt x="2495" y="433"/>
                  </a:lnTo>
                  <a:lnTo>
                    <a:pt x="1477" y="433"/>
                  </a:lnTo>
                  <a:lnTo>
                    <a:pt x="484" y="204"/>
                  </a:lnTo>
                  <a:lnTo>
                    <a:pt x="0"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43"/>
            <p:cNvSpPr/>
            <p:nvPr/>
          </p:nvSpPr>
          <p:spPr>
            <a:xfrm>
              <a:off x="6255300" y="2522700"/>
              <a:ext cx="146425" cy="68750"/>
            </a:xfrm>
            <a:custGeom>
              <a:rect b="b" l="l" r="r" t="t"/>
              <a:pathLst>
                <a:path extrusionOk="0" h="2750" w="5857">
                  <a:moveTo>
                    <a:pt x="1376" y="0"/>
                  </a:moveTo>
                  <a:lnTo>
                    <a:pt x="1096" y="26"/>
                  </a:lnTo>
                  <a:lnTo>
                    <a:pt x="612" y="229"/>
                  </a:lnTo>
                  <a:lnTo>
                    <a:pt x="230" y="586"/>
                  </a:lnTo>
                  <a:lnTo>
                    <a:pt x="26" y="1095"/>
                  </a:lnTo>
                  <a:lnTo>
                    <a:pt x="1" y="1375"/>
                  </a:lnTo>
                  <a:lnTo>
                    <a:pt x="26" y="1655"/>
                  </a:lnTo>
                  <a:lnTo>
                    <a:pt x="230" y="2139"/>
                  </a:lnTo>
                  <a:lnTo>
                    <a:pt x="612" y="2521"/>
                  </a:lnTo>
                  <a:lnTo>
                    <a:pt x="1096" y="2724"/>
                  </a:lnTo>
                  <a:lnTo>
                    <a:pt x="1376" y="2750"/>
                  </a:lnTo>
                  <a:lnTo>
                    <a:pt x="4482" y="2750"/>
                  </a:lnTo>
                  <a:lnTo>
                    <a:pt x="4762" y="2724"/>
                  </a:lnTo>
                  <a:lnTo>
                    <a:pt x="5245" y="2521"/>
                  </a:lnTo>
                  <a:lnTo>
                    <a:pt x="5627" y="2139"/>
                  </a:lnTo>
                  <a:lnTo>
                    <a:pt x="5831" y="1655"/>
                  </a:lnTo>
                  <a:lnTo>
                    <a:pt x="5856" y="1375"/>
                  </a:lnTo>
                  <a:lnTo>
                    <a:pt x="5831" y="1095"/>
                  </a:lnTo>
                  <a:lnTo>
                    <a:pt x="5627" y="586"/>
                  </a:lnTo>
                  <a:lnTo>
                    <a:pt x="5245" y="229"/>
                  </a:lnTo>
                  <a:lnTo>
                    <a:pt x="4762" y="26"/>
                  </a:lnTo>
                  <a:lnTo>
                    <a:pt x="4482" y="0"/>
                  </a:lnTo>
                  <a:close/>
                </a:path>
              </a:pathLst>
            </a:custGeom>
            <a:solidFill>
              <a:srgbClr val="F1AA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43"/>
            <p:cNvSpPr/>
            <p:nvPr/>
          </p:nvSpPr>
          <p:spPr>
            <a:xfrm>
              <a:off x="6616200" y="2522700"/>
              <a:ext cx="145775" cy="68750"/>
            </a:xfrm>
            <a:custGeom>
              <a:rect b="b" l="l" r="r" t="t"/>
              <a:pathLst>
                <a:path extrusionOk="0" h="2750" w="5831">
                  <a:moveTo>
                    <a:pt x="1375" y="0"/>
                  </a:moveTo>
                  <a:lnTo>
                    <a:pt x="1095" y="26"/>
                  </a:lnTo>
                  <a:lnTo>
                    <a:pt x="586" y="229"/>
                  </a:lnTo>
                  <a:lnTo>
                    <a:pt x="229" y="586"/>
                  </a:lnTo>
                  <a:lnTo>
                    <a:pt x="25" y="1095"/>
                  </a:lnTo>
                  <a:lnTo>
                    <a:pt x="0" y="1375"/>
                  </a:lnTo>
                  <a:lnTo>
                    <a:pt x="25" y="1655"/>
                  </a:lnTo>
                  <a:lnTo>
                    <a:pt x="229" y="2139"/>
                  </a:lnTo>
                  <a:lnTo>
                    <a:pt x="586" y="2521"/>
                  </a:lnTo>
                  <a:lnTo>
                    <a:pt x="1095" y="2724"/>
                  </a:lnTo>
                  <a:lnTo>
                    <a:pt x="1375" y="2750"/>
                  </a:lnTo>
                  <a:lnTo>
                    <a:pt x="4455" y="2750"/>
                  </a:lnTo>
                  <a:lnTo>
                    <a:pt x="4735" y="2724"/>
                  </a:lnTo>
                  <a:lnTo>
                    <a:pt x="5245" y="2521"/>
                  </a:lnTo>
                  <a:lnTo>
                    <a:pt x="5601" y="2139"/>
                  </a:lnTo>
                  <a:lnTo>
                    <a:pt x="5805" y="1655"/>
                  </a:lnTo>
                  <a:lnTo>
                    <a:pt x="5830" y="1375"/>
                  </a:lnTo>
                  <a:lnTo>
                    <a:pt x="5805" y="1095"/>
                  </a:lnTo>
                  <a:lnTo>
                    <a:pt x="5601" y="586"/>
                  </a:lnTo>
                  <a:lnTo>
                    <a:pt x="5245" y="229"/>
                  </a:lnTo>
                  <a:lnTo>
                    <a:pt x="4735" y="26"/>
                  </a:lnTo>
                  <a:lnTo>
                    <a:pt x="4455" y="0"/>
                  </a:lnTo>
                  <a:close/>
                </a:path>
              </a:pathLst>
            </a:custGeom>
            <a:solidFill>
              <a:srgbClr val="F1AA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43"/>
            <p:cNvSpPr/>
            <p:nvPr/>
          </p:nvSpPr>
          <p:spPr>
            <a:xfrm>
              <a:off x="6112750" y="1879850"/>
              <a:ext cx="791775" cy="541675"/>
            </a:xfrm>
            <a:custGeom>
              <a:rect b="b" l="l" r="r" t="t"/>
              <a:pathLst>
                <a:path extrusionOk="0" h="21667" w="31671">
                  <a:moveTo>
                    <a:pt x="15021" y="1"/>
                  </a:moveTo>
                  <a:lnTo>
                    <a:pt x="13442" y="154"/>
                  </a:lnTo>
                  <a:lnTo>
                    <a:pt x="11889" y="485"/>
                  </a:lnTo>
                  <a:lnTo>
                    <a:pt x="10413" y="943"/>
                  </a:lnTo>
                  <a:lnTo>
                    <a:pt x="8987" y="1554"/>
                  </a:lnTo>
                  <a:lnTo>
                    <a:pt x="7638" y="2267"/>
                  </a:lnTo>
                  <a:lnTo>
                    <a:pt x="6365" y="3132"/>
                  </a:lnTo>
                  <a:lnTo>
                    <a:pt x="5194" y="4100"/>
                  </a:lnTo>
                  <a:lnTo>
                    <a:pt x="4124" y="5169"/>
                  </a:lnTo>
                  <a:lnTo>
                    <a:pt x="3157" y="6340"/>
                  </a:lnTo>
                  <a:lnTo>
                    <a:pt x="2291" y="7613"/>
                  </a:lnTo>
                  <a:lnTo>
                    <a:pt x="1579" y="8962"/>
                  </a:lnTo>
                  <a:lnTo>
                    <a:pt x="968" y="10388"/>
                  </a:lnTo>
                  <a:lnTo>
                    <a:pt x="509" y="11865"/>
                  </a:lnTo>
                  <a:lnTo>
                    <a:pt x="178" y="13418"/>
                  </a:lnTo>
                  <a:lnTo>
                    <a:pt x="26" y="14996"/>
                  </a:lnTo>
                  <a:lnTo>
                    <a:pt x="0" y="15811"/>
                  </a:lnTo>
                  <a:lnTo>
                    <a:pt x="0" y="21463"/>
                  </a:lnTo>
                  <a:lnTo>
                    <a:pt x="357" y="21513"/>
                  </a:lnTo>
                  <a:lnTo>
                    <a:pt x="1146" y="21437"/>
                  </a:lnTo>
                  <a:lnTo>
                    <a:pt x="2037" y="21132"/>
                  </a:lnTo>
                  <a:lnTo>
                    <a:pt x="2953" y="20673"/>
                  </a:lnTo>
                  <a:lnTo>
                    <a:pt x="4303" y="19757"/>
                  </a:lnTo>
                  <a:lnTo>
                    <a:pt x="5856" y="18306"/>
                  </a:lnTo>
                  <a:lnTo>
                    <a:pt x="6416" y="17593"/>
                  </a:lnTo>
                  <a:lnTo>
                    <a:pt x="6899" y="10515"/>
                  </a:lnTo>
                  <a:lnTo>
                    <a:pt x="10846" y="16727"/>
                  </a:lnTo>
                  <a:lnTo>
                    <a:pt x="11431" y="17160"/>
                  </a:lnTo>
                  <a:lnTo>
                    <a:pt x="13417" y="18077"/>
                  </a:lnTo>
                  <a:lnTo>
                    <a:pt x="16065" y="19019"/>
                  </a:lnTo>
                  <a:lnTo>
                    <a:pt x="19171" y="19910"/>
                  </a:lnTo>
                  <a:lnTo>
                    <a:pt x="22455" y="20699"/>
                  </a:lnTo>
                  <a:lnTo>
                    <a:pt x="25663" y="21284"/>
                  </a:lnTo>
                  <a:lnTo>
                    <a:pt x="28539" y="21641"/>
                  </a:lnTo>
                  <a:lnTo>
                    <a:pt x="30856" y="21666"/>
                  </a:lnTo>
                  <a:lnTo>
                    <a:pt x="31671" y="21513"/>
                  </a:lnTo>
                  <a:lnTo>
                    <a:pt x="31671" y="15811"/>
                  </a:lnTo>
                  <a:lnTo>
                    <a:pt x="31645" y="14996"/>
                  </a:lnTo>
                  <a:lnTo>
                    <a:pt x="31493" y="13418"/>
                  </a:lnTo>
                  <a:lnTo>
                    <a:pt x="31187" y="11865"/>
                  </a:lnTo>
                  <a:lnTo>
                    <a:pt x="30703" y="10388"/>
                  </a:lnTo>
                  <a:lnTo>
                    <a:pt x="30118" y="8962"/>
                  </a:lnTo>
                  <a:lnTo>
                    <a:pt x="29380" y="7613"/>
                  </a:lnTo>
                  <a:lnTo>
                    <a:pt x="28514" y="6340"/>
                  </a:lnTo>
                  <a:lnTo>
                    <a:pt x="27547" y="5169"/>
                  </a:lnTo>
                  <a:lnTo>
                    <a:pt x="26477" y="4100"/>
                  </a:lnTo>
                  <a:lnTo>
                    <a:pt x="25306" y="3132"/>
                  </a:lnTo>
                  <a:lnTo>
                    <a:pt x="24059" y="2267"/>
                  </a:lnTo>
                  <a:lnTo>
                    <a:pt x="22709" y="1554"/>
                  </a:lnTo>
                  <a:lnTo>
                    <a:pt x="21284" y="943"/>
                  </a:lnTo>
                  <a:lnTo>
                    <a:pt x="19807" y="485"/>
                  </a:lnTo>
                  <a:lnTo>
                    <a:pt x="18254" y="154"/>
                  </a:lnTo>
                  <a:lnTo>
                    <a:pt x="16650" y="1"/>
                  </a:lnTo>
                  <a:close/>
                </a:path>
              </a:pathLst>
            </a:custGeom>
            <a:solidFill>
              <a:srgbClr val="111D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43"/>
            <p:cNvSpPr/>
            <p:nvPr/>
          </p:nvSpPr>
          <p:spPr>
            <a:xfrm>
              <a:off x="6273125" y="2341925"/>
              <a:ext cx="110775" cy="22300"/>
            </a:xfrm>
            <a:custGeom>
              <a:rect b="b" l="l" r="r" t="t"/>
              <a:pathLst>
                <a:path extrusionOk="0" fill="none" h="892" w="4431">
                  <a:moveTo>
                    <a:pt x="4431" y="892"/>
                  </a:moveTo>
                  <a:lnTo>
                    <a:pt x="4176" y="663"/>
                  </a:lnTo>
                  <a:lnTo>
                    <a:pt x="3667" y="332"/>
                  </a:lnTo>
                  <a:lnTo>
                    <a:pt x="2801" y="1"/>
                  </a:lnTo>
                  <a:lnTo>
                    <a:pt x="1605" y="1"/>
                  </a:lnTo>
                  <a:lnTo>
                    <a:pt x="764" y="332"/>
                  </a:lnTo>
                  <a:lnTo>
                    <a:pt x="230" y="663"/>
                  </a:lnTo>
                  <a:lnTo>
                    <a:pt x="1" y="892"/>
                  </a:lnTo>
                </a:path>
              </a:pathLst>
            </a:custGeom>
            <a:noFill/>
            <a:ln cap="rnd" cmpd="sng" w="21000">
              <a:solidFill>
                <a:srgbClr val="1F2F45"/>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43"/>
            <p:cNvSpPr/>
            <p:nvPr/>
          </p:nvSpPr>
          <p:spPr>
            <a:xfrm>
              <a:off x="6446875" y="2657625"/>
              <a:ext cx="123500" cy="35675"/>
            </a:xfrm>
            <a:custGeom>
              <a:rect b="b" l="l" r="r" t="t"/>
              <a:pathLst>
                <a:path extrusionOk="0" h="1427" w="4940">
                  <a:moveTo>
                    <a:pt x="1" y="0"/>
                  </a:moveTo>
                  <a:lnTo>
                    <a:pt x="154" y="306"/>
                  </a:lnTo>
                  <a:lnTo>
                    <a:pt x="612" y="815"/>
                  </a:lnTo>
                  <a:lnTo>
                    <a:pt x="1274" y="1197"/>
                  </a:lnTo>
                  <a:lnTo>
                    <a:pt x="2038" y="1426"/>
                  </a:lnTo>
                  <a:lnTo>
                    <a:pt x="2903" y="1426"/>
                  </a:lnTo>
                  <a:lnTo>
                    <a:pt x="3667" y="1222"/>
                  </a:lnTo>
                  <a:lnTo>
                    <a:pt x="4329" y="841"/>
                  </a:lnTo>
                  <a:lnTo>
                    <a:pt x="4787" y="331"/>
                  </a:lnTo>
                  <a:lnTo>
                    <a:pt x="4940" y="26"/>
                  </a:lnTo>
                  <a:lnTo>
                    <a:pt x="1" y="0"/>
                  </a:lnTo>
                  <a:close/>
                </a:path>
              </a:pathLst>
            </a:custGeom>
            <a:solidFill>
              <a:srgbClr val="E157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43"/>
            <p:cNvSpPr/>
            <p:nvPr/>
          </p:nvSpPr>
          <p:spPr>
            <a:xfrm>
              <a:off x="6621925" y="2429125"/>
              <a:ext cx="130500" cy="66850"/>
            </a:xfrm>
            <a:custGeom>
              <a:rect b="b" l="l" r="r" t="t"/>
              <a:pathLst>
                <a:path extrusionOk="0" h="2674" w="5220">
                  <a:moveTo>
                    <a:pt x="2852" y="1"/>
                  </a:moveTo>
                  <a:lnTo>
                    <a:pt x="2291" y="103"/>
                  </a:lnTo>
                  <a:lnTo>
                    <a:pt x="1782" y="281"/>
                  </a:lnTo>
                  <a:lnTo>
                    <a:pt x="942" y="866"/>
                  </a:lnTo>
                  <a:lnTo>
                    <a:pt x="102" y="1808"/>
                  </a:lnTo>
                  <a:lnTo>
                    <a:pt x="0" y="1987"/>
                  </a:lnTo>
                  <a:lnTo>
                    <a:pt x="204" y="2114"/>
                  </a:lnTo>
                  <a:lnTo>
                    <a:pt x="1375" y="2547"/>
                  </a:lnTo>
                  <a:lnTo>
                    <a:pt x="2393" y="2674"/>
                  </a:lnTo>
                  <a:lnTo>
                    <a:pt x="2928" y="2572"/>
                  </a:lnTo>
                  <a:lnTo>
                    <a:pt x="3437" y="2394"/>
                  </a:lnTo>
                  <a:lnTo>
                    <a:pt x="4303" y="1808"/>
                  </a:lnTo>
                  <a:lnTo>
                    <a:pt x="5117" y="866"/>
                  </a:lnTo>
                  <a:lnTo>
                    <a:pt x="5219" y="663"/>
                  </a:lnTo>
                  <a:lnTo>
                    <a:pt x="5041" y="561"/>
                  </a:lnTo>
                  <a:lnTo>
                    <a:pt x="3870" y="103"/>
                  </a:lnTo>
                  <a:lnTo>
                    <a:pt x="2852"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43"/>
            <p:cNvSpPr/>
            <p:nvPr/>
          </p:nvSpPr>
          <p:spPr>
            <a:xfrm>
              <a:off x="6261675" y="2429125"/>
              <a:ext cx="129875" cy="66850"/>
            </a:xfrm>
            <a:custGeom>
              <a:rect b="b" l="l" r="r" t="t"/>
              <a:pathLst>
                <a:path extrusionOk="0" h="2674" w="5195">
                  <a:moveTo>
                    <a:pt x="2368" y="1"/>
                  </a:moveTo>
                  <a:lnTo>
                    <a:pt x="1350" y="103"/>
                  </a:lnTo>
                  <a:lnTo>
                    <a:pt x="179" y="561"/>
                  </a:lnTo>
                  <a:lnTo>
                    <a:pt x="0" y="663"/>
                  </a:lnTo>
                  <a:lnTo>
                    <a:pt x="102" y="866"/>
                  </a:lnTo>
                  <a:lnTo>
                    <a:pt x="917" y="1808"/>
                  </a:lnTo>
                  <a:lnTo>
                    <a:pt x="1757" y="2394"/>
                  </a:lnTo>
                  <a:lnTo>
                    <a:pt x="2292" y="2572"/>
                  </a:lnTo>
                  <a:lnTo>
                    <a:pt x="2826" y="2674"/>
                  </a:lnTo>
                  <a:lnTo>
                    <a:pt x="3845" y="2547"/>
                  </a:lnTo>
                  <a:lnTo>
                    <a:pt x="5016" y="2114"/>
                  </a:lnTo>
                  <a:lnTo>
                    <a:pt x="5194" y="1987"/>
                  </a:lnTo>
                  <a:lnTo>
                    <a:pt x="5092" y="1808"/>
                  </a:lnTo>
                  <a:lnTo>
                    <a:pt x="4278" y="866"/>
                  </a:lnTo>
                  <a:lnTo>
                    <a:pt x="3437" y="281"/>
                  </a:lnTo>
                  <a:lnTo>
                    <a:pt x="2903" y="103"/>
                  </a:lnTo>
                  <a:lnTo>
                    <a:pt x="2368"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43"/>
            <p:cNvSpPr/>
            <p:nvPr/>
          </p:nvSpPr>
          <p:spPr>
            <a:xfrm>
              <a:off x="6294775" y="2438675"/>
              <a:ext cx="26750" cy="26750"/>
            </a:xfrm>
            <a:custGeom>
              <a:rect b="b" l="l" r="r" t="t"/>
              <a:pathLst>
                <a:path extrusionOk="0" h="1070" w="1070">
                  <a:moveTo>
                    <a:pt x="535" y="1"/>
                  </a:moveTo>
                  <a:lnTo>
                    <a:pt x="306" y="26"/>
                  </a:lnTo>
                  <a:lnTo>
                    <a:pt x="26" y="332"/>
                  </a:lnTo>
                  <a:lnTo>
                    <a:pt x="0" y="535"/>
                  </a:lnTo>
                  <a:lnTo>
                    <a:pt x="26" y="739"/>
                  </a:lnTo>
                  <a:lnTo>
                    <a:pt x="306" y="1044"/>
                  </a:lnTo>
                  <a:lnTo>
                    <a:pt x="535" y="1070"/>
                  </a:lnTo>
                  <a:lnTo>
                    <a:pt x="739" y="1044"/>
                  </a:lnTo>
                  <a:lnTo>
                    <a:pt x="1019" y="739"/>
                  </a:lnTo>
                  <a:lnTo>
                    <a:pt x="1070" y="535"/>
                  </a:lnTo>
                  <a:lnTo>
                    <a:pt x="1019" y="332"/>
                  </a:lnTo>
                  <a:lnTo>
                    <a:pt x="739" y="26"/>
                  </a:lnTo>
                  <a:lnTo>
                    <a:pt x="53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43"/>
            <p:cNvSpPr/>
            <p:nvPr/>
          </p:nvSpPr>
          <p:spPr>
            <a:xfrm>
              <a:off x="6660750" y="2445050"/>
              <a:ext cx="26750" cy="26125"/>
            </a:xfrm>
            <a:custGeom>
              <a:rect b="b" l="l" r="r" t="t"/>
              <a:pathLst>
                <a:path extrusionOk="0" h="1045" w="1070">
                  <a:moveTo>
                    <a:pt x="535" y="0"/>
                  </a:moveTo>
                  <a:lnTo>
                    <a:pt x="306" y="26"/>
                  </a:lnTo>
                  <a:lnTo>
                    <a:pt x="26" y="306"/>
                  </a:lnTo>
                  <a:lnTo>
                    <a:pt x="0" y="509"/>
                  </a:lnTo>
                  <a:lnTo>
                    <a:pt x="26" y="739"/>
                  </a:lnTo>
                  <a:lnTo>
                    <a:pt x="306" y="1019"/>
                  </a:lnTo>
                  <a:lnTo>
                    <a:pt x="535" y="1044"/>
                  </a:lnTo>
                  <a:lnTo>
                    <a:pt x="738" y="1019"/>
                  </a:lnTo>
                  <a:lnTo>
                    <a:pt x="1019" y="739"/>
                  </a:lnTo>
                  <a:lnTo>
                    <a:pt x="1069" y="509"/>
                  </a:lnTo>
                  <a:lnTo>
                    <a:pt x="1019" y="306"/>
                  </a:lnTo>
                  <a:lnTo>
                    <a:pt x="738"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3"/>
            <p:cNvSpPr/>
            <p:nvPr/>
          </p:nvSpPr>
          <p:spPr>
            <a:xfrm>
              <a:off x="7025450" y="2455225"/>
              <a:ext cx="357075" cy="586225"/>
            </a:xfrm>
            <a:custGeom>
              <a:rect b="b" l="l" r="r" t="t"/>
              <a:pathLst>
                <a:path extrusionOk="0" h="23449" w="14283">
                  <a:moveTo>
                    <a:pt x="9216" y="1"/>
                  </a:moveTo>
                  <a:lnTo>
                    <a:pt x="8783" y="102"/>
                  </a:lnTo>
                  <a:lnTo>
                    <a:pt x="8427" y="357"/>
                  </a:lnTo>
                  <a:lnTo>
                    <a:pt x="8172" y="764"/>
                  </a:lnTo>
                  <a:lnTo>
                    <a:pt x="8096" y="993"/>
                  </a:lnTo>
                  <a:lnTo>
                    <a:pt x="6365" y="8529"/>
                  </a:lnTo>
                  <a:lnTo>
                    <a:pt x="6059" y="8453"/>
                  </a:lnTo>
                  <a:lnTo>
                    <a:pt x="7587" y="1757"/>
                  </a:lnTo>
                  <a:lnTo>
                    <a:pt x="7638" y="1503"/>
                  </a:lnTo>
                  <a:lnTo>
                    <a:pt x="7587" y="1044"/>
                  </a:lnTo>
                  <a:lnTo>
                    <a:pt x="7383" y="637"/>
                  </a:lnTo>
                  <a:lnTo>
                    <a:pt x="7027" y="357"/>
                  </a:lnTo>
                  <a:lnTo>
                    <a:pt x="6823" y="306"/>
                  </a:lnTo>
                  <a:lnTo>
                    <a:pt x="6619" y="255"/>
                  </a:lnTo>
                  <a:lnTo>
                    <a:pt x="6187" y="357"/>
                  </a:lnTo>
                  <a:lnTo>
                    <a:pt x="5830" y="637"/>
                  </a:lnTo>
                  <a:lnTo>
                    <a:pt x="5576" y="1019"/>
                  </a:lnTo>
                  <a:lnTo>
                    <a:pt x="5499" y="1273"/>
                  </a:lnTo>
                  <a:lnTo>
                    <a:pt x="3386" y="10439"/>
                  </a:lnTo>
                  <a:lnTo>
                    <a:pt x="3157" y="9548"/>
                  </a:lnTo>
                  <a:lnTo>
                    <a:pt x="2648" y="8173"/>
                  </a:lnTo>
                  <a:lnTo>
                    <a:pt x="2139" y="7231"/>
                  </a:lnTo>
                  <a:lnTo>
                    <a:pt x="1629" y="6594"/>
                  </a:lnTo>
                  <a:lnTo>
                    <a:pt x="968" y="6111"/>
                  </a:lnTo>
                  <a:lnTo>
                    <a:pt x="382" y="6034"/>
                  </a:lnTo>
                  <a:lnTo>
                    <a:pt x="331" y="6060"/>
                  </a:lnTo>
                  <a:lnTo>
                    <a:pt x="178" y="6136"/>
                  </a:lnTo>
                  <a:lnTo>
                    <a:pt x="0" y="6442"/>
                  </a:lnTo>
                  <a:lnTo>
                    <a:pt x="0" y="6951"/>
                  </a:lnTo>
                  <a:lnTo>
                    <a:pt x="26" y="7078"/>
                  </a:lnTo>
                  <a:lnTo>
                    <a:pt x="560" y="10006"/>
                  </a:lnTo>
                  <a:lnTo>
                    <a:pt x="1171" y="13494"/>
                  </a:lnTo>
                  <a:lnTo>
                    <a:pt x="1222" y="13901"/>
                  </a:lnTo>
                  <a:lnTo>
                    <a:pt x="1426" y="14563"/>
                  </a:lnTo>
                  <a:lnTo>
                    <a:pt x="1909" y="15327"/>
                  </a:lnTo>
                  <a:lnTo>
                    <a:pt x="2953" y="16116"/>
                  </a:lnTo>
                  <a:lnTo>
                    <a:pt x="3157" y="16192"/>
                  </a:lnTo>
                  <a:lnTo>
                    <a:pt x="1859" y="21844"/>
                  </a:lnTo>
                  <a:lnTo>
                    <a:pt x="8809" y="23448"/>
                  </a:lnTo>
                  <a:lnTo>
                    <a:pt x="10158" y="17694"/>
                  </a:lnTo>
                  <a:lnTo>
                    <a:pt x="10285" y="17694"/>
                  </a:lnTo>
                  <a:lnTo>
                    <a:pt x="10718" y="17618"/>
                  </a:lnTo>
                  <a:lnTo>
                    <a:pt x="11202" y="17338"/>
                  </a:lnTo>
                  <a:lnTo>
                    <a:pt x="11635" y="16803"/>
                  </a:lnTo>
                  <a:lnTo>
                    <a:pt x="11762" y="16396"/>
                  </a:lnTo>
                  <a:lnTo>
                    <a:pt x="12093" y="14970"/>
                  </a:lnTo>
                  <a:lnTo>
                    <a:pt x="12831" y="11737"/>
                  </a:lnTo>
                  <a:lnTo>
                    <a:pt x="13086" y="10617"/>
                  </a:lnTo>
                  <a:lnTo>
                    <a:pt x="13213" y="10108"/>
                  </a:lnTo>
                  <a:lnTo>
                    <a:pt x="14232" y="5652"/>
                  </a:lnTo>
                  <a:lnTo>
                    <a:pt x="14282" y="5423"/>
                  </a:lnTo>
                  <a:lnTo>
                    <a:pt x="14232" y="4965"/>
                  </a:lnTo>
                  <a:lnTo>
                    <a:pt x="14028" y="4609"/>
                  </a:lnTo>
                  <a:lnTo>
                    <a:pt x="13722" y="4354"/>
                  </a:lnTo>
                  <a:lnTo>
                    <a:pt x="13519" y="4303"/>
                  </a:lnTo>
                  <a:lnTo>
                    <a:pt x="13315" y="4252"/>
                  </a:lnTo>
                  <a:lnTo>
                    <a:pt x="12933" y="4354"/>
                  </a:lnTo>
                  <a:lnTo>
                    <a:pt x="12602" y="4609"/>
                  </a:lnTo>
                  <a:lnTo>
                    <a:pt x="12373" y="4965"/>
                  </a:lnTo>
                  <a:lnTo>
                    <a:pt x="12297" y="5194"/>
                  </a:lnTo>
                  <a:lnTo>
                    <a:pt x="11253" y="9675"/>
                  </a:lnTo>
                  <a:lnTo>
                    <a:pt x="10871" y="9573"/>
                  </a:lnTo>
                  <a:lnTo>
                    <a:pt x="12322" y="3285"/>
                  </a:lnTo>
                  <a:lnTo>
                    <a:pt x="12373" y="3030"/>
                  </a:lnTo>
                  <a:lnTo>
                    <a:pt x="12322" y="2572"/>
                  </a:lnTo>
                  <a:lnTo>
                    <a:pt x="12093" y="2165"/>
                  </a:lnTo>
                  <a:lnTo>
                    <a:pt x="11762" y="1884"/>
                  </a:lnTo>
                  <a:lnTo>
                    <a:pt x="11558" y="1834"/>
                  </a:lnTo>
                  <a:lnTo>
                    <a:pt x="11329" y="1783"/>
                  </a:lnTo>
                  <a:lnTo>
                    <a:pt x="10922" y="1884"/>
                  </a:lnTo>
                  <a:lnTo>
                    <a:pt x="10565" y="2165"/>
                  </a:lnTo>
                  <a:lnTo>
                    <a:pt x="10285" y="2546"/>
                  </a:lnTo>
                  <a:lnTo>
                    <a:pt x="10235" y="2801"/>
                  </a:lnTo>
                  <a:lnTo>
                    <a:pt x="8783" y="9089"/>
                  </a:lnTo>
                  <a:lnTo>
                    <a:pt x="8452" y="9013"/>
                  </a:lnTo>
                  <a:lnTo>
                    <a:pt x="10209" y="1503"/>
                  </a:lnTo>
                  <a:lnTo>
                    <a:pt x="10235" y="1248"/>
                  </a:lnTo>
                  <a:lnTo>
                    <a:pt x="10184" y="764"/>
                  </a:lnTo>
                  <a:lnTo>
                    <a:pt x="9980" y="357"/>
                  </a:lnTo>
                  <a:lnTo>
                    <a:pt x="9649" y="102"/>
                  </a:lnTo>
                  <a:lnTo>
                    <a:pt x="9420" y="26"/>
                  </a:lnTo>
                  <a:lnTo>
                    <a:pt x="9216" y="1"/>
                  </a:lnTo>
                  <a:close/>
                </a:path>
              </a:pathLst>
            </a:custGeom>
            <a:solidFill>
              <a:srgbClr val="F2D1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43"/>
            <p:cNvSpPr/>
            <p:nvPr/>
          </p:nvSpPr>
          <p:spPr>
            <a:xfrm>
              <a:off x="7109450" y="2714900"/>
              <a:ext cx="675" cy="675"/>
            </a:xfrm>
            <a:custGeom>
              <a:rect b="b" l="l" r="r" t="t"/>
              <a:pathLst>
                <a:path extrusionOk="0" h="27" w="27">
                  <a:moveTo>
                    <a:pt x="1" y="1"/>
                  </a:moveTo>
                  <a:lnTo>
                    <a:pt x="1" y="1"/>
                  </a:lnTo>
                  <a:lnTo>
                    <a:pt x="26" y="26"/>
                  </a:lnTo>
                  <a:lnTo>
                    <a:pt x="1" y="1"/>
                  </a:lnTo>
                  <a:lnTo>
                    <a:pt x="1"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43"/>
            <p:cNvSpPr/>
            <p:nvPr/>
          </p:nvSpPr>
          <p:spPr>
            <a:xfrm>
              <a:off x="7143175" y="2659525"/>
              <a:ext cx="190975" cy="55400"/>
            </a:xfrm>
            <a:custGeom>
              <a:rect b="b" l="l" r="r" t="t"/>
              <a:pathLst>
                <a:path extrusionOk="0" h="2216" w="7639">
                  <a:moveTo>
                    <a:pt x="103" y="1"/>
                  </a:moveTo>
                  <a:lnTo>
                    <a:pt x="1" y="485"/>
                  </a:lnTo>
                  <a:lnTo>
                    <a:pt x="7537" y="2216"/>
                  </a:lnTo>
                  <a:lnTo>
                    <a:pt x="7639" y="1732"/>
                  </a:lnTo>
                  <a:lnTo>
                    <a:pt x="6544" y="1503"/>
                  </a:lnTo>
                  <a:lnTo>
                    <a:pt x="6162" y="1401"/>
                  </a:lnTo>
                  <a:lnTo>
                    <a:pt x="4074" y="917"/>
                  </a:lnTo>
                  <a:lnTo>
                    <a:pt x="3743" y="841"/>
                  </a:lnTo>
                  <a:lnTo>
                    <a:pt x="3769" y="841"/>
                  </a:lnTo>
                  <a:lnTo>
                    <a:pt x="1656" y="357"/>
                  </a:lnTo>
                  <a:lnTo>
                    <a:pt x="1350" y="281"/>
                  </a:lnTo>
                  <a:lnTo>
                    <a:pt x="103"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3"/>
            <p:cNvSpPr/>
            <p:nvPr/>
          </p:nvSpPr>
          <p:spPr>
            <a:xfrm>
              <a:off x="7110100" y="2708550"/>
              <a:ext cx="105675" cy="159775"/>
            </a:xfrm>
            <a:custGeom>
              <a:rect b="b" l="l" r="r" t="t"/>
              <a:pathLst>
                <a:path extrusionOk="0" h="6391" w="4227">
                  <a:moveTo>
                    <a:pt x="51" y="0"/>
                  </a:moveTo>
                  <a:lnTo>
                    <a:pt x="51" y="51"/>
                  </a:lnTo>
                  <a:lnTo>
                    <a:pt x="0" y="280"/>
                  </a:lnTo>
                  <a:lnTo>
                    <a:pt x="229" y="306"/>
                  </a:lnTo>
                  <a:lnTo>
                    <a:pt x="1120" y="637"/>
                  </a:lnTo>
                  <a:lnTo>
                    <a:pt x="1859" y="1044"/>
                  </a:lnTo>
                  <a:lnTo>
                    <a:pt x="2597" y="1680"/>
                  </a:lnTo>
                  <a:lnTo>
                    <a:pt x="3259" y="2571"/>
                  </a:lnTo>
                  <a:lnTo>
                    <a:pt x="3717" y="3794"/>
                  </a:lnTo>
                  <a:lnTo>
                    <a:pt x="3895" y="5372"/>
                  </a:lnTo>
                  <a:lnTo>
                    <a:pt x="3819" y="6314"/>
                  </a:lnTo>
                  <a:lnTo>
                    <a:pt x="4099" y="6390"/>
                  </a:lnTo>
                  <a:lnTo>
                    <a:pt x="4150" y="6212"/>
                  </a:lnTo>
                  <a:lnTo>
                    <a:pt x="4226" y="5117"/>
                  </a:lnTo>
                  <a:lnTo>
                    <a:pt x="4175" y="4124"/>
                  </a:lnTo>
                  <a:lnTo>
                    <a:pt x="3895" y="3030"/>
                  </a:lnTo>
                  <a:lnTo>
                    <a:pt x="3335" y="1935"/>
                  </a:lnTo>
                  <a:lnTo>
                    <a:pt x="2393" y="968"/>
                  </a:lnTo>
                  <a:lnTo>
                    <a:pt x="1375" y="407"/>
                  </a:lnTo>
                  <a:lnTo>
                    <a:pt x="535" y="102"/>
                  </a:lnTo>
                  <a:lnTo>
                    <a:pt x="51"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3"/>
            <p:cNvSpPr/>
            <p:nvPr/>
          </p:nvSpPr>
          <p:spPr>
            <a:xfrm>
              <a:off x="7087825" y="2888650"/>
              <a:ext cx="183950" cy="84675"/>
            </a:xfrm>
            <a:custGeom>
              <a:rect b="b" l="l" r="r" t="t"/>
              <a:pathLst>
                <a:path extrusionOk="0" h="3387" w="7358">
                  <a:moveTo>
                    <a:pt x="407" y="1"/>
                  </a:moveTo>
                  <a:lnTo>
                    <a:pt x="0" y="1783"/>
                  </a:lnTo>
                  <a:lnTo>
                    <a:pt x="6950" y="3387"/>
                  </a:lnTo>
                  <a:lnTo>
                    <a:pt x="7358" y="1605"/>
                  </a:lnTo>
                  <a:lnTo>
                    <a:pt x="407"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3"/>
            <p:cNvSpPr/>
            <p:nvPr/>
          </p:nvSpPr>
          <p:spPr>
            <a:xfrm>
              <a:off x="7048350" y="2910950"/>
              <a:ext cx="237425" cy="100575"/>
            </a:xfrm>
            <a:custGeom>
              <a:rect b="b" l="l" r="r" t="t"/>
              <a:pathLst>
                <a:path extrusionOk="0" h="4023" w="9497">
                  <a:moveTo>
                    <a:pt x="433" y="0"/>
                  </a:moveTo>
                  <a:lnTo>
                    <a:pt x="1" y="1909"/>
                  </a:lnTo>
                  <a:lnTo>
                    <a:pt x="9064" y="4023"/>
                  </a:lnTo>
                  <a:lnTo>
                    <a:pt x="9497" y="2088"/>
                  </a:lnTo>
                  <a:lnTo>
                    <a:pt x="433" y="0"/>
                  </a:lnTo>
                  <a:close/>
                </a:path>
              </a:pathLst>
            </a:custGeom>
            <a:solidFill>
              <a:srgbClr val="F35E9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3"/>
            <p:cNvSpPr/>
            <p:nvPr/>
          </p:nvSpPr>
          <p:spPr>
            <a:xfrm>
              <a:off x="7026075" y="2948500"/>
              <a:ext cx="251425" cy="105675"/>
            </a:xfrm>
            <a:custGeom>
              <a:rect b="b" l="l" r="r" t="t"/>
              <a:pathLst>
                <a:path extrusionOk="0" h="4227" w="10057">
                  <a:moveTo>
                    <a:pt x="968" y="0"/>
                  </a:moveTo>
                  <a:lnTo>
                    <a:pt x="1" y="4226"/>
                  </a:lnTo>
                  <a:lnTo>
                    <a:pt x="9548" y="4226"/>
                  </a:lnTo>
                  <a:lnTo>
                    <a:pt x="10057" y="2088"/>
                  </a:lnTo>
                  <a:lnTo>
                    <a:pt x="968" y="0"/>
                  </a:lnTo>
                  <a:close/>
                </a:path>
              </a:pathLst>
            </a:custGeom>
            <a:solidFill>
              <a:srgbClr val="CD367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6" name="Google Shape;606;p43"/>
          <p:cNvGrpSpPr/>
          <p:nvPr/>
        </p:nvGrpSpPr>
        <p:grpSpPr>
          <a:xfrm flipH="1">
            <a:off x="2488484" y="3349589"/>
            <a:ext cx="1655476" cy="1388992"/>
            <a:chOff x="4163225" y="1879850"/>
            <a:chExt cx="1399625" cy="1174325"/>
          </a:xfrm>
        </p:grpSpPr>
        <p:sp>
          <p:nvSpPr>
            <p:cNvPr id="607" name="Google Shape;607;p43"/>
            <p:cNvSpPr/>
            <p:nvPr/>
          </p:nvSpPr>
          <p:spPr>
            <a:xfrm>
              <a:off x="4288625" y="2352125"/>
              <a:ext cx="68125" cy="190950"/>
            </a:xfrm>
            <a:custGeom>
              <a:rect b="b" l="l" r="r" t="t"/>
              <a:pathLst>
                <a:path extrusionOk="0" h="7638" w="2725">
                  <a:moveTo>
                    <a:pt x="2724" y="0"/>
                  </a:moveTo>
                  <a:lnTo>
                    <a:pt x="2164" y="26"/>
                  </a:lnTo>
                  <a:lnTo>
                    <a:pt x="1171" y="433"/>
                  </a:lnTo>
                  <a:lnTo>
                    <a:pt x="433" y="1197"/>
                  </a:lnTo>
                  <a:lnTo>
                    <a:pt x="26" y="2164"/>
                  </a:lnTo>
                  <a:lnTo>
                    <a:pt x="0" y="2724"/>
                  </a:lnTo>
                  <a:lnTo>
                    <a:pt x="0" y="4914"/>
                  </a:lnTo>
                  <a:lnTo>
                    <a:pt x="26" y="5448"/>
                  </a:lnTo>
                  <a:lnTo>
                    <a:pt x="433" y="6441"/>
                  </a:lnTo>
                  <a:lnTo>
                    <a:pt x="1171" y="7180"/>
                  </a:lnTo>
                  <a:lnTo>
                    <a:pt x="2164" y="7587"/>
                  </a:lnTo>
                  <a:lnTo>
                    <a:pt x="2724" y="7638"/>
                  </a:lnTo>
                  <a:lnTo>
                    <a:pt x="2724"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3"/>
            <p:cNvSpPr/>
            <p:nvPr/>
          </p:nvSpPr>
          <p:spPr>
            <a:xfrm>
              <a:off x="5011650" y="2352125"/>
              <a:ext cx="68125" cy="190950"/>
            </a:xfrm>
            <a:custGeom>
              <a:rect b="b" l="l" r="r" t="t"/>
              <a:pathLst>
                <a:path extrusionOk="0" h="7638" w="2725">
                  <a:moveTo>
                    <a:pt x="0" y="0"/>
                  </a:moveTo>
                  <a:lnTo>
                    <a:pt x="0" y="7638"/>
                  </a:lnTo>
                  <a:lnTo>
                    <a:pt x="560" y="7587"/>
                  </a:lnTo>
                  <a:lnTo>
                    <a:pt x="1553" y="7180"/>
                  </a:lnTo>
                  <a:lnTo>
                    <a:pt x="2292" y="6441"/>
                  </a:lnTo>
                  <a:lnTo>
                    <a:pt x="2699" y="5448"/>
                  </a:lnTo>
                  <a:lnTo>
                    <a:pt x="2724" y="4914"/>
                  </a:lnTo>
                  <a:lnTo>
                    <a:pt x="2724" y="2724"/>
                  </a:lnTo>
                  <a:lnTo>
                    <a:pt x="2699" y="2164"/>
                  </a:lnTo>
                  <a:lnTo>
                    <a:pt x="2292" y="1197"/>
                  </a:lnTo>
                  <a:lnTo>
                    <a:pt x="1553" y="433"/>
                  </a:lnTo>
                  <a:lnTo>
                    <a:pt x="560" y="26"/>
                  </a:lnTo>
                  <a:lnTo>
                    <a:pt x="0"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43"/>
            <p:cNvSpPr/>
            <p:nvPr/>
          </p:nvSpPr>
          <p:spPr>
            <a:xfrm>
              <a:off x="4579475" y="2740375"/>
              <a:ext cx="210075" cy="263525"/>
            </a:xfrm>
            <a:custGeom>
              <a:rect b="b" l="l" r="r" t="t"/>
              <a:pathLst>
                <a:path extrusionOk="0" h="10541" w="8403">
                  <a:moveTo>
                    <a:pt x="1" y="0"/>
                  </a:moveTo>
                  <a:lnTo>
                    <a:pt x="1" y="10540"/>
                  </a:lnTo>
                  <a:lnTo>
                    <a:pt x="8402" y="10540"/>
                  </a:lnTo>
                  <a:lnTo>
                    <a:pt x="8402"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43"/>
            <p:cNvSpPr/>
            <p:nvPr/>
          </p:nvSpPr>
          <p:spPr>
            <a:xfrm>
              <a:off x="4333800" y="1924400"/>
              <a:ext cx="700775" cy="875825"/>
            </a:xfrm>
            <a:custGeom>
              <a:rect b="b" l="l" r="r" t="t"/>
              <a:pathLst>
                <a:path extrusionOk="0" h="35033" w="28031">
                  <a:moveTo>
                    <a:pt x="14028" y="1"/>
                  </a:moveTo>
                  <a:lnTo>
                    <a:pt x="13290" y="26"/>
                  </a:lnTo>
                  <a:lnTo>
                    <a:pt x="11890" y="179"/>
                  </a:lnTo>
                  <a:lnTo>
                    <a:pt x="10515" y="459"/>
                  </a:lnTo>
                  <a:lnTo>
                    <a:pt x="9191" y="867"/>
                  </a:lnTo>
                  <a:lnTo>
                    <a:pt x="7944" y="1401"/>
                  </a:lnTo>
                  <a:lnTo>
                    <a:pt x="6747" y="2038"/>
                  </a:lnTo>
                  <a:lnTo>
                    <a:pt x="5627" y="2801"/>
                  </a:lnTo>
                  <a:lnTo>
                    <a:pt x="4583" y="3642"/>
                  </a:lnTo>
                  <a:lnTo>
                    <a:pt x="3641" y="4609"/>
                  </a:lnTo>
                  <a:lnTo>
                    <a:pt x="2776" y="5653"/>
                  </a:lnTo>
                  <a:lnTo>
                    <a:pt x="2012" y="6773"/>
                  </a:lnTo>
                  <a:lnTo>
                    <a:pt x="1375" y="7944"/>
                  </a:lnTo>
                  <a:lnTo>
                    <a:pt x="841" y="9217"/>
                  </a:lnTo>
                  <a:lnTo>
                    <a:pt x="433" y="10541"/>
                  </a:lnTo>
                  <a:lnTo>
                    <a:pt x="153" y="11890"/>
                  </a:lnTo>
                  <a:lnTo>
                    <a:pt x="1" y="13316"/>
                  </a:lnTo>
                  <a:lnTo>
                    <a:pt x="1" y="14029"/>
                  </a:lnTo>
                  <a:lnTo>
                    <a:pt x="1" y="21004"/>
                  </a:lnTo>
                  <a:lnTo>
                    <a:pt x="1" y="21743"/>
                  </a:lnTo>
                  <a:lnTo>
                    <a:pt x="153" y="23143"/>
                  </a:lnTo>
                  <a:lnTo>
                    <a:pt x="433" y="24518"/>
                  </a:lnTo>
                  <a:lnTo>
                    <a:pt x="841" y="25842"/>
                  </a:lnTo>
                  <a:lnTo>
                    <a:pt x="1375" y="27089"/>
                  </a:lnTo>
                  <a:lnTo>
                    <a:pt x="2012" y="28286"/>
                  </a:lnTo>
                  <a:lnTo>
                    <a:pt x="2776" y="29406"/>
                  </a:lnTo>
                  <a:lnTo>
                    <a:pt x="3641" y="30450"/>
                  </a:lnTo>
                  <a:lnTo>
                    <a:pt x="4583" y="31392"/>
                  </a:lnTo>
                  <a:lnTo>
                    <a:pt x="5627" y="32257"/>
                  </a:lnTo>
                  <a:lnTo>
                    <a:pt x="6747" y="33021"/>
                  </a:lnTo>
                  <a:lnTo>
                    <a:pt x="7944" y="33657"/>
                  </a:lnTo>
                  <a:lnTo>
                    <a:pt x="9191" y="34192"/>
                  </a:lnTo>
                  <a:lnTo>
                    <a:pt x="10515" y="34599"/>
                  </a:lnTo>
                  <a:lnTo>
                    <a:pt x="11890" y="34879"/>
                  </a:lnTo>
                  <a:lnTo>
                    <a:pt x="13290" y="35032"/>
                  </a:lnTo>
                  <a:lnTo>
                    <a:pt x="14741" y="35032"/>
                  </a:lnTo>
                  <a:lnTo>
                    <a:pt x="16167" y="34879"/>
                  </a:lnTo>
                  <a:lnTo>
                    <a:pt x="17516" y="34599"/>
                  </a:lnTo>
                  <a:lnTo>
                    <a:pt x="18840" y="34192"/>
                  </a:lnTo>
                  <a:lnTo>
                    <a:pt x="20088" y="33657"/>
                  </a:lnTo>
                  <a:lnTo>
                    <a:pt x="21284" y="33021"/>
                  </a:lnTo>
                  <a:lnTo>
                    <a:pt x="22404" y="32257"/>
                  </a:lnTo>
                  <a:lnTo>
                    <a:pt x="23448" y="31392"/>
                  </a:lnTo>
                  <a:lnTo>
                    <a:pt x="24390" y="30450"/>
                  </a:lnTo>
                  <a:lnTo>
                    <a:pt x="25256" y="29406"/>
                  </a:lnTo>
                  <a:lnTo>
                    <a:pt x="26020" y="28286"/>
                  </a:lnTo>
                  <a:lnTo>
                    <a:pt x="26656" y="27089"/>
                  </a:lnTo>
                  <a:lnTo>
                    <a:pt x="27191" y="25842"/>
                  </a:lnTo>
                  <a:lnTo>
                    <a:pt x="27598" y="24518"/>
                  </a:lnTo>
                  <a:lnTo>
                    <a:pt x="27878" y="23143"/>
                  </a:lnTo>
                  <a:lnTo>
                    <a:pt x="28031" y="21743"/>
                  </a:lnTo>
                  <a:lnTo>
                    <a:pt x="28031" y="21004"/>
                  </a:lnTo>
                  <a:lnTo>
                    <a:pt x="28031" y="14029"/>
                  </a:lnTo>
                  <a:lnTo>
                    <a:pt x="28031" y="13316"/>
                  </a:lnTo>
                  <a:lnTo>
                    <a:pt x="27878" y="11890"/>
                  </a:lnTo>
                  <a:lnTo>
                    <a:pt x="27598" y="10541"/>
                  </a:lnTo>
                  <a:lnTo>
                    <a:pt x="27191" y="9217"/>
                  </a:lnTo>
                  <a:lnTo>
                    <a:pt x="26656" y="7944"/>
                  </a:lnTo>
                  <a:lnTo>
                    <a:pt x="26020" y="6773"/>
                  </a:lnTo>
                  <a:lnTo>
                    <a:pt x="25256" y="5653"/>
                  </a:lnTo>
                  <a:lnTo>
                    <a:pt x="24390" y="4609"/>
                  </a:lnTo>
                  <a:lnTo>
                    <a:pt x="23448" y="3642"/>
                  </a:lnTo>
                  <a:lnTo>
                    <a:pt x="22404" y="2801"/>
                  </a:lnTo>
                  <a:lnTo>
                    <a:pt x="21284" y="2038"/>
                  </a:lnTo>
                  <a:lnTo>
                    <a:pt x="20088" y="1401"/>
                  </a:lnTo>
                  <a:lnTo>
                    <a:pt x="18840" y="867"/>
                  </a:lnTo>
                  <a:lnTo>
                    <a:pt x="17516" y="459"/>
                  </a:lnTo>
                  <a:lnTo>
                    <a:pt x="16167" y="179"/>
                  </a:lnTo>
                  <a:lnTo>
                    <a:pt x="14741" y="26"/>
                  </a:lnTo>
                  <a:lnTo>
                    <a:pt x="14028" y="1"/>
                  </a:lnTo>
                  <a:close/>
                </a:path>
              </a:pathLst>
            </a:custGeom>
            <a:solidFill>
              <a:srgbClr val="F2D1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43"/>
            <p:cNvSpPr/>
            <p:nvPr/>
          </p:nvSpPr>
          <p:spPr>
            <a:xfrm>
              <a:off x="4163225" y="2844100"/>
              <a:ext cx="1041925" cy="210075"/>
            </a:xfrm>
            <a:custGeom>
              <a:rect b="b" l="l" r="r" t="t"/>
              <a:pathLst>
                <a:path extrusionOk="0" h="8403" w="41677">
                  <a:moveTo>
                    <a:pt x="16625" y="1"/>
                  </a:moveTo>
                  <a:lnTo>
                    <a:pt x="12297" y="154"/>
                  </a:lnTo>
                  <a:lnTo>
                    <a:pt x="11177" y="179"/>
                  </a:lnTo>
                  <a:lnTo>
                    <a:pt x="9115" y="485"/>
                  </a:lnTo>
                  <a:lnTo>
                    <a:pt x="7307" y="1070"/>
                  </a:lnTo>
                  <a:lnTo>
                    <a:pt x="5678" y="1910"/>
                  </a:lnTo>
                  <a:lnTo>
                    <a:pt x="4227" y="3005"/>
                  </a:lnTo>
                  <a:lnTo>
                    <a:pt x="2903" y="4303"/>
                  </a:lnTo>
                  <a:lnTo>
                    <a:pt x="1681" y="5805"/>
                  </a:lnTo>
                  <a:lnTo>
                    <a:pt x="535" y="7486"/>
                  </a:lnTo>
                  <a:lnTo>
                    <a:pt x="1" y="8402"/>
                  </a:lnTo>
                  <a:lnTo>
                    <a:pt x="41677" y="8402"/>
                  </a:lnTo>
                  <a:lnTo>
                    <a:pt x="41142" y="7486"/>
                  </a:lnTo>
                  <a:lnTo>
                    <a:pt x="39996" y="5805"/>
                  </a:lnTo>
                  <a:lnTo>
                    <a:pt x="38774" y="4303"/>
                  </a:lnTo>
                  <a:lnTo>
                    <a:pt x="37451" y="3005"/>
                  </a:lnTo>
                  <a:lnTo>
                    <a:pt x="35999" y="1910"/>
                  </a:lnTo>
                  <a:lnTo>
                    <a:pt x="34370" y="1070"/>
                  </a:lnTo>
                  <a:lnTo>
                    <a:pt x="32563" y="485"/>
                  </a:lnTo>
                  <a:lnTo>
                    <a:pt x="30500" y="179"/>
                  </a:lnTo>
                  <a:lnTo>
                    <a:pt x="29380" y="154"/>
                  </a:lnTo>
                  <a:lnTo>
                    <a:pt x="25052" y="1"/>
                  </a:lnTo>
                  <a:lnTo>
                    <a:pt x="25027" y="434"/>
                  </a:lnTo>
                  <a:lnTo>
                    <a:pt x="24874" y="1248"/>
                  </a:lnTo>
                  <a:lnTo>
                    <a:pt x="24543" y="2012"/>
                  </a:lnTo>
                  <a:lnTo>
                    <a:pt x="24085" y="2674"/>
                  </a:lnTo>
                  <a:lnTo>
                    <a:pt x="23525" y="3260"/>
                  </a:lnTo>
                  <a:lnTo>
                    <a:pt x="22863" y="3718"/>
                  </a:lnTo>
                  <a:lnTo>
                    <a:pt x="22099" y="4023"/>
                  </a:lnTo>
                  <a:lnTo>
                    <a:pt x="21284" y="4202"/>
                  </a:lnTo>
                  <a:lnTo>
                    <a:pt x="20419" y="4202"/>
                  </a:lnTo>
                  <a:lnTo>
                    <a:pt x="19579" y="4023"/>
                  </a:lnTo>
                  <a:lnTo>
                    <a:pt x="18840" y="3718"/>
                  </a:lnTo>
                  <a:lnTo>
                    <a:pt x="18153" y="3260"/>
                  </a:lnTo>
                  <a:lnTo>
                    <a:pt x="17593" y="2674"/>
                  </a:lnTo>
                  <a:lnTo>
                    <a:pt x="17134" y="2012"/>
                  </a:lnTo>
                  <a:lnTo>
                    <a:pt x="16803" y="1248"/>
                  </a:lnTo>
                  <a:lnTo>
                    <a:pt x="16651" y="434"/>
                  </a:lnTo>
                  <a:lnTo>
                    <a:pt x="16625" y="1"/>
                  </a:lnTo>
                  <a:close/>
                </a:path>
              </a:pathLst>
            </a:custGeom>
            <a:solidFill>
              <a:srgbClr val="7DC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43"/>
            <p:cNvSpPr/>
            <p:nvPr/>
          </p:nvSpPr>
          <p:spPr>
            <a:xfrm>
              <a:off x="4540025" y="2844100"/>
              <a:ext cx="288350" cy="149600"/>
            </a:xfrm>
            <a:custGeom>
              <a:rect b="b" l="l" r="r" t="t"/>
              <a:pathLst>
                <a:path extrusionOk="0" h="5984" w="11534">
                  <a:moveTo>
                    <a:pt x="1553" y="1"/>
                  </a:moveTo>
                  <a:lnTo>
                    <a:pt x="0" y="52"/>
                  </a:lnTo>
                  <a:lnTo>
                    <a:pt x="0" y="128"/>
                  </a:lnTo>
                  <a:lnTo>
                    <a:pt x="0" y="205"/>
                  </a:lnTo>
                  <a:lnTo>
                    <a:pt x="0" y="790"/>
                  </a:lnTo>
                  <a:lnTo>
                    <a:pt x="255" y="1910"/>
                  </a:lnTo>
                  <a:lnTo>
                    <a:pt x="688" y="2954"/>
                  </a:lnTo>
                  <a:lnTo>
                    <a:pt x="1299" y="3871"/>
                  </a:lnTo>
                  <a:lnTo>
                    <a:pt x="2088" y="4660"/>
                  </a:lnTo>
                  <a:lnTo>
                    <a:pt x="3004" y="5296"/>
                  </a:lnTo>
                  <a:lnTo>
                    <a:pt x="4048" y="5729"/>
                  </a:lnTo>
                  <a:lnTo>
                    <a:pt x="5168" y="5958"/>
                  </a:lnTo>
                  <a:lnTo>
                    <a:pt x="5779" y="5984"/>
                  </a:lnTo>
                  <a:lnTo>
                    <a:pt x="6365" y="5958"/>
                  </a:lnTo>
                  <a:lnTo>
                    <a:pt x="7485" y="5729"/>
                  </a:lnTo>
                  <a:lnTo>
                    <a:pt x="8529" y="5296"/>
                  </a:lnTo>
                  <a:lnTo>
                    <a:pt x="9446" y="4660"/>
                  </a:lnTo>
                  <a:lnTo>
                    <a:pt x="10235" y="3871"/>
                  </a:lnTo>
                  <a:lnTo>
                    <a:pt x="10846" y="2954"/>
                  </a:lnTo>
                  <a:lnTo>
                    <a:pt x="11304" y="1910"/>
                  </a:lnTo>
                  <a:lnTo>
                    <a:pt x="11533" y="790"/>
                  </a:lnTo>
                  <a:lnTo>
                    <a:pt x="11533" y="205"/>
                  </a:lnTo>
                  <a:lnTo>
                    <a:pt x="11533" y="128"/>
                  </a:lnTo>
                  <a:lnTo>
                    <a:pt x="11533" y="52"/>
                  </a:lnTo>
                  <a:lnTo>
                    <a:pt x="9980" y="1"/>
                  </a:lnTo>
                  <a:lnTo>
                    <a:pt x="9955" y="434"/>
                  </a:lnTo>
                  <a:lnTo>
                    <a:pt x="9802" y="1248"/>
                  </a:lnTo>
                  <a:lnTo>
                    <a:pt x="9471" y="2012"/>
                  </a:lnTo>
                  <a:lnTo>
                    <a:pt x="9013" y="2674"/>
                  </a:lnTo>
                  <a:lnTo>
                    <a:pt x="8453" y="3260"/>
                  </a:lnTo>
                  <a:lnTo>
                    <a:pt x="7791" y="3718"/>
                  </a:lnTo>
                  <a:lnTo>
                    <a:pt x="7027" y="4023"/>
                  </a:lnTo>
                  <a:lnTo>
                    <a:pt x="6212" y="4202"/>
                  </a:lnTo>
                  <a:lnTo>
                    <a:pt x="5347" y="4202"/>
                  </a:lnTo>
                  <a:lnTo>
                    <a:pt x="4507" y="4023"/>
                  </a:lnTo>
                  <a:lnTo>
                    <a:pt x="3768" y="3718"/>
                  </a:lnTo>
                  <a:lnTo>
                    <a:pt x="3081" y="3260"/>
                  </a:lnTo>
                  <a:lnTo>
                    <a:pt x="2521" y="2674"/>
                  </a:lnTo>
                  <a:lnTo>
                    <a:pt x="2062" y="2012"/>
                  </a:lnTo>
                  <a:lnTo>
                    <a:pt x="1731" y="1248"/>
                  </a:lnTo>
                  <a:lnTo>
                    <a:pt x="1579" y="434"/>
                  </a:lnTo>
                  <a:lnTo>
                    <a:pt x="1553" y="1"/>
                  </a:lnTo>
                  <a:close/>
                </a:path>
              </a:pathLst>
            </a:custGeom>
            <a:solidFill>
              <a:srgbClr val="CFE6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43"/>
            <p:cNvSpPr/>
            <p:nvPr/>
          </p:nvSpPr>
          <p:spPr>
            <a:xfrm>
              <a:off x="4632300" y="2459675"/>
              <a:ext cx="99950" cy="119700"/>
            </a:xfrm>
            <a:custGeom>
              <a:rect b="b" l="l" r="r" t="t"/>
              <a:pathLst>
                <a:path extrusionOk="0" h="4788" w="3998">
                  <a:moveTo>
                    <a:pt x="1885" y="1"/>
                  </a:moveTo>
                  <a:lnTo>
                    <a:pt x="1656" y="306"/>
                  </a:lnTo>
                  <a:lnTo>
                    <a:pt x="1579" y="586"/>
                  </a:lnTo>
                  <a:lnTo>
                    <a:pt x="26" y="4252"/>
                  </a:lnTo>
                  <a:lnTo>
                    <a:pt x="1" y="4303"/>
                  </a:lnTo>
                  <a:lnTo>
                    <a:pt x="1" y="4354"/>
                  </a:lnTo>
                  <a:lnTo>
                    <a:pt x="485" y="4558"/>
                  </a:lnTo>
                  <a:lnTo>
                    <a:pt x="1503" y="4787"/>
                  </a:lnTo>
                  <a:lnTo>
                    <a:pt x="2521" y="4787"/>
                  </a:lnTo>
                  <a:lnTo>
                    <a:pt x="3514" y="4558"/>
                  </a:lnTo>
                  <a:lnTo>
                    <a:pt x="3998" y="4354"/>
                  </a:lnTo>
                  <a:lnTo>
                    <a:pt x="3998" y="4303"/>
                  </a:lnTo>
                  <a:lnTo>
                    <a:pt x="3998" y="4252"/>
                  </a:lnTo>
                  <a:lnTo>
                    <a:pt x="2445" y="586"/>
                  </a:lnTo>
                  <a:lnTo>
                    <a:pt x="2343" y="306"/>
                  </a:lnTo>
                  <a:lnTo>
                    <a:pt x="2114" y="1"/>
                  </a:lnTo>
                  <a:close/>
                </a:path>
              </a:pathLst>
            </a:custGeom>
            <a:solidFill>
              <a:srgbClr val="FEEB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43"/>
            <p:cNvSpPr/>
            <p:nvPr/>
          </p:nvSpPr>
          <p:spPr>
            <a:xfrm>
              <a:off x="4632300" y="2568525"/>
              <a:ext cx="99950" cy="38200"/>
            </a:xfrm>
            <a:custGeom>
              <a:rect b="b" l="l" r="r" t="t"/>
              <a:pathLst>
                <a:path extrusionOk="0" h="1528" w="3998">
                  <a:moveTo>
                    <a:pt x="1" y="0"/>
                  </a:moveTo>
                  <a:lnTo>
                    <a:pt x="1" y="306"/>
                  </a:lnTo>
                  <a:lnTo>
                    <a:pt x="357" y="840"/>
                  </a:lnTo>
                  <a:lnTo>
                    <a:pt x="917" y="1273"/>
                  </a:lnTo>
                  <a:lnTo>
                    <a:pt x="1579" y="1502"/>
                  </a:lnTo>
                  <a:lnTo>
                    <a:pt x="1834" y="1528"/>
                  </a:lnTo>
                  <a:lnTo>
                    <a:pt x="2165" y="1528"/>
                  </a:lnTo>
                  <a:lnTo>
                    <a:pt x="2445" y="1502"/>
                  </a:lnTo>
                  <a:lnTo>
                    <a:pt x="3081" y="1273"/>
                  </a:lnTo>
                  <a:lnTo>
                    <a:pt x="3667" y="840"/>
                  </a:lnTo>
                  <a:lnTo>
                    <a:pt x="3998" y="306"/>
                  </a:lnTo>
                  <a:lnTo>
                    <a:pt x="3998" y="0"/>
                  </a:lnTo>
                  <a:lnTo>
                    <a:pt x="3514" y="204"/>
                  </a:lnTo>
                  <a:lnTo>
                    <a:pt x="2521" y="433"/>
                  </a:lnTo>
                  <a:lnTo>
                    <a:pt x="1503" y="433"/>
                  </a:lnTo>
                  <a:lnTo>
                    <a:pt x="485" y="204"/>
                  </a:lnTo>
                  <a:lnTo>
                    <a:pt x="1"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43"/>
            <p:cNvSpPr/>
            <p:nvPr/>
          </p:nvSpPr>
          <p:spPr>
            <a:xfrm>
              <a:off x="4799700" y="2429125"/>
              <a:ext cx="129875" cy="66850"/>
            </a:xfrm>
            <a:custGeom>
              <a:rect b="b" l="l" r="r" t="t"/>
              <a:pathLst>
                <a:path extrusionOk="0" h="2674" w="5195">
                  <a:moveTo>
                    <a:pt x="2826" y="1"/>
                  </a:moveTo>
                  <a:lnTo>
                    <a:pt x="2292" y="103"/>
                  </a:lnTo>
                  <a:lnTo>
                    <a:pt x="1757" y="281"/>
                  </a:lnTo>
                  <a:lnTo>
                    <a:pt x="917" y="866"/>
                  </a:lnTo>
                  <a:lnTo>
                    <a:pt x="102" y="1808"/>
                  </a:lnTo>
                  <a:lnTo>
                    <a:pt x="1" y="1987"/>
                  </a:lnTo>
                  <a:lnTo>
                    <a:pt x="179" y="2114"/>
                  </a:lnTo>
                  <a:lnTo>
                    <a:pt x="1350" y="2547"/>
                  </a:lnTo>
                  <a:lnTo>
                    <a:pt x="2368" y="2674"/>
                  </a:lnTo>
                  <a:lnTo>
                    <a:pt x="2903" y="2572"/>
                  </a:lnTo>
                  <a:lnTo>
                    <a:pt x="3437" y="2394"/>
                  </a:lnTo>
                  <a:lnTo>
                    <a:pt x="4278" y="1808"/>
                  </a:lnTo>
                  <a:lnTo>
                    <a:pt x="5092" y="866"/>
                  </a:lnTo>
                  <a:lnTo>
                    <a:pt x="5194" y="663"/>
                  </a:lnTo>
                  <a:lnTo>
                    <a:pt x="5016" y="561"/>
                  </a:lnTo>
                  <a:lnTo>
                    <a:pt x="3845" y="103"/>
                  </a:lnTo>
                  <a:lnTo>
                    <a:pt x="2826"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43"/>
            <p:cNvSpPr/>
            <p:nvPr/>
          </p:nvSpPr>
          <p:spPr>
            <a:xfrm>
              <a:off x="4438825" y="2429125"/>
              <a:ext cx="130500" cy="66850"/>
            </a:xfrm>
            <a:custGeom>
              <a:rect b="b" l="l" r="r" t="t"/>
              <a:pathLst>
                <a:path extrusionOk="0" h="2674" w="5220">
                  <a:moveTo>
                    <a:pt x="2368" y="1"/>
                  </a:moveTo>
                  <a:lnTo>
                    <a:pt x="1350" y="103"/>
                  </a:lnTo>
                  <a:lnTo>
                    <a:pt x="179" y="561"/>
                  </a:lnTo>
                  <a:lnTo>
                    <a:pt x="0" y="663"/>
                  </a:lnTo>
                  <a:lnTo>
                    <a:pt x="102" y="866"/>
                  </a:lnTo>
                  <a:lnTo>
                    <a:pt x="917" y="1808"/>
                  </a:lnTo>
                  <a:lnTo>
                    <a:pt x="1757" y="2394"/>
                  </a:lnTo>
                  <a:lnTo>
                    <a:pt x="2292" y="2572"/>
                  </a:lnTo>
                  <a:lnTo>
                    <a:pt x="2826" y="2674"/>
                  </a:lnTo>
                  <a:lnTo>
                    <a:pt x="3845" y="2547"/>
                  </a:lnTo>
                  <a:lnTo>
                    <a:pt x="5016" y="2114"/>
                  </a:lnTo>
                  <a:lnTo>
                    <a:pt x="5219" y="1987"/>
                  </a:lnTo>
                  <a:lnTo>
                    <a:pt x="5092" y="1808"/>
                  </a:lnTo>
                  <a:lnTo>
                    <a:pt x="4277" y="866"/>
                  </a:lnTo>
                  <a:lnTo>
                    <a:pt x="3437" y="281"/>
                  </a:lnTo>
                  <a:lnTo>
                    <a:pt x="2903" y="103"/>
                  </a:lnTo>
                  <a:lnTo>
                    <a:pt x="2368"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43"/>
            <p:cNvSpPr/>
            <p:nvPr/>
          </p:nvSpPr>
          <p:spPr>
            <a:xfrm>
              <a:off x="4471925" y="2438675"/>
              <a:ext cx="26750" cy="26750"/>
            </a:xfrm>
            <a:custGeom>
              <a:rect b="b" l="l" r="r" t="t"/>
              <a:pathLst>
                <a:path extrusionOk="0" h="1070" w="1070">
                  <a:moveTo>
                    <a:pt x="535" y="1"/>
                  </a:moveTo>
                  <a:lnTo>
                    <a:pt x="331" y="26"/>
                  </a:lnTo>
                  <a:lnTo>
                    <a:pt x="26" y="332"/>
                  </a:lnTo>
                  <a:lnTo>
                    <a:pt x="0" y="535"/>
                  </a:lnTo>
                  <a:lnTo>
                    <a:pt x="26" y="739"/>
                  </a:lnTo>
                  <a:lnTo>
                    <a:pt x="331" y="1044"/>
                  </a:lnTo>
                  <a:lnTo>
                    <a:pt x="535" y="1070"/>
                  </a:lnTo>
                  <a:lnTo>
                    <a:pt x="739" y="1044"/>
                  </a:lnTo>
                  <a:lnTo>
                    <a:pt x="1044" y="739"/>
                  </a:lnTo>
                  <a:lnTo>
                    <a:pt x="1069" y="535"/>
                  </a:lnTo>
                  <a:lnTo>
                    <a:pt x="1044" y="332"/>
                  </a:lnTo>
                  <a:lnTo>
                    <a:pt x="739" y="26"/>
                  </a:lnTo>
                  <a:lnTo>
                    <a:pt x="535" y="1"/>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43"/>
            <p:cNvSpPr/>
            <p:nvPr/>
          </p:nvSpPr>
          <p:spPr>
            <a:xfrm>
              <a:off x="4837900" y="2445050"/>
              <a:ext cx="26750" cy="26125"/>
            </a:xfrm>
            <a:custGeom>
              <a:rect b="b" l="l" r="r" t="t"/>
              <a:pathLst>
                <a:path extrusionOk="0" h="1045" w="1070">
                  <a:moveTo>
                    <a:pt x="535" y="0"/>
                  </a:moveTo>
                  <a:lnTo>
                    <a:pt x="331" y="26"/>
                  </a:lnTo>
                  <a:lnTo>
                    <a:pt x="25" y="306"/>
                  </a:lnTo>
                  <a:lnTo>
                    <a:pt x="0" y="509"/>
                  </a:lnTo>
                  <a:lnTo>
                    <a:pt x="25" y="739"/>
                  </a:lnTo>
                  <a:lnTo>
                    <a:pt x="331" y="1019"/>
                  </a:lnTo>
                  <a:lnTo>
                    <a:pt x="535" y="1044"/>
                  </a:lnTo>
                  <a:lnTo>
                    <a:pt x="738" y="1019"/>
                  </a:lnTo>
                  <a:lnTo>
                    <a:pt x="1044" y="739"/>
                  </a:lnTo>
                  <a:lnTo>
                    <a:pt x="1069" y="509"/>
                  </a:lnTo>
                  <a:lnTo>
                    <a:pt x="1044" y="306"/>
                  </a:lnTo>
                  <a:lnTo>
                    <a:pt x="738"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43"/>
            <p:cNvSpPr/>
            <p:nvPr/>
          </p:nvSpPr>
          <p:spPr>
            <a:xfrm>
              <a:off x="4431175" y="2522700"/>
              <a:ext cx="145775" cy="68750"/>
            </a:xfrm>
            <a:custGeom>
              <a:rect b="b" l="l" r="r" t="t"/>
              <a:pathLst>
                <a:path extrusionOk="0" h="2750" w="5831">
                  <a:moveTo>
                    <a:pt x="1350" y="0"/>
                  </a:moveTo>
                  <a:lnTo>
                    <a:pt x="1096" y="26"/>
                  </a:lnTo>
                  <a:lnTo>
                    <a:pt x="586" y="229"/>
                  </a:lnTo>
                  <a:lnTo>
                    <a:pt x="230" y="586"/>
                  </a:lnTo>
                  <a:lnTo>
                    <a:pt x="1" y="1095"/>
                  </a:lnTo>
                  <a:lnTo>
                    <a:pt x="1" y="1375"/>
                  </a:lnTo>
                  <a:lnTo>
                    <a:pt x="1" y="1655"/>
                  </a:lnTo>
                  <a:lnTo>
                    <a:pt x="230" y="2139"/>
                  </a:lnTo>
                  <a:lnTo>
                    <a:pt x="586" y="2521"/>
                  </a:lnTo>
                  <a:lnTo>
                    <a:pt x="1096" y="2724"/>
                  </a:lnTo>
                  <a:lnTo>
                    <a:pt x="1350" y="2750"/>
                  </a:lnTo>
                  <a:lnTo>
                    <a:pt x="4456" y="2750"/>
                  </a:lnTo>
                  <a:lnTo>
                    <a:pt x="4736" y="2724"/>
                  </a:lnTo>
                  <a:lnTo>
                    <a:pt x="5220" y="2521"/>
                  </a:lnTo>
                  <a:lnTo>
                    <a:pt x="5602" y="2139"/>
                  </a:lnTo>
                  <a:lnTo>
                    <a:pt x="5805" y="1655"/>
                  </a:lnTo>
                  <a:lnTo>
                    <a:pt x="5831" y="1375"/>
                  </a:lnTo>
                  <a:lnTo>
                    <a:pt x="5805" y="1095"/>
                  </a:lnTo>
                  <a:lnTo>
                    <a:pt x="5602" y="586"/>
                  </a:lnTo>
                  <a:lnTo>
                    <a:pt x="5220" y="229"/>
                  </a:lnTo>
                  <a:lnTo>
                    <a:pt x="4736" y="26"/>
                  </a:lnTo>
                  <a:lnTo>
                    <a:pt x="4456" y="0"/>
                  </a:lnTo>
                  <a:close/>
                </a:path>
              </a:pathLst>
            </a:custGeom>
            <a:solidFill>
              <a:srgbClr val="F1AA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43"/>
            <p:cNvSpPr/>
            <p:nvPr/>
          </p:nvSpPr>
          <p:spPr>
            <a:xfrm>
              <a:off x="4791425" y="2522700"/>
              <a:ext cx="146425" cy="68750"/>
            </a:xfrm>
            <a:custGeom>
              <a:rect b="b" l="l" r="r" t="t"/>
              <a:pathLst>
                <a:path extrusionOk="0" h="2750" w="5857">
                  <a:moveTo>
                    <a:pt x="1375" y="0"/>
                  </a:moveTo>
                  <a:lnTo>
                    <a:pt x="1095" y="26"/>
                  </a:lnTo>
                  <a:lnTo>
                    <a:pt x="612" y="229"/>
                  </a:lnTo>
                  <a:lnTo>
                    <a:pt x="230" y="586"/>
                  </a:lnTo>
                  <a:lnTo>
                    <a:pt x="26" y="1095"/>
                  </a:lnTo>
                  <a:lnTo>
                    <a:pt x="1" y="1375"/>
                  </a:lnTo>
                  <a:lnTo>
                    <a:pt x="26" y="1655"/>
                  </a:lnTo>
                  <a:lnTo>
                    <a:pt x="230" y="2139"/>
                  </a:lnTo>
                  <a:lnTo>
                    <a:pt x="612" y="2521"/>
                  </a:lnTo>
                  <a:lnTo>
                    <a:pt x="1095" y="2724"/>
                  </a:lnTo>
                  <a:lnTo>
                    <a:pt x="1375" y="2750"/>
                  </a:lnTo>
                  <a:lnTo>
                    <a:pt x="4481" y="2750"/>
                  </a:lnTo>
                  <a:lnTo>
                    <a:pt x="4761" y="2724"/>
                  </a:lnTo>
                  <a:lnTo>
                    <a:pt x="5245" y="2521"/>
                  </a:lnTo>
                  <a:lnTo>
                    <a:pt x="5627" y="2139"/>
                  </a:lnTo>
                  <a:lnTo>
                    <a:pt x="5831" y="1655"/>
                  </a:lnTo>
                  <a:lnTo>
                    <a:pt x="5856" y="1375"/>
                  </a:lnTo>
                  <a:lnTo>
                    <a:pt x="5831" y="1095"/>
                  </a:lnTo>
                  <a:lnTo>
                    <a:pt x="5627" y="586"/>
                  </a:lnTo>
                  <a:lnTo>
                    <a:pt x="5245" y="229"/>
                  </a:lnTo>
                  <a:lnTo>
                    <a:pt x="4761" y="26"/>
                  </a:lnTo>
                  <a:lnTo>
                    <a:pt x="4481" y="0"/>
                  </a:lnTo>
                  <a:close/>
                </a:path>
              </a:pathLst>
            </a:custGeom>
            <a:solidFill>
              <a:srgbClr val="F1AA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43"/>
            <p:cNvSpPr/>
            <p:nvPr/>
          </p:nvSpPr>
          <p:spPr>
            <a:xfrm>
              <a:off x="4448375" y="2341925"/>
              <a:ext cx="110775" cy="22300"/>
            </a:xfrm>
            <a:custGeom>
              <a:rect b="b" l="l" r="r" t="t"/>
              <a:pathLst>
                <a:path extrusionOk="0" fill="none" h="892" w="4431">
                  <a:moveTo>
                    <a:pt x="4430" y="892"/>
                  </a:moveTo>
                  <a:lnTo>
                    <a:pt x="4201" y="663"/>
                  </a:lnTo>
                  <a:lnTo>
                    <a:pt x="3666" y="332"/>
                  </a:lnTo>
                  <a:lnTo>
                    <a:pt x="2826" y="1"/>
                  </a:lnTo>
                  <a:lnTo>
                    <a:pt x="1630" y="1"/>
                  </a:lnTo>
                  <a:lnTo>
                    <a:pt x="764" y="332"/>
                  </a:lnTo>
                  <a:lnTo>
                    <a:pt x="255" y="663"/>
                  </a:lnTo>
                  <a:lnTo>
                    <a:pt x="0" y="892"/>
                  </a:lnTo>
                </a:path>
              </a:pathLst>
            </a:custGeom>
            <a:noFill/>
            <a:ln cap="rnd" cmpd="sng" w="19050">
              <a:solidFill>
                <a:srgbClr val="1F2F45"/>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43"/>
            <p:cNvSpPr/>
            <p:nvPr/>
          </p:nvSpPr>
          <p:spPr>
            <a:xfrm>
              <a:off x="4809250" y="2341925"/>
              <a:ext cx="110775" cy="22300"/>
            </a:xfrm>
            <a:custGeom>
              <a:rect b="b" l="l" r="r" t="t"/>
              <a:pathLst>
                <a:path extrusionOk="0" fill="none" h="892" w="4431">
                  <a:moveTo>
                    <a:pt x="4430" y="892"/>
                  </a:moveTo>
                  <a:lnTo>
                    <a:pt x="4176" y="663"/>
                  </a:lnTo>
                  <a:lnTo>
                    <a:pt x="3666" y="332"/>
                  </a:lnTo>
                  <a:lnTo>
                    <a:pt x="2801" y="1"/>
                  </a:lnTo>
                  <a:lnTo>
                    <a:pt x="1604" y="1"/>
                  </a:lnTo>
                  <a:lnTo>
                    <a:pt x="764" y="332"/>
                  </a:lnTo>
                  <a:lnTo>
                    <a:pt x="230" y="663"/>
                  </a:lnTo>
                  <a:lnTo>
                    <a:pt x="0" y="892"/>
                  </a:lnTo>
                </a:path>
              </a:pathLst>
            </a:custGeom>
            <a:noFill/>
            <a:ln cap="rnd" cmpd="sng" w="21000">
              <a:solidFill>
                <a:srgbClr val="1F2F45"/>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3"/>
            <p:cNvSpPr/>
            <p:nvPr/>
          </p:nvSpPr>
          <p:spPr>
            <a:xfrm>
              <a:off x="4622125" y="2646800"/>
              <a:ext cx="124125" cy="36300"/>
            </a:xfrm>
            <a:custGeom>
              <a:rect b="b" l="l" r="r" t="t"/>
              <a:pathLst>
                <a:path extrusionOk="0" fill="none" h="1452" w="4965">
                  <a:moveTo>
                    <a:pt x="0" y="1"/>
                  </a:moveTo>
                  <a:lnTo>
                    <a:pt x="153" y="306"/>
                  </a:lnTo>
                  <a:lnTo>
                    <a:pt x="637" y="841"/>
                  </a:lnTo>
                  <a:lnTo>
                    <a:pt x="1273" y="1223"/>
                  </a:lnTo>
                  <a:lnTo>
                    <a:pt x="2063" y="1426"/>
                  </a:lnTo>
                  <a:lnTo>
                    <a:pt x="2495" y="1452"/>
                  </a:lnTo>
                  <a:lnTo>
                    <a:pt x="2903" y="1426"/>
                  </a:lnTo>
                  <a:lnTo>
                    <a:pt x="3692" y="1223"/>
                  </a:lnTo>
                  <a:lnTo>
                    <a:pt x="4328" y="841"/>
                  </a:lnTo>
                  <a:lnTo>
                    <a:pt x="4812" y="332"/>
                  </a:lnTo>
                  <a:lnTo>
                    <a:pt x="4965" y="26"/>
                  </a:lnTo>
                </a:path>
              </a:pathLst>
            </a:custGeom>
            <a:noFill/>
            <a:ln cap="rnd" cmpd="sng" w="21000">
              <a:solidFill>
                <a:srgbClr val="E15758"/>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43"/>
            <p:cNvSpPr/>
            <p:nvPr/>
          </p:nvSpPr>
          <p:spPr>
            <a:xfrm>
              <a:off x="4288625" y="1879850"/>
              <a:ext cx="791775" cy="541675"/>
            </a:xfrm>
            <a:custGeom>
              <a:rect b="b" l="l" r="r" t="t"/>
              <a:pathLst>
                <a:path extrusionOk="0" h="21667" w="31671">
                  <a:moveTo>
                    <a:pt x="15021" y="1"/>
                  </a:moveTo>
                  <a:lnTo>
                    <a:pt x="13417" y="154"/>
                  </a:lnTo>
                  <a:lnTo>
                    <a:pt x="11889" y="485"/>
                  </a:lnTo>
                  <a:lnTo>
                    <a:pt x="10387" y="943"/>
                  </a:lnTo>
                  <a:lnTo>
                    <a:pt x="8987" y="1554"/>
                  </a:lnTo>
                  <a:lnTo>
                    <a:pt x="7638" y="2267"/>
                  </a:lnTo>
                  <a:lnTo>
                    <a:pt x="6365" y="3132"/>
                  </a:lnTo>
                  <a:lnTo>
                    <a:pt x="5194" y="4100"/>
                  </a:lnTo>
                  <a:lnTo>
                    <a:pt x="4124" y="5169"/>
                  </a:lnTo>
                  <a:lnTo>
                    <a:pt x="3157" y="6340"/>
                  </a:lnTo>
                  <a:lnTo>
                    <a:pt x="2291" y="7613"/>
                  </a:lnTo>
                  <a:lnTo>
                    <a:pt x="1553" y="8962"/>
                  </a:lnTo>
                  <a:lnTo>
                    <a:pt x="967" y="10388"/>
                  </a:lnTo>
                  <a:lnTo>
                    <a:pt x="509" y="11865"/>
                  </a:lnTo>
                  <a:lnTo>
                    <a:pt x="178" y="13418"/>
                  </a:lnTo>
                  <a:lnTo>
                    <a:pt x="26" y="14996"/>
                  </a:lnTo>
                  <a:lnTo>
                    <a:pt x="0" y="15811"/>
                  </a:lnTo>
                  <a:lnTo>
                    <a:pt x="0" y="21463"/>
                  </a:lnTo>
                  <a:lnTo>
                    <a:pt x="356" y="21513"/>
                  </a:lnTo>
                  <a:lnTo>
                    <a:pt x="1146" y="21437"/>
                  </a:lnTo>
                  <a:lnTo>
                    <a:pt x="2037" y="21132"/>
                  </a:lnTo>
                  <a:lnTo>
                    <a:pt x="2953" y="20673"/>
                  </a:lnTo>
                  <a:lnTo>
                    <a:pt x="4303" y="19757"/>
                  </a:lnTo>
                  <a:lnTo>
                    <a:pt x="5856" y="18306"/>
                  </a:lnTo>
                  <a:lnTo>
                    <a:pt x="6416" y="17593"/>
                  </a:lnTo>
                  <a:lnTo>
                    <a:pt x="6874" y="10515"/>
                  </a:lnTo>
                  <a:lnTo>
                    <a:pt x="10820" y="16727"/>
                  </a:lnTo>
                  <a:lnTo>
                    <a:pt x="11431" y="17160"/>
                  </a:lnTo>
                  <a:lnTo>
                    <a:pt x="13391" y="18077"/>
                  </a:lnTo>
                  <a:lnTo>
                    <a:pt x="16065" y="19019"/>
                  </a:lnTo>
                  <a:lnTo>
                    <a:pt x="19171" y="19910"/>
                  </a:lnTo>
                  <a:lnTo>
                    <a:pt x="22455" y="20699"/>
                  </a:lnTo>
                  <a:lnTo>
                    <a:pt x="25663" y="21284"/>
                  </a:lnTo>
                  <a:lnTo>
                    <a:pt x="28539" y="21641"/>
                  </a:lnTo>
                  <a:lnTo>
                    <a:pt x="30856" y="21666"/>
                  </a:lnTo>
                  <a:lnTo>
                    <a:pt x="31671" y="21513"/>
                  </a:lnTo>
                  <a:lnTo>
                    <a:pt x="31671" y="15811"/>
                  </a:lnTo>
                  <a:lnTo>
                    <a:pt x="31645" y="14996"/>
                  </a:lnTo>
                  <a:lnTo>
                    <a:pt x="31493" y="13418"/>
                  </a:lnTo>
                  <a:lnTo>
                    <a:pt x="31162" y="11865"/>
                  </a:lnTo>
                  <a:lnTo>
                    <a:pt x="30703" y="10388"/>
                  </a:lnTo>
                  <a:lnTo>
                    <a:pt x="30118" y="8962"/>
                  </a:lnTo>
                  <a:lnTo>
                    <a:pt x="29380" y="7613"/>
                  </a:lnTo>
                  <a:lnTo>
                    <a:pt x="28514" y="6340"/>
                  </a:lnTo>
                  <a:lnTo>
                    <a:pt x="27547" y="5169"/>
                  </a:lnTo>
                  <a:lnTo>
                    <a:pt x="26477" y="4100"/>
                  </a:lnTo>
                  <a:lnTo>
                    <a:pt x="25306" y="3132"/>
                  </a:lnTo>
                  <a:lnTo>
                    <a:pt x="24033" y="2267"/>
                  </a:lnTo>
                  <a:lnTo>
                    <a:pt x="22709" y="1554"/>
                  </a:lnTo>
                  <a:lnTo>
                    <a:pt x="21284" y="943"/>
                  </a:lnTo>
                  <a:lnTo>
                    <a:pt x="19782" y="485"/>
                  </a:lnTo>
                  <a:lnTo>
                    <a:pt x="18254" y="154"/>
                  </a:lnTo>
                  <a:lnTo>
                    <a:pt x="16650" y="1"/>
                  </a:lnTo>
                  <a:close/>
                </a:path>
              </a:pathLst>
            </a:custGeom>
            <a:solidFill>
              <a:srgbClr val="111D2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43"/>
            <p:cNvSpPr/>
            <p:nvPr/>
          </p:nvSpPr>
          <p:spPr>
            <a:xfrm>
              <a:off x="5205775" y="2455225"/>
              <a:ext cx="357075" cy="586225"/>
            </a:xfrm>
            <a:custGeom>
              <a:rect b="b" l="l" r="r" t="t"/>
              <a:pathLst>
                <a:path extrusionOk="0" h="23449" w="14283">
                  <a:moveTo>
                    <a:pt x="9216" y="1"/>
                  </a:moveTo>
                  <a:lnTo>
                    <a:pt x="8784" y="102"/>
                  </a:lnTo>
                  <a:lnTo>
                    <a:pt x="8427" y="357"/>
                  </a:lnTo>
                  <a:lnTo>
                    <a:pt x="8173" y="764"/>
                  </a:lnTo>
                  <a:lnTo>
                    <a:pt x="8096" y="993"/>
                  </a:lnTo>
                  <a:lnTo>
                    <a:pt x="6339" y="8529"/>
                  </a:lnTo>
                  <a:lnTo>
                    <a:pt x="6034" y="8453"/>
                  </a:lnTo>
                  <a:lnTo>
                    <a:pt x="7587" y="1757"/>
                  </a:lnTo>
                  <a:lnTo>
                    <a:pt x="7638" y="1503"/>
                  </a:lnTo>
                  <a:lnTo>
                    <a:pt x="7587" y="1044"/>
                  </a:lnTo>
                  <a:lnTo>
                    <a:pt x="7358" y="637"/>
                  </a:lnTo>
                  <a:lnTo>
                    <a:pt x="7027" y="357"/>
                  </a:lnTo>
                  <a:lnTo>
                    <a:pt x="6823" y="306"/>
                  </a:lnTo>
                  <a:lnTo>
                    <a:pt x="6594" y="255"/>
                  </a:lnTo>
                  <a:lnTo>
                    <a:pt x="6187" y="357"/>
                  </a:lnTo>
                  <a:lnTo>
                    <a:pt x="5830" y="637"/>
                  </a:lnTo>
                  <a:lnTo>
                    <a:pt x="5550" y="1019"/>
                  </a:lnTo>
                  <a:lnTo>
                    <a:pt x="5474" y="1273"/>
                  </a:lnTo>
                  <a:lnTo>
                    <a:pt x="3386" y="10439"/>
                  </a:lnTo>
                  <a:lnTo>
                    <a:pt x="3132" y="9548"/>
                  </a:lnTo>
                  <a:lnTo>
                    <a:pt x="2648" y="8173"/>
                  </a:lnTo>
                  <a:lnTo>
                    <a:pt x="2139" y="7231"/>
                  </a:lnTo>
                  <a:lnTo>
                    <a:pt x="1630" y="6594"/>
                  </a:lnTo>
                  <a:lnTo>
                    <a:pt x="968" y="6111"/>
                  </a:lnTo>
                  <a:lnTo>
                    <a:pt x="382" y="6034"/>
                  </a:lnTo>
                  <a:lnTo>
                    <a:pt x="331" y="6060"/>
                  </a:lnTo>
                  <a:lnTo>
                    <a:pt x="153" y="6136"/>
                  </a:lnTo>
                  <a:lnTo>
                    <a:pt x="0" y="6442"/>
                  </a:lnTo>
                  <a:lnTo>
                    <a:pt x="0" y="6951"/>
                  </a:lnTo>
                  <a:lnTo>
                    <a:pt x="26" y="7078"/>
                  </a:lnTo>
                  <a:lnTo>
                    <a:pt x="560" y="10006"/>
                  </a:lnTo>
                  <a:lnTo>
                    <a:pt x="1146" y="13494"/>
                  </a:lnTo>
                  <a:lnTo>
                    <a:pt x="1222" y="13901"/>
                  </a:lnTo>
                  <a:lnTo>
                    <a:pt x="1426" y="14563"/>
                  </a:lnTo>
                  <a:lnTo>
                    <a:pt x="1910" y="15327"/>
                  </a:lnTo>
                  <a:lnTo>
                    <a:pt x="2953" y="16116"/>
                  </a:lnTo>
                  <a:lnTo>
                    <a:pt x="3157" y="16192"/>
                  </a:lnTo>
                  <a:lnTo>
                    <a:pt x="1859" y="21844"/>
                  </a:lnTo>
                  <a:lnTo>
                    <a:pt x="8784" y="23448"/>
                  </a:lnTo>
                  <a:lnTo>
                    <a:pt x="10158" y="17694"/>
                  </a:lnTo>
                  <a:lnTo>
                    <a:pt x="10286" y="17694"/>
                  </a:lnTo>
                  <a:lnTo>
                    <a:pt x="10693" y="17618"/>
                  </a:lnTo>
                  <a:lnTo>
                    <a:pt x="11202" y="17338"/>
                  </a:lnTo>
                  <a:lnTo>
                    <a:pt x="11635" y="16803"/>
                  </a:lnTo>
                  <a:lnTo>
                    <a:pt x="11762" y="16396"/>
                  </a:lnTo>
                  <a:lnTo>
                    <a:pt x="12093" y="14970"/>
                  </a:lnTo>
                  <a:lnTo>
                    <a:pt x="12831" y="11737"/>
                  </a:lnTo>
                  <a:lnTo>
                    <a:pt x="13086" y="10617"/>
                  </a:lnTo>
                  <a:lnTo>
                    <a:pt x="13213" y="10108"/>
                  </a:lnTo>
                  <a:lnTo>
                    <a:pt x="14232" y="5652"/>
                  </a:lnTo>
                  <a:lnTo>
                    <a:pt x="14283" y="5423"/>
                  </a:lnTo>
                  <a:lnTo>
                    <a:pt x="14232" y="4965"/>
                  </a:lnTo>
                  <a:lnTo>
                    <a:pt x="14028" y="4609"/>
                  </a:lnTo>
                  <a:lnTo>
                    <a:pt x="13723" y="4354"/>
                  </a:lnTo>
                  <a:lnTo>
                    <a:pt x="13519" y="4303"/>
                  </a:lnTo>
                  <a:lnTo>
                    <a:pt x="13315" y="4252"/>
                  </a:lnTo>
                  <a:lnTo>
                    <a:pt x="12933" y="4354"/>
                  </a:lnTo>
                  <a:lnTo>
                    <a:pt x="12602" y="4609"/>
                  </a:lnTo>
                  <a:lnTo>
                    <a:pt x="12348" y="4965"/>
                  </a:lnTo>
                  <a:lnTo>
                    <a:pt x="12297" y="5194"/>
                  </a:lnTo>
                  <a:lnTo>
                    <a:pt x="11253" y="9675"/>
                  </a:lnTo>
                  <a:lnTo>
                    <a:pt x="10871" y="9573"/>
                  </a:lnTo>
                  <a:lnTo>
                    <a:pt x="12322" y="3285"/>
                  </a:lnTo>
                  <a:lnTo>
                    <a:pt x="12373" y="3030"/>
                  </a:lnTo>
                  <a:lnTo>
                    <a:pt x="12297" y="2572"/>
                  </a:lnTo>
                  <a:lnTo>
                    <a:pt x="12093" y="2165"/>
                  </a:lnTo>
                  <a:lnTo>
                    <a:pt x="11762" y="1884"/>
                  </a:lnTo>
                  <a:lnTo>
                    <a:pt x="11559" y="1834"/>
                  </a:lnTo>
                  <a:lnTo>
                    <a:pt x="11329" y="1783"/>
                  </a:lnTo>
                  <a:lnTo>
                    <a:pt x="10922" y="1884"/>
                  </a:lnTo>
                  <a:lnTo>
                    <a:pt x="10540" y="2165"/>
                  </a:lnTo>
                  <a:lnTo>
                    <a:pt x="10286" y="2546"/>
                  </a:lnTo>
                  <a:lnTo>
                    <a:pt x="10209" y="2801"/>
                  </a:lnTo>
                  <a:lnTo>
                    <a:pt x="8758" y="9089"/>
                  </a:lnTo>
                  <a:lnTo>
                    <a:pt x="8453" y="9013"/>
                  </a:lnTo>
                  <a:lnTo>
                    <a:pt x="10184" y="1503"/>
                  </a:lnTo>
                  <a:lnTo>
                    <a:pt x="10235" y="1248"/>
                  </a:lnTo>
                  <a:lnTo>
                    <a:pt x="10184" y="764"/>
                  </a:lnTo>
                  <a:lnTo>
                    <a:pt x="9980" y="357"/>
                  </a:lnTo>
                  <a:lnTo>
                    <a:pt x="9624" y="102"/>
                  </a:lnTo>
                  <a:lnTo>
                    <a:pt x="9420" y="26"/>
                  </a:lnTo>
                  <a:lnTo>
                    <a:pt x="9216" y="1"/>
                  </a:lnTo>
                  <a:close/>
                </a:path>
              </a:pathLst>
            </a:custGeom>
            <a:solidFill>
              <a:srgbClr val="F2D1A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43"/>
            <p:cNvSpPr/>
            <p:nvPr/>
          </p:nvSpPr>
          <p:spPr>
            <a:xfrm>
              <a:off x="5289775" y="2714900"/>
              <a:ext cx="25" cy="675"/>
            </a:xfrm>
            <a:custGeom>
              <a:rect b="b" l="l" r="r" t="t"/>
              <a:pathLst>
                <a:path extrusionOk="0" h="27" w="1">
                  <a:moveTo>
                    <a:pt x="1" y="1"/>
                  </a:moveTo>
                  <a:lnTo>
                    <a:pt x="1" y="1"/>
                  </a:lnTo>
                  <a:lnTo>
                    <a:pt x="1" y="26"/>
                  </a:lnTo>
                  <a:lnTo>
                    <a:pt x="1" y="1"/>
                  </a:lnTo>
                  <a:lnTo>
                    <a:pt x="1"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3"/>
            <p:cNvSpPr/>
            <p:nvPr/>
          </p:nvSpPr>
          <p:spPr>
            <a:xfrm>
              <a:off x="5322875" y="2659525"/>
              <a:ext cx="191600" cy="55400"/>
            </a:xfrm>
            <a:custGeom>
              <a:rect b="b" l="l" r="r" t="t"/>
              <a:pathLst>
                <a:path extrusionOk="0" h="2216" w="7664">
                  <a:moveTo>
                    <a:pt x="128" y="1"/>
                  </a:moveTo>
                  <a:lnTo>
                    <a:pt x="1" y="485"/>
                  </a:lnTo>
                  <a:lnTo>
                    <a:pt x="7536" y="2216"/>
                  </a:lnTo>
                  <a:lnTo>
                    <a:pt x="7664" y="1732"/>
                  </a:lnTo>
                  <a:lnTo>
                    <a:pt x="6569" y="1503"/>
                  </a:lnTo>
                  <a:lnTo>
                    <a:pt x="6187" y="1401"/>
                  </a:lnTo>
                  <a:lnTo>
                    <a:pt x="4074" y="917"/>
                  </a:lnTo>
                  <a:lnTo>
                    <a:pt x="3769" y="841"/>
                  </a:lnTo>
                  <a:lnTo>
                    <a:pt x="1681" y="357"/>
                  </a:lnTo>
                  <a:lnTo>
                    <a:pt x="1655" y="357"/>
                  </a:lnTo>
                  <a:lnTo>
                    <a:pt x="1350" y="281"/>
                  </a:lnTo>
                  <a:lnTo>
                    <a:pt x="128"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43"/>
            <p:cNvSpPr/>
            <p:nvPr/>
          </p:nvSpPr>
          <p:spPr>
            <a:xfrm>
              <a:off x="5290425" y="2708550"/>
              <a:ext cx="105675" cy="159775"/>
            </a:xfrm>
            <a:custGeom>
              <a:rect b="b" l="l" r="r" t="t"/>
              <a:pathLst>
                <a:path extrusionOk="0" h="6391" w="4227">
                  <a:moveTo>
                    <a:pt x="51" y="0"/>
                  </a:moveTo>
                  <a:lnTo>
                    <a:pt x="51" y="51"/>
                  </a:lnTo>
                  <a:lnTo>
                    <a:pt x="0" y="280"/>
                  </a:lnTo>
                  <a:lnTo>
                    <a:pt x="204" y="306"/>
                  </a:lnTo>
                  <a:lnTo>
                    <a:pt x="1120" y="637"/>
                  </a:lnTo>
                  <a:lnTo>
                    <a:pt x="1833" y="1044"/>
                  </a:lnTo>
                  <a:lnTo>
                    <a:pt x="2597" y="1680"/>
                  </a:lnTo>
                  <a:lnTo>
                    <a:pt x="3234" y="2571"/>
                  </a:lnTo>
                  <a:lnTo>
                    <a:pt x="3717" y="3794"/>
                  </a:lnTo>
                  <a:lnTo>
                    <a:pt x="3870" y="5372"/>
                  </a:lnTo>
                  <a:lnTo>
                    <a:pt x="3794" y="6314"/>
                  </a:lnTo>
                  <a:lnTo>
                    <a:pt x="4099" y="6390"/>
                  </a:lnTo>
                  <a:lnTo>
                    <a:pt x="4125" y="6212"/>
                  </a:lnTo>
                  <a:lnTo>
                    <a:pt x="4226" y="5117"/>
                  </a:lnTo>
                  <a:lnTo>
                    <a:pt x="4150" y="4124"/>
                  </a:lnTo>
                  <a:lnTo>
                    <a:pt x="3895" y="3030"/>
                  </a:lnTo>
                  <a:lnTo>
                    <a:pt x="3335" y="1935"/>
                  </a:lnTo>
                  <a:lnTo>
                    <a:pt x="2393" y="968"/>
                  </a:lnTo>
                  <a:lnTo>
                    <a:pt x="1375" y="407"/>
                  </a:lnTo>
                  <a:lnTo>
                    <a:pt x="535" y="102"/>
                  </a:lnTo>
                  <a:lnTo>
                    <a:pt x="51"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3"/>
            <p:cNvSpPr/>
            <p:nvPr/>
          </p:nvSpPr>
          <p:spPr>
            <a:xfrm>
              <a:off x="5268150" y="2888650"/>
              <a:ext cx="183950" cy="84675"/>
            </a:xfrm>
            <a:custGeom>
              <a:rect b="b" l="l" r="r" t="t"/>
              <a:pathLst>
                <a:path extrusionOk="0" h="3387" w="7358">
                  <a:moveTo>
                    <a:pt x="408" y="1"/>
                  </a:moveTo>
                  <a:lnTo>
                    <a:pt x="0" y="1783"/>
                  </a:lnTo>
                  <a:lnTo>
                    <a:pt x="6950" y="3387"/>
                  </a:lnTo>
                  <a:lnTo>
                    <a:pt x="7358" y="1605"/>
                  </a:lnTo>
                  <a:lnTo>
                    <a:pt x="408"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3"/>
            <p:cNvSpPr/>
            <p:nvPr/>
          </p:nvSpPr>
          <p:spPr>
            <a:xfrm>
              <a:off x="5228050" y="2910950"/>
              <a:ext cx="238050" cy="100575"/>
            </a:xfrm>
            <a:custGeom>
              <a:rect b="b" l="l" r="r" t="t"/>
              <a:pathLst>
                <a:path extrusionOk="0" h="4023" w="9522">
                  <a:moveTo>
                    <a:pt x="459" y="0"/>
                  </a:moveTo>
                  <a:lnTo>
                    <a:pt x="0" y="1909"/>
                  </a:lnTo>
                  <a:lnTo>
                    <a:pt x="9089" y="4023"/>
                  </a:lnTo>
                  <a:lnTo>
                    <a:pt x="9522" y="2088"/>
                  </a:lnTo>
                  <a:lnTo>
                    <a:pt x="459" y="0"/>
                  </a:lnTo>
                  <a:close/>
                </a:path>
              </a:pathLst>
            </a:custGeom>
            <a:solidFill>
              <a:srgbClr val="CFE6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3"/>
            <p:cNvSpPr/>
            <p:nvPr/>
          </p:nvSpPr>
          <p:spPr>
            <a:xfrm>
              <a:off x="5206400" y="2948500"/>
              <a:ext cx="250800" cy="105675"/>
            </a:xfrm>
            <a:custGeom>
              <a:rect b="b" l="l" r="r" t="t"/>
              <a:pathLst>
                <a:path extrusionOk="0" h="4227" w="10032">
                  <a:moveTo>
                    <a:pt x="968" y="0"/>
                  </a:moveTo>
                  <a:lnTo>
                    <a:pt x="1" y="4226"/>
                  </a:lnTo>
                  <a:lnTo>
                    <a:pt x="9548" y="4226"/>
                  </a:lnTo>
                  <a:lnTo>
                    <a:pt x="10031" y="2088"/>
                  </a:lnTo>
                  <a:lnTo>
                    <a:pt x="968" y="0"/>
                  </a:lnTo>
                  <a:close/>
                </a:path>
              </a:pathLst>
            </a:custGeom>
            <a:solidFill>
              <a:srgbClr val="7DC72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2" name="Google Shape;632;p43"/>
          <p:cNvGrpSpPr/>
          <p:nvPr/>
        </p:nvGrpSpPr>
        <p:grpSpPr>
          <a:xfrm flipH="1">
            <a:off x="4978810" y="3349589"/>
            <a:ext cx="1649444" cy="1388992"/>
            <a:chOff x="2062875" y="1879850"/>
            <a:chExt cx="1394525" cy="1174325"/>
          </a:xfrm>
        </p:grpSpPr>
        <p:sp>
          <p:nvSpPr>
            <p:cNvPr id="633" name="Google Shape;633;p43"/>
            <p:cNvSpPr/>
            <p:nvPr/>
          </p:nvSpPr>
          <p:spPr>
            <a:xfrm>
              <a:off x="2098525" y="2337475"/>
              <a:ext cx="969350" cy="705875"/>
            </a:xfrm>
            <a:custGeom>
              <a:rect b="b" l="l" r="r" t="t"/>
              <a:pathLst>
                <a:path extrusionOk="0" h="28235" w="38774">
                  <a:moveTo>
                    <a:pt x="15505" y="1"/>
                  </a:moveTo>
                  <a:lnTo>
                    <a:pt x="12195" y="153"/>
                  </a:lnTo>
                  <a:lnTo>
                    <a:pt x="11559" y="204"/>
                  </a:lnTo>
                  <a:lnTo>
                    <a:pt x="10107" y="586"/>
                  </a:lnTo>
                  <a:lnTo>
                    <a:pt x="8529" y="1248"/>
                  </a:lnTo>
                  <a:lnTo>
                    <a:pt x="6950" y="2190"/>
                  </a:lnTo>
                  <a:lnTo>
                    <a:pt x="5474" y="3412"/>
                  </a:lnTo>
                  <a:lnTo>
                    <a:pt x="4201" y="4838"/>
                  </a:lnTo>
                  <a:lnTo>
                    <a:pt x="3463" y="6085"/>
                  </a:lnTo>
                  <a:lnTo>
                    <a:pt x="3081" y="6976"/>
                  </a:lnTo>
                  <a:lnTo>
                    <a:pt x="2826" y="7944"/>
                  </a:lnTo>
                  <a:lnTo>
                    <a:pt x="2699" y="8937"/>
                  </a:lnTo>
                  <a:lnTo>
                    <a:pt x="2699" y="9446"/>
                  </a:lnTo>
                  <a:lnTo>
                    <a:pt x="2724" y="10286"/>
                  </a:lnTo>
                  <a:lnTo>
                    <a:pt x="3055" y="11534"/>
                  </a:lnTo>
                  <a:lnTo>
                    <a:pt x="3463" y="12501"/>
                  </a:lnTo>
                  <a:lnTo>
                    <a:pt x="3666" y="13570"/>
                  </a:lnTo>
                  <a:lnTo>
                    <a:pt x="3590" y="14232"/>
                  </a:lnTo>
                  <a:lnTo>
                    <a:pt x="3412" y="15021"/>
                  </a:lnTo>
                  <a:lnTo>
                    <a:pt x="2826" y="16091"/>
                  </a:lnTo>
                  <a:lnTo>
                    <a:pt x="2088" y="16905"/>
                  </a:lnTo>
                  <a:lnTo>
                    <a:pt x="1273" y="17796"/>
                  </a:lnTo>
                  <a:lnTo>
                    <a:pt x="917" y="18407"/>
                  </a:lnTo>
                  <a:lnTo>
                    <a:pt x="637" y="18942"/>
                  </a:lnTo>
                  <a:lnTo>
                    <a:pt x="255" y="20062"/>
                  </a:lnTo>
                  <a:lnTo>
                    <a:pt x="26" y="21208"/>
                  </a:lnTo>
                  <a:lnTo>
                    <a:pt x="0" y="22379"/>
                  </a:lnTo>
                  <a:lnTo>
                    <a:pt x="178" y="23525"/>
                  </a:lnTo>
                  <a:lnTo>
                    <a:pt x="560" y="24619"/>
                  </a:lnTo>
                  <a:lnTo>
                    <a:pt x="1197" y="25587"/>
                  </a:lnTo>
                  <a:lnTo>
                    <a:pt x="2037" y="26427"/>
                  </a:lnTo>
                  <a:lnTo>
                    <a:pt x="2572" y="26783"/>
                  </a:lnTo>
                  <a:lnTo>
                    <a:pt x="2902" y="26962"/>
                  </a:lnTo>
                  <a:lnTo>
                    <a:pt x="4048" y="27292"/>
                  </a:lnTo>
                  <a:lnTo>
                    <a:pt x="6518" y="27674"/>
                  </a:lnTo>
                  <a:lnTo>
                    <a:pt x="11100" y="28056"/>
                  </a:lnTo>
                  <a:lnTo>
                    <a:pt x="16548" y="28234"/>
                  </a:lnTo>
                  <a:lnTo>
                    <a:pt x="22251" y="28234"/>
                  </a:lnTo>
                  <a:lnTo>
                    <a:pt x="27674" y="28056"/>
                  </a:lnTo>
                  <a:lnTo>
                    <a:pt x="32257" y="27674"/>
                  </a:lnTo>
                  <a:lnTo>
                    <a:pt x="34752" y="27292"/>
                  </a:lnTo>
                  <a:lnTo>
                    <a:pt x="35872" y="26962"/>
                  </a:lnTo>
                  <a:lnTo>
                    <a:pt x="36228" y="26783"/>
                  </a:lnTo>
                  <a:lnTo>
                    <a:pt x="36763" y="26427"/>
                  </a:lnTo>
                  <a:lnTo>
                    <a:pt x="37603" y="25587"/>
                  </a:lnTo>
                  <a:lnTo>
                    <a:pt x="38214" y="24619"/>
                  </a:lnTo>
                  <a:lnTo>
                    <a:pt x="38621" y="23525"/>
                  </a:lnTo>
                  <a:lnTo>
                    <a:pt x="38774" y="22379"/>
                  </a:lnTo>
                  <a:lnTo>
                    <a:pt x="38749" y="21208"/>
                  </a:lnTo>
                  <a:lnTo>
                    <a:pt x="38545" y="20062"/>
                  </a:lnTo>
                  <a:lnTo>
                    <a:pt x="38138" y="18942"/>
                  </a:lnTo>
                  <a:lnTo>
                    <a:pt x="37883" y="18407"/>
                  </a:lnTo>
                  <a:lnTo>
                    <a:pt x="37527" y="17796"/>
                  </a:lnTo>
                  <a:lnTo>
                    <a:pt x="36712" y="16905"/>
                  </a:lnTo>
                  <a:lnTo>
                    <a:pt x="35948" y="16091"/>
                  </a:lnTo>
                  <a:lnTo>
                    <a:pt x="35388" y="15021"/>
                  </a:lnTo>
                  <a:lnTo>
                    <a:pt x="35210" y="14232"/>
                  </a:lnTo>
                  <a:lnTo>
                    <a:pt x="35133" y="13570"/>
                  </a:lnTo>
                  <a:lnTo>
                    <a:pt x="35337" y="12501"/>
                  </a:lnTo>
                  <a:lnTo>
                    <a:pt x="35719" y="11534"/>
                  </a:lnTo>
                  <a:lnTo>
                    <a:pt x="36050" y="10286"/>
                  </a:lnTo>
                  <a:lnTo>
                    <a:pt x="36101" y="9446"/>
                  </a:lnTo>
                  <a:lnTo>
                    <a:pt x="36101" y="8937"/>
                  </a:lnTo>
                  <a:lnTo>
                    <a:pt x="35974" y="7944"/>
                  </a:lnTo>
                  <a:lnTo>
                    <a:pt x="35693" y="6976"/>
                  </a:lnTo>
                  <a:lnTo>
                    <a:pt x="35337" y="6085"/>
                  </a:lnTo>
                  <a:lnTo>
                    <a:pt x="34599" y="4838"/>
                  </a:lnTo>
                  <a:lnTo>
                    <a:pt x="33326" y="3412"/>
                  </a:lnTo>
                  <a:lnTo>
                    <a:pt x="31849" y="2190"/>
                  </a:lnTo>
                  <a:lnTo>
                    <a:pt x="30271" y="1248"/>
                  </a:lnTo>
                  <a:lnTo>
                    <a:pt x="28692" y="586"/>
                  </a:lnTo>
                  <a:lnTo>
                    <a:pt x="27241" y="204"/>
                  </a:lnTo>
                  <a:lnTo>
                    <a:pt x="26605" y="153"/>
                  </a:lnTo>
                  <a:lnTo>
                    <a:pt x="23295" y="1"/>
                  </a:lnTo>
                  <a:close/>
                </a:path>
              </a:pathLst>
            </a:custGeom>
            <a:solidFill>
              <a:srgbClr val="9E79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3"/>
            <p:cNvSpPr/>
            <p:nvPr/>
          </p:nvSpPr>
          <p:spPr>
            <a:xfrm>
              <a:off x="2177450" y="2352125"/>
              <a:ext cx="68125" cy="190950"/>
            </a:xfrm>
            <a:custGeom>
              <a:rect b="b" l="l" r="r" t="t"/>
              <a:pathLst>
                <a:path extrusionOk="0" h="7638" w="2725">
                  <a:moveTo>
                    <a:pt x="2724" y="0"/>
                  </a:moveTo>
                  <a:lnTo>
                    <a:pt x="2164" y="26"/>
                  </a:lnTo>
                  <a:lnTo>
                    <a:pt x="1197" y="433"/>
                  </a:lnTo>
                  <a:lnTo>
                    <a:pt x="458" y="1197"/>
                  </a:lnTo>
                  <a:lnTo>
                    <a:pt x="26" y="2164"/>
                  </a:lnTo>
                  <a:lnTo>
                    <a:pt x="0" y="2724"/>
                  </a:lnTo>
                  <a:lnTo>
                    <a:pt x="0" y="4914"/>
                  </a:lnTo>
                  <a:lnTo>
                    <a:pt x="26" y="5448"/>
                  </a:lnTo>
                  <a:lnTo>
                    <a:pt x="458" y="6441"/>
                  </a:lnTo>
                  <a:lnTo>
                    <a:pt x="1197" y="7180"/>
                  </a:lnTo>
                  <a:lnTo>
                    <a:pt x="2164" y="7587"/>
                  </a:lnTo>
                  <a:lnTo>
                    <a:pt x="2724" y="7638"/>
                  </a:lnTo>
                  <a:lnTo>
                    <a:pt x="2724" y="0"/>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43"/>
            <p:cNvSpPr/>
            <p:nvPr/>
          </p:nvSpPr>
          <p:spPr>
            <a:xfrm>
              <a:off x="2922100" y="2352125"/>
              <a:ext cx="68150" cy="190950"/>
            </a:xfrm>
            <a:custGeom>
              <a:rect b="b" l="l" r="r" t="t"/>
              <a:pathLst>
                <a:path extrusionOk="0" h="7638" w="2726">
                  <a:moveTo>
                    <a:pt x="1" y="0"/>
                  </a:moveTo>
                  <a:lnTo>
                    <a:pt x="1" y="7638"/>
                  </a:lnTo>
                  <a:lnTo>
                    <a:pt x="561" y="7587"/>
                  </a:lnTo>
                  <a:lnTo>
                    <a:pt x="1528" y="7180"/>
                  </a:lnTo>
                  <a:lnTo>
                    <a:pt x="2267" y="6441"/>
                  </a:lnTo>
                  <a:lnTo>
                    <a:pt x="2700" y="5448"/>
                  </a:lnTo>
                  <a:lnTo>
                    <a:pt x="2725" y="4914"/>
                  </a:lnTo>
                  <a:lnTo>
                    <a:pt x="2725" y="2724"/>
                  </a:lnTo>
                  <a:lnTo>
                    <a:pt x="2700" y="2164"/>
                  </a:lnTo>
                  <a:lnTo>
                    <a:pt x="2267" y="1197"/>
                  </a:lnTo>
                  <a:lnTo>
                    <a:pt x="1528" y="433"/>
                  </a:lnTo>
                  <a:lnTo>
                    <a:pt x="561" y="26"/>
                  </a:lnTo>
                  <a:lnTo>
                    <a:pt x="1" y="0"/>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43"/>
            <p:cNvSpPr/>
            <p:nvPr/>
          </p:nvSpPr>
          <p:spPr>
            <a:xfrm>
              <a:off x="2479125" y="2740375"/>
              <a:ext cx="210050" cy="263525"/>
            </a:xfrm>
            <a:custGeom>
              <a:rect b="b" l="l" r="r" t="t"/>
              <a:pathLst>
                <a:path extrusionOk="0" h="10541" w="8402">
                  <a:moveTo>
                    <a:pt x="1" y="0"/>
                  </a:moveTo>
                  <a:lnTo>
                    <a:pt x="1" y="10540"/>
                  </a:lnTo>
                  <a:lnTo>
                    <a:pt x="8402" y="10540"/>
                  </a:lnTo>
                  <a:lnTo>
                    <a:pt x="8402" y="0"/>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3"/>
            <p:cNvSpPr/>
            <p:nvPr/>
          </p:nvSpPr>
          <p:spPr>
            <a:xfrm>
              <a:off x="2233450" y="1924400"/>
              <a:ext cx="700775" cy="875825"/>
            </a:xfrm>
            <a:custGeom>
              <a:rect b="b" l="l" r="r" t="t"/>
              <a:pathLst>
                <a:path extrusionOk="0" h="35033" w="28031">
                  <a:moveTo>
                    <a:pt x="14028" y="1"/>
                  </a:moveTo>
                  <a:lnTo>
                    <a:pt x="13290" y="26"/>
                  </a:lnTo>
                  <a:lnTo>
                    <a:pt x="11890" y="179"/>
                  </a:lnTo>
                  <a:lnTo>
                    <a:pt x="10515" y="459"/>
                  </a:lnTo>
                  <a:lnTo>
                    <a:pt x="9191" y="867"/>
                  </a:lnTo>
                  <a:lnTo>
                    <a:pt x="7944" y="1401"/>
                  </a:lnTo>
                  <a:lnTo>
                    <a:pt x="6747" y="2038"/>
                  </a:lnTo>
                  <a:lnTo>
                    <a:pt x="5627" y="2801"/>
                  </a:lnTo>
                  <a:lnTo>
                    <a:pt x="4583" y="3642"/>
                  </a:lnTo>
                  <a:lnTo>
                    <a:pt x="3641" y="4609"/>
                  </a:lnTo>
                  <a:lnTo>
                    <a:pt x="2775" y="5653"/>
                  </a:lnTo>
                  <a:lnTo>
                    <a:pt x="2012" y="6773"/>
                  </a:lnTo>
                  <a:lnTo>
                    <a:pt x="1375" y="7944"/>
                  </a:lnTo>
                  <a:lnTo>
                    <a:pt x="841" y="9217"/>
                  </a:lnTo>
                  <a:lnTo>
                    <a:pt x="433" y="10541"/>
                  </a:lnTo>
                  <a:lnTo>
                    <a:pt x="153" y="11890"/>
                  </a:lnTo>
                  <a:lnTo>
                    <a:pt x="0" y="13316"/>
                  </a:lnTo>
                  <a:lnTo>
                    <a:pt x="0" y="14029"/>
                  </a:lnTo>
                  <a:lnTo>
                    <a:pt x="0" y="21004"/>
                  </a:lnTo>
                  <a:lnTo>
                    <a:pt x="0" y="21743"/>
                  </a:lnTo>
                  <a:lnTo>
                    <a:pt x="153" y="23143"/>
                  </a:lnTo>
                  <a:lnTo>
                    <a:pt x="433" y="24518"/>
                  </a:lnTo>
                  <a:lnTo>
                    <a:pt x="841" y="25842"/>
                  </a:lnTo>
                  <a:lnTo>
                    <a:pt x="1375" y="27089"/>
                  </a:lnTo>
                  <a:lnTo>
                    <a:pt x="2012" y="28286"/>
                  </a:lnTo>
                  <a:lnTo>
                    <a:pt x="2775" y="29406"/>
                  </a:lnTo>
                  <a:lnTo>
                    <a:pt x="3641" y="30450"/>
                  </a:lnTo>
                  <a:lnTo>
                    <a:pt x="4583" y="31392"/>
                  </a:lnTo>
                  <a:lnTo>
                    <a:pt x="5627" y="32257"/>
                  </a:lnTo>
                  <a:lnTo>
                    <a:pt x="6747" y="33021"/>
                  </a:lnTo>
                  <a:lnTo>
                    <a:pt x="7944" y="33657"/>
                  </a:lnTo>
                  <a:lnTo>
                    <a:pt x="9191" y="34192"/>
                  </a:lnTo>
                  <a:lnTo>
                    <a:pt x="10515" y="34599"/>
                  </a:lnTo>
                  <a:lnTo>
                    <a:pt x="11890" y="34879"/>
                  </a:lnTo>
                  <a:lnTo>
                    <a:pt x="13290" y="35032"/>
                  </a:lnTo>
                  <a:lnTo>
                    <a:pt x="14741" y="35032"/>
                  </a:lnTo>
                  <a:lnTo>
                    <a:pt x="16167" y="34879"/>
                  </a:lnTo>
                  <a:lnTo>
                    <a:pt x="17516" y="34599"/>
                  </a:lnTo>
                  <a:lnTo>
                    <a:pt x="18840" y="34192"/>
                  </a:lnTo>
                  <a:lnTo>
                    <a:pt x="20087" y="33657"/>
                  </a:lnTo>
                  <a:lnTo>
                    <a:pt x="21284" y="33021"/>
                  </a:lnTo>
                  <a:lnTo>
                    <a:pt x="22404" y="32257"/>
                  </a:lnTo>
                  <a:lnTo>
                    <a:pt x="23448" y="31392"/>
                  </a:lnTo>
                  <a:lnTo>
                    <a:pt x="24390" y="30450"/>
                  </a:lnTo>
                  <a:lnTo>
                    <a:pt x="25256" y="29406"/>
                  </a:lnTo>
                  <a:lnTo>
                    <a:pt x="26019" y="28286"/>
                  </a:lnTo>
                  <a:lnTo>
                    <a:pt x="26656" y="27089"/>
                  </a:lnTo>
                  <a:lnTo>
                    <a:pt x="27191" y="25842"/>
                  </a:lnTo>
                  <a:lnTo>
                    <a:pt x="27598" y="24518"/>
                  </a:lnTo>
                  <a:lnTo>
                    <a:pt x="27878" y="23143"/>
                  </a:lnTo>
                  <a:lnTo>
                    <a:pt x="28031" y="21743"/>
                  </a:lnTo>
                  <a:lnTo>
                    <a:pt x="28031" y="21004"/>
                  </a:lnTo>
                  <a:lnTo>
                    <a:pt x="28031" y="14029"/>
                  </a:lnTo>
                  <a:lnTo>
                    <a:pt x="28031" y="13316"/>
                  </a:lnTo>
                  <a:lnTo>
                    <a:pt x="27878" y="11890"/>
                  </a:lnTo>
                  <a:lnTo>
                    <a:pt x="27598" y="10541"/>
                  </a:lnTo>
                  <a:lnTo>
                    <a:pt x="27191" y="9217"/>
                  </a:lnTo>
                  <a:lnTo>
                    <a:pt x="26656" y="7944"/>
                  </a:lnTo>
                  <a:lnTo>
                    <a:pt x="26019" y="6773"/>
                  </a:lnTo>
                  <a:lnTo>
                    <a:pt x="25256" y="5653"/>
                  </a:lnTo>
                  <a:lnTo>
                    <a:pt x="24390" y="4609"/>
                  </a:lnTo>
                  <a:lnTo>
                    <a:pt x="23448" y="3642"/>
                  </a:lnTo>
                  <a:lnTo>
                    <a:pt x="22404" y="2801"/>
                  </a:lnTo>
                  <a:lnTo>
                    <a:pt x="21284" y="2038"/>
                  </a:lnTo>
                  <a:lnTo>
                    <a:pt x="20087" y="1401"/>
                  </a:lnTo>
                  <a:lnTo>
                    <a:pt x="18840" y="867"/>
                  </a:lnTo>
                  <a:lnTo>
                    <a:pt x="17516" y="459"/>
                  </a:lnTo>
                  <a:lnTo>
                    <a:pt x="16167" y="179"/>
                  </a:lnTo>
                  <a:lnTo>
                    <a:pt x="14741" y="26"/>
                  </a:lnTo>
                  <a:lnTo>
                    <a:pt x="14028" y="1"/>
                  </a:lnTo>
                  <a:close/>
                </a:path>
              </a:pathLst>
            </a:custGeom>
            <a:solidFill>
              <a:srgbClr val="F0C1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43"/>
            <p:cNvSpPr/>
            <p:nvPr/>
          </p:nvSpPr>
          <p:spPr>
            <a:xfrm>
              <a:off x="2358200" y="2418300"/>
              <a:ext cx="91050" cy="91050"/>
            </a:xfrm>
            <a:custGeom>
              <a:rect b="b" l="l" r="r" t="t"/>
              <a:pathLst>
                <a:path extrusionOk="0" h="3642" w="3642">
                  <a:moveTo>
                    <a:pt x="1808" y="1"/>
                  </a:moveTo>
                  <a:lnTo>
                    <a:pt x="1452" y="26"/>
                  </a:lnTo>
                  <a:lnTo>
                    <a:pt x="790" y="306"/>
                  </a:lnTo>
                  <a:lnTo>
                    <a:pt x="306" y="790"/>
                  </a:lnTo>
                  <a:lnTo>
                    <a:pt x="26" y="1452"/>
                  </a:lnTo>
                  <a:lnTo>
                    <a:pt x="0" y="1809"/>
                  </a:lnTo>
                  <a:lnTo>
                    <a:pt x="26" y="2190"/>
                  </a:lnTo>
                  <a:lnTo>
                    <a:pt x="306" y="2827"/>
                  </a:lnTo>
                  <a:lnTo>
                    <a:pt x="790" y="3336"/>
                  </a:lnTo>
                  <a:lnTo>
                    <a:pt x="1452" y="3616"/>
                  </a:lnTo>
                  <a:lnTo>
                    <a:pt x="1808" y="3642"/>
                  </a:lnTo>
                  <a:lnTo>
                    <a:pt x="2190" y="3616"/>
                  </a:lnTo>
                  <a:lnTo>
                    <a:pt x="2826" y="3336"/>
                  </a:lnTo>
                  <a:lnTo>
                    <a:pt x="3336" y="2827"/>
                  </a:lnTo>
                  <a:lnTo>
                    <a:pt x="3616" y="2190"/>
                  </a:lnTo>
                  <a:lnTo>
                    <a:pt x="3641" y="1809"/>
                  </a:lnTo>
                  <a:lnTo>
                    <a:pt x="3616" y="1452"/>
                  </a:lnTo>
                  <a:lnTo>
                    <a:pt x="3336" y="790"/>
                  </a:lnTo>
                  <a:lnTo>
                    <a:pt x="2826" y="306"/>
                  </a:lnTo>
                  <a:lnTo>
                    <a:pt x="2190" y="26"/>
                  </a:lnTo>
                  <a:lnTo>
                    <a:pt x="1808" y="1"/>
                  </a:lnTo>
                  <a:close/>
                </a:path>
              </a:pathLst>
            </a:custGeom>
            <a:solidFill>
              <a:srgbClr val="419C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43"/>
            <p:cNvSpPr/>
            <p:nvPr/>
          </p:nvSpPr>
          <p:spPr>
            <a:xfrm>
              <a:off x="2718450" y="2418300"/>
              <a:ext cx="91025" cy="91050"/>
            </a:xfrm>
            <a:custGeom>
              <a:rect b="b" l="l" r="r" t="t"/>
              <a:pathLst>
                <a:path extrusionOk="0" h="3642" w="3641">
                  <a:moveTo>
                    <a:pt x="1833" y="1"/>
                  </a:moveTo>
                  <a:lnTo>
                    <a:pt x="1451" y="26"/>
                  </a:lnTo>
                  <a:lnTo>
                    <a:pt x="815" y="306"/>
                  </a:lnTo>
                  <a:lnTo>
                    <a:pt x="306" y="790"/>
                  </a:lnTo>
                  <a:lnTo>
                    <a:pt x="26" y="1452"/>
                  </a:lnTo>
                  <a:lnTo>
                    <a:pt x="0" y="1809"/>
                  </a:lnTo>
                  <a:lnTo>
                    <a:pt x="26" y="2190"/>
                  </a:lnTo>
                  <a:lnTo>
                    <a:pt x="306" y="2827"/>
                  </a:lnTo>
                  <a:lnTo>
                    <a:pt x="815" y="3336"/>
                  </a:lnTo>
                  <a:lnTo>
                    <a:pt x="1451" y="3616"/>
                  </a:lnTo>
                  <a:lnTo>
                    <a:pt x="1833" y="3642"/>
                  </a:lnTo>
                  <a:lnTo>
                    <a:pt x="2190" y="3616"/>
                  </a:lnTo>
                  <a:lnTo>
                    <a:pt x="2851" y="3336"/>
                  </a:lnTo>
                  <a:lnTo>
                    <a:pt x="3335" y="2827"/>
                  </a:lnTo>
                  <a:lnTo>
                    <a:pt x="3615" y="2190"/>
                  </a:lnTo>
                  <a:lnTo>
                    <a:pt x="3641" y="1809"/>
                  </a:lnTo>
                  <a:lnTo>
                    <a:pt x="3615" y="1452"/>
                  </a:lnTo>
                  <a:lnTo>
                    <a:pt x="3335" y="790"/>
                  </a:lnTo>
                  <a:lnTo>
                    <a:pt x="2851" y="306"/>
                  </a:lnTo>
                  <a:lnTo>
                    <a:pt x="2190" y="26"/>
                  </a:lnTo>
                  <a:lnTo>
                    <a:pt x="1833" y="1"/>
                  </a:lnTo>
                  <a:close/>
                </a:path>
              </a:pathLst>
            </a:custGeom>
            <a:solidFill>
              <a:srgbClr val="419C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43"/>
            <p:cNvSpPr/>
            <p:nvPr/>
          </p:nvSpPr>
          <p:spPr>
            <a:xfrm>
              <a:off x="2062875" y="2844100"/>
              <a:ext cx="1041925" cy="210075"/>
            </a:xfrm>
            <a:custGeom>
              <a:rect b="b" l="l" r="r" t="t"/>
              <a:pathLst>
                <a:path extrusionOk="0" h="8403" w="41677">
                  <a:moveTo>
                    <a:pt x="16625" y="1"/>
                  </a:moveTo>
                  <a:lnTo>
                    <a:pt x="12297" y="154"/>
                  </a:lnTo>
                  <a:lnTo>
                    <a:pt x="11177" y="179"/>
                  </a:lnTo>
                  <a:lnTo>
                    <a:pt x="9115" y="485"/>
                  </a:lnTo>
                  <a:lnTo>
                    <a:pt x="7307" y="1070"/>
                  </a:lnTo>
                  <a:lnTo>
                    <a:pt x="5678" y="1910"/>
                  </a:lnTo>
                  <a:lnTo>
                    <a:pt x="4227" y="3005"/>
                  </a:lnTo>
                  <a:lnTo>
                    <a:pt x="2903" y="4303"/>
                  </a:lnTo>
                  <a:lnTo>
                    <a:pt x="1681" y="5805"/>
                  </a:lnTo>
                  <a:lnTo>
                    <a:pt x="535" y="7486"/>
                  </a:lnTo>
                  <a:lnTo>
                    <a:pt x="0" y="8402"/>
                  </a:lnTo>
                  <a:lnTo>
                    <a:pt x="41677" y="8402"/>
                  </a:lnTo>
                  <a:lnTo>
                    <a:pt x="41142" y="7486"/>
                  </a:lnTo>
                  <a:lnTo>
                    <a:pt x="39996" y="5805"/>
                  </a:lnTo>
                  <a:lnTo>
                    <a:pt x="38774" y="4303"/>
                  </a:lnTo>
                  <a:lnTo>
                    <a:pt x="37450" y="3005"/>
                  </a:lnTo>
                  <a:lnTo>
                    <a:pt x="35999" y="1910"/>
                  </a:lnTo>
                  <a:lnTo>
                    <a:pt x="34370" y="1070"/>
                  </a:lnTo>
                  <a:lnTo>
                    <a:pt x="32562" y="485"/>
                  </a:lnTo>
                  <a:lnTo>
                    <a:pt x="30500" y="179"/>
                  </a:lnTo>
                  <a:lnTo>
                    <a:pt x="29380" y="154"/>
                  </a:lnTo>
                  <a:lnTo>
                    <a:pt x="25052" y="1"/>
                  </a:lnTo>
                  <a:lnTo>
                    <a:pt x="25027" y="434"/>
                  </a:lnTo>
                  <a:lnTo>
                    <a:pt x="24874" y="1248"/>
                  </a:lnTo>
                  <a:lnTo>
                    <a:pt x="24543" y="2012"/>
                  </a:lnTo>
                  <a:lnTo>
                    <a:pt x="24085" y="2674"/>
                  </a:lnTo>
                  <a:lnTo>
                    <a:pt x="23524" y="3260"/>
                  </a:lnTo>
                  <a:lnTo>
                    <a:pt x="22863" y="3718"/>
                  </a:lnTo>
                  <a:lnTo>
                    <a:pt x="22099" y="4023"/>
                  </a:lnTo>
                  <a:lnTo>
                    <a:pt x="21284" y="4202"/>
                  </a:lnTo>
                  <a:lnTo>
                    <a:pt x="20418" y="4202"/>
                  </a:lnTo>
                  <a:lnTo>
                    <a:pt x="19578" y="4023"/>
                  </a:lnTo>
                  <a:lnTo>
                    <a:pt x="18840" y="3718"/>
                  </a:lnTo>
                  <a:lnTo>
                    <a:pt x="18153" y="3260"/>
                  </a:lnTo>
                  <a:lnTo>
                    <a:pt x="17593" y="2674"/>
                  </a:lnTo>
                  <a:lnTo>
                    <a:pt x="17134" y="2012"/>
                  </a:lnTo>
                  <a:lnTo>
                    <a:pt x="16803" y="1248"/>
                  </a:lnTo>
                  <a:lnTo>
                    <a:pt x="16651" y="434"/>
                  </a:lnTo>
                  <a:lnTo>
                    <a:pt x="16625" y="1"/>
                  </a:lnTo>
                  <a:close/>
                </a:path>
              </a:pathLst>
            </a:custGeom>
            <a:solidFill>
              <a:srgbClr val="5C26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3"/>
            <p:cNvSpPr/>
            <p:nvPr/>
          </p:nvSpPr>
          <p:spPr>
            <a:xfrm>
              <a:off x="2439675" y="2844100"/>
              <a:ext cx="288325" cy="149600"/>
            </a:xfrm>
            <a:custGeom>
              <a:rect b="b" l="l" r="r" t="t"/>
              <a:pathLst>
                <a:path extrusionOk="0" h="5984" w="11533">
                  <a:moveTo>
                    <a:pt x="1553" y="1"/>
                  </a:moveTo>
                  <a:lnTo>
                    <a:pt x="0" y="52"/>
                  </a:lnTo>
                  <a:lnTo>
                    <a:pt x="0" y="128"/>
                  </a:lnTo>
                  <a:lnTo>
                    <a:pt x="0" y="205"/>
                  </a:lnTo>
                  <a:lnTo>
                    <a:pt x="0" y="790"/>
                  </a:lnTo>
                  <a:lnTo>
                    <a:pt x="255" y="1910"/>
                  </a:lnTo>
                  <a:lnTo>
                    <a:pt x="688" y="2954"/>
                  </a:lnTo>
                  <a:lnTo>
                    <a:pt x="1299" y="3871"/>
                  </a:lnTo>
                  <a:lnTo>
                    <a:pt x="2088" y="4660"/>
                  </a:lnTo>
                  <a:lnTo>
                    <a:pt x="3004" y="5296"/>
                  </a:lnTo>
                  <a:lnTo>
                    <a:pt x="4048" y="5729"/>
                  </a:lnTo>
                  <a:lnTo>
                    <a:pt x="5168" y="5958"/>
                  </a:lnTo>
                  <a:lnTo>
                    <a:pt x="5779" y="5984"/>
                  </a:lnTo>
                  <a:lnTo>
                    <a:pt x="6365" y="5958"/>
                  </a:lnTo>
                  <a:lnTo>
                    <a:pt x="7485" y="5729"/>
                  </a:lnTo>
                  <a:lnTo>
                    <a:pt x="8529" y="5296"/>
                  </a:lnTo>
                  <a:lnTo>
                    <a:pt x="9445" y="4660"/>
                  </a:lnTo>
                  <a:lnTo>
                    <a:pt x="10235" y="3871"/>
                  </a:lnTo>
                  <a:lnTo>
                    <a:pt x="10846" y="2954"/>
                  </a:lnTo>
                  <a:lnTo>
                    <a:pt x="11304" y="1910"/>
                  </a:lnTo>
                  <a:lnTo>
                    <a:pt x="11533" y="790"/>
                  </a:lnTo>
                  <a:lnTo>
                    <a:pt x="11533" y="205"/>
                  </a:lnTo>
                  <a:lnTo>
                    <a:pt x="11533" y="128"/>
                  </a:lnTo>
                  <a:lnTo>
                    <a:pt x="11533" y="52"/>
                  </a:lnTo>
                  <a:lnTo>
                    <a:pt x="9980" y="1"/>
                  </a:lnTo>
                  <a:lnTo>
                    <a:pt x="9955" y="434"/>
                  </a:lnTo>
                  <a:lnTo>
                    <a:pt x="9802" y="1248"/>
                  </a:lnTo>
                  <a:lnTo>
                    <a:pt x="9471" y="2012"/>
                  </a:lnTo>
                  <a:lnTo>
                    <a:pt x="9013" y="2674"/>
                  </a:lnTo>
                  <a:lnTo>
                    <a:pt x="8452" y="3260"/>
                  </a:lnTo>
                  <a:lnTo>
                    <a:pt x="7791" y="3718"/>
                  </a:lnTo>
                  <a:lnTo>
                    <a:pt x="7027" y="4023"/>
                  </a:lnTo>
                  <a:lnTo>
                    <a:pt x="6212" y="4202"/>
                  </a:lnTo>
                  <a:lnTo>
                    <a:pt x="5346" y="4202"/>
                  </a:lnTo>
                  <a:lnTo>
                    <a:pt x="4506" y="4023"/>
                  </a:lnTo>
                  <a:lnTo>
                    <a:pt x="3768" y="3718"/>
                  </a:lnTo>
                  <a:lnTo>
                    <a:pt x="3081" y="3260"/>
                  </a:lnTo>
                  <a:lnTo>
                    <a:pt x="2521" y="2674"/>
                  </a:lnTo>
                  <a:lnTo>
                    <a:pt x="2062" y="2012"/>
                  </a:lnTo>
                  <a:lnTo>
                    <a:pt x="1731" y="1248"/>
                  </a:lnTo>
                  <a:lnTo>
                    <a:pt x="1579" y="434"/>
                  </a:lnTo>
                  <a:lnTo>
                    <a:pt x="1553" y="1"/>
                  </a:lnTo>
                  <a:close/>
                </a:path>
              </a:pathLst>
            </a:custGeom>
            <a:solidFill>
              <a:srgbClr val="993C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43"/>
            <p:cNvSpPr/>
            <p:nvPr/>
          </p:nvSpPr>
          <p:spPr>
            <a:xfrm>
              <a:off x="2540875" y="2459675"/>
              <a:ext cx="82125" cy="119700"/>
            </a:xfrm>
            <a:custGeom>
              <a:rect b="b" l="l" r="r" t="t"/>
              <a:pathLst>
                <a:path extrusionOk="0" h="4788" w="3285">
                  <a:moveTo>
                    <a:pt x="1553" y="1"/>
                  </a:moveTo>
                  <a:lnTo>
                    <a:pt x="1375" y="306"/>
                  </a:lnTo>
                  <a:lnTo>
                    <a:pt x="1298" y="586"/>
                  </a:lnTo>
                  <a:lnTo>
                    <a:pt x="0" y="4252"/>
                  </a:lnTo>
                  <a:lnTo>
                    <a:pt x="0" y="4303"/>
                  </a:lnTo>
                  <a:lnTo>
                    <a:pt x="0" y="4354"/>
                  </a:lnTo>
                  <a:lnTo>
                    <a:pt x="407" y="4558"/>
                  </a:lnTo>
                  <a:lnTo>
                    <a:pt x="1222" y="4787"/>
                  </a:lnTo>
                  <a:lnTo>
                    <a:pt x="2062" y="4787"/>
                  </a:lnTo>
                  <a:lnTo>
                    <a:pt x="2902" y="4558"/>
                  </a:lnTo>
                  <a:lnTo>
                    <a:pt x="3284" y="4354"/>
                  </a:lnTo>
                  <a:lnTo>
                    <a:pt x="3284" y="4303"/>
                  </a:lnTo>
                  <a:lnTo>
                    <a:pt x="3284" y="4252"/>
                  </a:lnTo>
                  <a:lnTo>
                    <a:pt x="2011" y="586"/>
                  </a:lnTo>
                  <a:lnTo>
                    <a:pt x="1935" y="306"/>
                  </a:lnTo>
                  <a:lnTo>
                    <a:pt x="1731" y="1"/>
                  </a:lnTo>
                  <a:close/>
                </a:path>
              </a:pathLst>
            </a:custGeom>
            <a:solidFill>
              <a:srgbClr val="FDE3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43"/>
            <p:cNvSpPr/>
            <p:nvPr/>
          </p:nvSpPr>
          <p:spPr>
            <a:xfrm>
              <a:off x="2540875" y="2568525"/>
              <a:ext cx="82125" cy="38200"/>
            </a:xfrm>
            <a:custGeom>
              <a:rect b="b" l="l" r="r" t="t"/>
              <a:pathLst>
                <a:path extrusionOk="0" h="1528" w="3285">
                  <a:moveTo>
                    <a:pt x="0" y="0"/>
                  </a:moveTo>
                  <a:lnTo>
                    <a:pt x="0" y="306"/>
                  </a:lnTo>
                  <a:lnTo>
                    <a:pt x="280" y="840"/>
                  </a:lnTo>
                  <a:lnTo>
                    <a:pt x="764" y="1273"/>
                  </a:lnTo>
                  <a:lnTo>
                    <a:pt x="1298" y="1502"/>
                  </a:lnTo>
                  <a:lnTo>
                    <a:pt x="1528" y="1528"/>
                  </a:lnTo>
                  <a:lnTo>
                    <a:pt x="1782" y="1528"/>
                  </a:lnTo>
                  <a:lnTo>
                    <a:pt x="2011" y="1502"/>
                  </a:lnTo>
                  <a:lnTo>
                    <a:pt x="2521" y="1273"/>
                  </a:lnTo>
                  <a:lnTo>
                    <a:pt x="3004" y="840"/>
                  </a:lnTo>
                  <a:lnTo>
                    <a:pt x="3284" y="306"/>
                  </a:lnTo>
                  <a:lnTo>
                    <a:pt x="3284" y="0"/>
                  </a:lnTo>
                  <a:lnTo>
                    <a:pt x="2902" y="204"/>
                  </a:lnTo>
                  <a:lnTo>
                    <a:pt x="2062" y="433"/>
                  </a:lnTo>
                  <a:lnTo>
                    <a:pt x="1222" y="433"/>
                  </a:lnTo>
                  <a:lnTo>
                    <a:pt x="407" y="204"/>
                  </a:lnTo>
                  <a:lnTo>
                    <a:pt x="0" y="0"/>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3"/>
            <p:cNvSpPr/>
            <p:nvPr/>
          </p:nvSpPr>
          <p:spPr>
            <a:xfrm>
              <a:off x="2377300" y="2434225"/>
              <a:ext cx="26100" cy="26750"/>
            </a:xfrm>
            <a:custGeom>
              <a:rect b="b" l="l" r="r" t="t"/>
              <a:pathLst>
                <a:path extrusionOk="0" h="1070" w="1044">
                  <a:moveTo>
                    <a:pt x="509" y="0"/>
                  </a:moveTo>
                  <a:lnTo>
                    <a:pt x="306" y="26"/>
                  </a:lnTo>
                  <a:lnTo>
                    <a:pt x="26" y="306"/>
                  </a:lnTo>
                  <a:lnTo>
                    <a:pt x="0" y="535"/>
                  </a:lnTo>
                  <a:lnTo>
                    <a:pt x="26" y="739"/>
                  </a:lnTo>
                  <a:lnTo>
                    <a:pt x="306" y="1019"/>
                  </a:lnTo>
                  <a:lnTo>
                    <a:pt x="509" y="1070"/>
                  </a:lnTo>
                  <a:lnTo>
                    <a:pt x="738" y="1019"/>
                  </a:lnTo>
                  <a:lnTo>
                    <a:pt x="1019" y="739"/>
                  </a:lnTo>
                  <a:lnTo>
                    <a:pt x="1044" y="535"/>
                  </a:lnTo>
                  <a:lnTo>
                    <a:pt x="1019" y="306"/>
                  </a:lnTo>
                  <a:lnTo>
                    <a:pt x="738" y="26"/>
                  </a:lnTo>
                  <a:lnTo>
                    <a:pt x="50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43"/>
            <p:cNvSpPr/>
            <p:nvPr/>
          </p:nvSpPr>
          <p:spPr>
            <a:xfrm>
              <a:off x="2737525" y="2434225"/>
              <a:ext cx="26775" cy="26750"/>
            </a:xfrm>
            <a:custGeom>
              <a:rect b="b" l="l" r="r" t="t"/>
              <a:pathLst>
                <a:path extrusionOk="0" h="1070" w="1071">
                  <a:moveTo>
                    <a:pt x="535" y="0"/>
                  </a:moveTo>
                  <a:lnTo>
                    <a:pt x="332" y="26"/>
                  </a:lnTo>
                  <a:lnTo>
                    <a:pt x="26" y="306"/>
                  </a:lnTo>
                  <a:lnTo>
                    <a:pt x="1" y="535"/>
                  </a:lnTo>
                  <a:lnTo>
                    <a:pt x="26" y="739"/>
                  </a:lnTo>
                  <a:lnTo>
                    <a:pt x="332" y="1019"/>
                  </a:lnTo>
                  <a:lnTo>
                    <a:pt x="535" y="1070"/>
                  </a:lnTo>
                  <a:lnTo>
                    <a:pt x="739" y="1019"/>
                  </a:lnTo>
                  <a:lnTo>
                    <a:pt x="1045" y="739"/>
                  </a:lnTo>
                  <a:lnTo>
                    <a:pt x="1070" y="535"/>
                  </a:lnTo>
                  <a:lnTo>
                    <a:pt x="1045" y="306"/>
                  </a:lnTo>
                  <a:lnTo>
                    <a:pt x="739"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43"/>
            <p:cNvSpPr/>
            <p:nvPr/>
          </p:nvSpPr>
          <p:spPr>
            <a:xfrm>
              <a:off x="2330825" y="2522700"/>
              <a:ext cx="145775" cy="68750"/>
            </a:xfrm>
            <a:custGeom>
              <a:rect b="b" l="l" r="r" t="t"/>
              <a:pathLst>
                <a:path extrusionOk="0" h="2750" w="5831">
                  <a:moveTo>
                    <a:pt x="1350" y="0"/>
                  </a:moveTo>
                  <a:lnTo>
                    <a:pt x="1095" y="26"/>
                  </a:lnTo>
                  <a:lnTo>
                    <a:pt x="586" y="229"/>
                  </a:lnTo>
                  <a:lnTo>
                    <a:pt x="230" y="586"/>
                  </a:lnTo>
                  <a:lnTo>
                    <a:pt x="1" y="1095"/>
                  </a:lnTo>
                  <a:lnTo>
                    <a:pt x="1" y="1375"/>
                  </a:lnTo>
                  <a:lnTo>
                    <a:pt x="1" y="1655"/>
                  </a:lnTo>
                  <a:lnTo>
                    <a:pt x="230" y="2139"/>
                  </a:lnTo>
                  <a:lnTo>
                    <a:pt x="586" y="2521"/>
                  </a:lnTo>
                  <a:lnTo>
                    <a:pt x="1095" y="2724"/>
                  </a:lnTo>
                  <a:lnTo>
                    <a:pt x="1350" y="2750"/>
                  </a:lnTo>
                  <a:lnTo>
                    <a:pt x="4456" y="2750"/>
                  </a:lnTo>
                  <a:lnTo>
                    <a:pt x="4736" y="2724"/>
                  </a:lnTo>
                  <a:lnTo>
                    <a:pt x="5220" y="2521"/>
                  </a:lnTo>
                  <a:lnTo>
                    <a:pt x="5602" y="2139"/>
                  </a:lnTo>
                  <a:lnTo>
                    <a:pt x="5805" y="1655"/>
                  </a:lnTo>
                  <a:lnTo>
                    <a:pt x="5831" y="1375"/>
                  </a:lnTo>
                  <a:lnTo>
                    <a:pt x="5805" y="1095"/>
                  </a:lnTo>
                  <a:lnTo>
                    <a:pt x="5602" y="586"/>
                  </a:lnTo>
                  <a:lnTo>
                    <a:pt x="5220" y="229"/>
                  </a:lnTo>
                  <a:lnTo>
                    <a:pt x="4736" y="26"/>
                  </a:lnTo>
                  <a:lnTo>
                    <a:pt x="4456" y="0"/>
                  </a:lnTo>
                  <a:close/>
                </a:path>
              </a:pathLst>
            </a:custGeom>
            <a:solidFill>
              <a:srgbClr val="F59A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43"/>
            <p:cNvSpPr/>
            <p:nvPr/>
          </p:nvSpPr>
          <p:spPr>
            <a:xfrm>
              <a:off x="2691075" y="2522700"/>
              <a:ext cx="146400" cy="68750"/>
            </a:xfrm>
            <a:custGeom>
              <a:rect b="b" l="l" r="r" t="t"/>
              <a:pathLst>
                <a:path extrusionOk="0" h="2750" w="5856">
                  <a:moveTo>
                    <a:pt x="1375" y="0"/>
                  </a:moveTo>
                  <a:lnTo>
                    <a:pt x="1095" y="26"/>
                  </a:lnTo>
                  <a:lnTo>
                    <a:pt x="611" y="229"/>
                  </a:lnTo>
                  <a:lnTo>
                    <a:pt x="229" y="586"/>
                  </a:lnTo>
                  <a:lnTo>
                    <a:pt x="26" y="1095"/>
                  </a:lnTo>
                  <a:lnTo>
                    <a:pt x="0" y="1375"/>
                  </a:lnTo>
                  <a:lnTo>
                    <a:pt x="26" y="1655"/>
                  </a:lnTo>
                  <a:lnTo>
                    <a:pt x="229" y="2139"/>
                  </a:lnTo>
                  <a:lnTo>
                    <a:pt x="611" y="2521"/>
                  </a:lnTo>
                  <a:lnTo>
                    <a:pt x="1095" y="2724"/>
                  </a:lnTo>
                  <a:lnTo>
                    <a:pt x="1375" y="2750"/>
                  </a:lnTo>
                  <a:lnTo>
                    <a:pt x="4481" y="2750"/>
                  </a:lnTo>
                  <a:lnTo>
                    <a:pt x="4761" y="2724"/>
                  </a:lnTo>
                  <a:lnTo>
                    <a:pt x="5245" y="2521"/>
                  </a:lnTo>
                  <a:lnTo>
                    <a:pt x="5627" y="2139"/>
                  </a:lnTo>
                  <a:lnTo>
                    <a:pt x="5830" y="1655"/>
                  </a:lnTo>
                  <a:lnTo>
                    <a:pt x="5856" y="1375"/>
                  </a:lnTo>
                  <a:lnTo>
                    <a:pt x="5830" y="1095"/>
                  </a:lnTo>
                  <a:lnTo>
                    <a:pt x="5627" y="586"/>
                  </a:lnTo>
                  <a:lnTo>
                    <a:pt x="5245" y="229"/>
                  </a:lnTo>
                  <a:lnTo>
                    <a:pt x="4761" y="26"/>
                  </a:lnTo>
                  <a:lnTo>
                    <a:pt x="4481" y="0"/>
                  </a:lnTo>
                  <a:close/>
                </a:path>
              </a:pathLst>
            </a:custGeom>
            <a:solidFill>
              <a:srgbClr val="F59A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3"/>
            <p:cNvSpPr/>
            <p:nvPr/>
          </p:nvSpPr>
          <p:spPr>
            <a:xfrm>
              <a:off x="2188250" y="1879850"/>
              <a:ext cx="791175" cy="525750"/>
            </a:xfrm>
            <a:custGeom>
              <a:rect b="b" l="l" r="r" t="t"/>
              <a:pathLst>
                <a:path extrusionOk="0" h="21030" w="31647">
                  <a:moveTo>
                    <a:pt x="15022" y="1"/>
                  </a:moveTo>
                  <a:lnTo>
                    <a:pt x="13418" y="154"/>
                  </a:lnTo>
                  <a:lnTo>
                    <a:pt x="11865" y="485"/>
                  </a:lnTo>
                  <a:lnTo>
                    <a:pt x="10388" y="943"/>
                  </a:lnTo>
                  <a:lnTo>
                    <a:pt x="8962" y="1554"/>
                  </a:lnTo>
                  <a:lnTo>
                    <a:pt x="7613" y="2267"/>
                  </a:lnTo>
                  <a:lnTo>
                    <a:pt x="6366" y="3132"/>
                  </a:lnTo>
                  <a:lnTo>
                    <a:pt x="5194" y="4100"/>
                  </a:lnTo>
                  <a:lnTo>
                    <a:pt x="4100" y="5169"/>
                  </a:lnTo>
                  <a:lnTo>
                    <a:pt x="3132" y="6340"/>
                  </a:lnTo>
                  <a:lnTo>
                    <a:pt x="2292" y="7613"/>
                  </a:lnTo>
                  <a:lnTo>
                    <a:pt x="1554" y="8962"/>
                  </a:lnTo>
                  <a:lnTo>
                    <a:pt x="943" y="10388"/>
                  </a:lnTo>
                  <a:lnTo>
                    <a:pt x="485" y="11865"/>
                  </a:lnTo>
                  <a:lnTo>
                    <a:pt x="179" y="13418"/>
                  </a:lnTo>
                  <a:lnTo>
                    <a:pt x="1" y="14996"/>
                  </a:lnTo>
                  <a:lnTo>
                    <a:pt x="1" y="15811"/>
                  </a:lnTo>
                  <a:lnTo>
                    <a:pt x="1" y="21030"/>
                  </a:lnTo>
                  <a:lnTo>
                    <a:pt x="1325" y="20622"/>
                  </a:lnTo>
                  <a:lnTo>
                    <a:pt x="3336" y="19630"/>
                  </a:lnTo>
                  <a:lnTo>
                    <a:pt x="4736" y="18484"/>
                  </a:lnTo>
                  <a:lnTo>
                    <a:pt x="5729" y="17262"/>
                  </a:lnTo>
                  <a:lnTo>
                    <a:pt x="6798" y="15327"/>
                  </a:lnTo>
                  <a:lnTo>
                    <a:pt x="7995" y="13418"/>
                  </a:lnTo>
                  <a:lnTo>
                    <a:pt x="9166" y="12221"/>
                  </a:lnTo>
                  <a:lnTo>
                    <a:pt x="9955" y="11661"/>
                  </a:lnTo>
                  <a:lnTo>
                    <a:pt x="9981" y="11814"/>
                  </a:lnTo>
                  <a:lnTo>
                    <a:pt x="10388" y="13061"/>
                  </a:lnTo>
                  <a:lnTo>
                    <a:pt x="11152" y="14436"/>
                  </a:lnTo>
                  <a:lnTo>
                    <a:pt x="11890" y="15378"/>
                  </a:lnTo>
                  <a:lnTo>
                    <a:pt x="12858" y="16269"/>
                  </a:lnTo>
                  <a:lnTo>
                    <a:pt x="14105" y="17007"/>
                  </a:lnTo>
                  <a:lnTo>
                    <a:pt x="14843" y="17287"/>
                  </a:lnTo>
                  <a:lnTo>
                    <a:pt x="15633" y="17542"/>
                  </a:lnTo>
                  <a:lnTo>
                    <a:pt x="17007" y="17746"/>
                  </a:lnTo>
                  <a:lnTo>
                    <a:pt x="18153" y="17669"/>
                  </a:lnTo>
                  <a:lnTo>
                    <a:pt x="19146" y="17466"/>
                  </a:lnTo>
                  <a:lnTo>
                    <a:pt x="20470" y="17033"/>
                  </a:lnTo>
                  <a:lnTo>
                    <a:pt x="21717" y="16753"/>
                  </a:lnTo>
                  <a:lnTo>
                    <a:pt x="22583" y="16804"/>
                  </a:lnTo>
                  <a:lnTo>
                    <a:pt x="23041" y="16956"/>
                  </a:lnTo>
                  <a:lnTo>
                    <a:pt x="23754" y="17236"/>
                  </a:lnTo>
                  <a:lnTo>
                    <a:pt x="24823" y="17822"/>
                  </a:lnTo>
                  <a:lnTo>
                    <a:pt x="25893" y="18688"/>
                  </a:lnTo>
                  <a:lnTo>
                    <a:pt x="26809" y="19477"/>
                  </a:lnTo>
                  <a:lnTo>
                    <a:pt x="27624" y="19935"/>
                  </a:lnTo>
                  <a:lnTo>
                    <a:pt x="28820" y="20317"/>
                  </a:lnTo>
                  <a:lnTo>
                    <a:pt x="30526" y="20572"/>
                  </a:lnTo>
                  <a:lnTo>
                    <a:pt x="31646" y="20648"/>
                  </a:lnTo>
                  <a:lnTo>
                    <a:pt x="31646" y="15811"/>
                  </a:lnTo>
                  <a:lnTo>
                    <a:pt x="31646" y="14996"/>
                  </a:lnTo>
                  <a:lnTo>
                    <a:pt x="31468" y="13418"/>
                  </a:lnTo>
                  <a:lnTo>
                    <a:pt x="31163" y="11865"/>
                  </a:lnTo>
                  <a:lnTo>
                    <a:pt x="30704" y="10388"/>
                  </a:lnTo>
                  <a:lnTo>
                    <a:pt x="30093" y="8962"/>
                  </a:lnTo>
                  <a:lnTo>
                    <a:pt x="29355" y="7613"/>
                  </a:lnTo>
                  <a:lnTo>
                    <a:pt x="28515" y="6340"/>
                  </a:lnTo>
                  <a:lnTo>
                    <a:pt x="27547" y="5169"/>
                  </a:lnTo>
                  <a:lnTo>
                    <a:pt x="26478" y="4100"/>
                  </a:lnTo>
                  <a:lnTo>
                    <a:pt x="25282" y="3132"/>
                  </a:lnTo>
                  <a:lnTo>
                    <a:pt x="24034" y="2267"/>
                  </a:lnTo>
                  <a:lnTo>
                    <a:pt x="22685" y="1554"/>
                  </a:lnTo>
                  <a:lnTo>
                    <a:pt x="21259" y="943"/>
                  </a:lnTo>
                  <a:lnTo>
                    <a:pt x="19782" y="485"/>
                  </a:lnTo>
                  <a:lnTo>
                    <a:pt x="18229" y="154"/>
                  </a:lnTo>
                  <a:lnTo>
                    <a:pt x="16651" y="1"/>
                  </a:lnTo>
                  <a:close/>
                </a:path>
              </a:pathLst>
            </a:custGeom>
            <a:solidFill>
              <a:srgbClr val="9E79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43"/>
            <p:cNvSpPr/>
            <p:nvPr/>
          </p:nvSpPr>
          <p:spPr>
            <a:xfrm>
              <a:off x="2348025" y="2341925"/>
              <a:ext cx="110750" cy="22300"/>
            </a:xfrm>
            <a:custGeom>
              <a:rect b="b" l="l" r="r" t="t"/>
              <a:pathLst>
                <a:path extrusionOk="0" fill="none" h="892" w="4430">
                  <a:moveTo>
                    <a:pt x="4430" y="892"/>
                  </a:moveTo>
                  <a:lnTo>
                    <a:pt x="4201" y="663"/>
                  </a:lnTo>
                  <a:lnTo>
                    <a:pt x="3666" y="332"/>
                  </a:lnTo>
                  <a:lnTo>
                    <a:pt x="2826" y="1"/>
                  </a:lnTo>
                  <a:lnTo>
                    <a:pt x="1629" y="1"/>
                  </a:lnTo>
                  <a:lnTo>
                    <a:pt x="764" y="332"/>
                  </a:lnTo>
                  <a:lnTo>
                    <a:pt x="255" y="663"/>
                  </a:lnTo>
                  <a:lnTo>
                    <a:pt x="0" y="892"/>
                  </a:lnTo>
                </a:path>
              </a:pathLst>
            </a:custGeom>
            <a:noFill/>
            <a:ln cap="rnd" cmpd="sng" w="21000">
              <a:solidFill>
                <a:srgbClr val="95653C"/>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43"/>
            <p:cNvSpPr/>
            <p:nvPr/>
          </p:nvSpPr>
          <p:spPr>
            <a:xfrm>
              <a:off x="2708900" y="2341925"/>
              <a:ext cx="110775" cy="22300"/>
            </a:xfrm>
            <a:custGeom>
              <a:rect b="b" l="l" r="r" t="t"/>
              <a:pathLst>
                <a:path extrusionOk="0" fill="none" h="892" w="4431">
                  <a:moveTo>
                    <a:pt x="4430" y="892"/>
                  </a:moveTo>
                  <a:lnTo>
                    <a:pt x="4175" y="663"/>
                  </a:lnTo>
                  <a:lnTo>
                    <a:pt x="3666" y="332"/>
                  </a:lnTo>
                  <a:lnTo>
                    <a:pt x="2801" y="1"/>
                  </a:lnTo>
                  <a:lnTo>
                    <a:pt x="1604" y="1"/>
                  </a:lnTo>
                  <a:lnTo>
                    <a:pt x="764" y="332"/>
                  </a:lnTo>
                  <a:lnTo>
                    <a:pt x="229" y="663"/>
                  </a:lnTo>
                  <a:lnTo>
                    <a:pt x="0" y="892"/>
                  </a:lnTo>
                </a:path>
              </a:pathLst>
            </a:custGeom>
            <a:noFill/>
            <a:ln cap="rnd" cmpd="sng" w="21000">
              <a:solidFill>
                <a:srgbClr val="95653C"/>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3"/>
            <p:cNvSpPr/>
            <p:nvPr/>
          </p:nvSpPr>
          <p:spPr>
            <a:xfrm>
              <a:off x="2521775" y="2657625"/>
              <a:ext cx="124125" cy="35675"/>
            </a:xfrm>
            <a:custGeom>
              <a:rect b="b" l="l" r="r" t="t"/>
              <a:pathLst>
                <a:path extrusionOk="0" h="1427" w="4965">
                  <a:moveTo>
                    <a:pt x="0" y="0"/>
                  </a:moveTo>
                  <a:lnTo>
                    <a:pt x="153" y="306"/>
                  </a:lnTo>
                  <a:lnTo>
                    <a:pt x="637" y="815"/>
                  </a:lnTo>
                  <a:lnTo>
                    <a:pt x="1273" y="1197"/>
                  </a:lnTo>
                  <a:lnTo>
                    <a:pt x="2062" y="1426"/>
                  </a:lnTo>
                  <a:lnTo>
                    <a:pt x="2903" y="1426"/>
                  </a:lnTo>
                  <a:lnTo>
                    <a:pt x="3692" y="1222"/>
                  </a:lnTo>
                  <a:lnTo>
                    <a:pt x="4328" y="841"/>
                  </a:lnTo>
                  <a:lnTo>
                    <a:pt x="4812" y="331"/>
                  </a:lnTo>
                  <a:lnTo>
                    <a:pt x="4965" y="26"/>
                  </a:lnTo>
                  <a:lnTo>
                    <a:pt x="0" y="0"/>
                  </a:lnTo>
                  <a:close/>
                </a:path>
              </a:pathLst>
            </a:custGeom>
            <a:solidFill>
              <a:srgbClr val="D56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43"/>
            <p:cNvSpPr/>
            <p:nvPr/>
          </p:nvSpPr>
          <p:spPr>
            <a:xfrm>
              <a:off x="3100950" y="2455225"/>
              <a:ext cx="356450" cy="586225"/>
            </a:xfrm>
            <a:custGeom>
              <a:rect b="b" l="l" r="r" t="t"/>
              <a:pathLst>
                <a:path extrusionOk="0" h="23449" w="14258">
                  <a:moveTo>
                    <a:pt x="9192" y="1"/>
                  </a:moveTo>
                  <a:lnTo>
                    <a:pt x="8784" y="102"/>
                  </a:lnTo>
                  <a:lnTo>
                    <a:pt x="8402" y="357"/>
                  </a:lnTo>
                  <a:lnTo>
                    <a:pt x="8148" y="764"/>
                  </a:lnTo>
                  <a:lnTo>
                    <a:pt x="8071" y="993"/>
                  </a:lnTo>
                  <a:lnTo>
                    <a:pt x="6340" y="8529"/>
                  </a:lnTo>
                  <a:lnTo>
                    <a:pt x="6035" y="8453"/>
                  </a:lnTo>
                  <a:lnTo>
                    <a:pt x="7588" y="1757"/>
                  </a:lnTo>
                  <a:lnTo>
                    <a:pt x="7613" y="1503"/>
                  </a:lnTo>
                  <a:lnTo>
                    <a:pt x="7562" y="1044"/>
                  </a:lnTo>
                  <a:lnTo>
                    <a:pt x="7358" y="637"/>
                  </a:lnTo>
                  <a:lnTo>
                    <a:pt x="7027" y="357"/>
                  </a:lnTo>
                  <a:lnTo>
                    <a:pt x="6798" y="306"/>
                  </a:lnTo>
                  <a:lnTo>
                    <a:pt x="6595" y="255"/>
                  </a:lnTo>
                  <a:lnTo>
                    <a:pt x="6162" y="357"/>
                  </a:lnTo>
                  <a:lnTo>
                    <a:pt x="5805" y="637"/>
                  </a:lnTo>
                  <a:lnTo>
                    <a:pt x="5551" y="1019"/>
                  </a:lnTo>
                  <a:lnTo>
                    <a:pt x="5475" y="1273"/>
                  </a:lnTo>
                  <a:lnTo>
                    <a:pt x="3361" y="10439"/>
                  </a:lnTo>
                  <a:lnTo>
                    <a:pt x="3132" y="9548"/>
                  </a:lnTo>
                  <a:lnTo>
                    <a:pt x="2623" y="8173"/>
                  </a:lnTo>
                  <a:lnTo>
                    <a:pt x="2114" y="7231"/>
                  </a:lnTo>
                  <a:lnTo>
                    <a:pt x="1630" y="6594"/>
                  </a:lnTo>
                  <a:lnTo>
                    <a:pt x="943" y="6111"/>
                  </a:lnTo>
                  <a:lnTo>
                    <a:pt x="383" y="6034"/>
                  </a:lnTo>
                  <a:lnTo>
                    <a:pt x="332" y="6060"/>
                  </a:lnTo>
                  <a:lnTo>
                    <a:pt x="154" y="6136"/>
                  </a:lnTo>
                  <a:lnTo>
                    <a:pt x="1" y="6442"/>
                  </a:lnTo>
                  <a:lnTo>
                    <a:pt x="1" y="6951"/>
                  </a:lnTo>
                  <a:lnTo>
                    <a:pt x="26" y="7078"/>
                  </a:lnTo>
                  <a:lnTo>
                    <a:pt x="561" y="10006"/>
                  </a:lnTo>
                  <a:lnTo>
                    <a:pt x="1147" y="13494"/>
                  </a:lnTo>
                  <a:lnTo>
                    <a:pt x="1197" y="13901"/>
                  </a:lnTo>
                  <a:lnTo>
                    <a:pt x="1427" y="14563"/>
                  </a:lnTo>
                  <a:lnTo>
                    <a:pt x="1885" y="15327"/>
                  </a:lnTo>
                  <a:lnTo>
                    <a:pt x="2929" y="16116"/>
                  </a:lnTo>
                  <a:lnTo>
                    <a:pt x="3158" y="16192"/>
                  </a:lnTo>
                  <a:lnTo>
                    <a:pt x="1859" y="21844"/>
                  </a:lnTo>
                  <a:lnTo>
                    <a:pt x="8784" y="23448"/>
                  </a:lnTo>
                  <a:lnTo>
                    <a:pt x="10133" y="17694"/>
                  </a:lnTo>
                  <a:lnTo>
                    <a:pt x="10261" y="17694"/>
                  </a:lnTo>
                  <a:lnTo>
                    <a:pt x="10694" y="17618"/>
                  </a:lnTo>
                  <a:lnTo>
                    <a:pt x="11203" y="17338"/>
                  </a:lnTo>
                  <a:lnTo>
                    <a:pt x="11610" y="16803"/>
                  </a:lnTo>
                  <a:lnTo>
                    <a:pt x="11737" y="16396"/>
                  </a:lnTo>
                  <a:lnTo>
                    <a:pt x="12068" y="14970"/>
                  </a:lnTo>
                  <a:lnTo>
                    <a:pt x="12832" y="11737"/>
                  </a:lnTo>
                  <a:lnTo>
                    <a:pt x="13087" y="10617"/>
                  </a:lnTo>
                  <a:lnTo>
                    <a:pt x="13189" y="10108"/>
                  </a:lnTo>
                  <a:lnTo>
                    <a:pt x="14232" y="5652"/>
                  </a:lnTo>
                  <a:lnTo>
                    <a:pt x="14258" y="5423"/>
                  </a:lnTo>
                  <a:lnTo>
                    <a:pt x="14207" y="4965"/>
                  </a:lnTo>
                  <a:lnTo>
                    <a:pt x="14029" y="4609"/>
                  </a:lnTo>
                  <a:lnTo>
                    <a:pt x="13698" y="4354"/>
                  </a:lnTo>
                  <a:lnTo>
                    <a:pt x="13520" y="4303"/>
                  </a:lnTo>
                  <a:lnTo>
                    <a:pt x="13316" y="4252"/>
                  </a:lnTo>
                  <a:lnTo>
                    <a:pt x="12908" y="4354"/>
                  </a:lnTo>
                  <a:lnTo>
                    <a:pt x="12578" y="4609"/>
                  </a:lnTo>
                  <a:lnTo>
                    <a:pt x="12348" y="4965"/>
                  </a:lnTo>
                  <a:lnTo>
                    <a:pt x="12272" y="5194"/>
                  </a:lnTo>
                  <a:lnTo>
                    <a:pt x="11254" y="9675"/>
                  </a:lnTo>
                  <a:lnTo>
                    <a:pt x="10872" y="9573"/>
                  </a:lnTo>
                  <a:lnTo>
                    <a:pt x="12323" y="3285"/>
                  </a:lnTo>
                  <a:lnTo>
                    <a:pt x="12348" y="3030"/>
                  </a:lnTo>
                  <a:lnTo>
                    <a:pt x="12297" y="2572"/>
                  </a:lnTo>
                  <a:lnTo>
                    <a:pt x="12094" y="2165"/>
                  </a:lnTo>
                  <a:lnTo>
                    <a:pt x="11763" y="1884"/>
                  </a:lnTo>
                  <a:lnTo>
                    <a:pt x="11534" y="1834"/>
                  </a:lnTo>
                  <a:lnTo>
                    <a:pt x="11330" y="1783"/>
                  </a:lnTo>
                  <a:lnTo>
                    <a:pt x="10897" y="1884"/>
                  </a:lnTo>
                  <a:lnTo>
                    <a:pt x="10541" y="2165"/>
                  </a:lnTo>
                  <a:lnTo>
                    <a:pt x="10286" y="2546"/>
                  </a:lnTo>
                  <a:lnTo>
                    <a:pt x="10210" y="2801"/>
                  </a:lnTo>
                  <a:lnTo>
                    <a:pt x="8759" y="9089"/>
                  </a:lnTo>
                  <a:lnTo>
                    <a:pt x="8453" y="9013"/>
                  </a:lnTo>
                  <a:lnTo>
                    <a:pt x="10184" y="1503"/>
                  </a:lnTo>
                  <a:lnTo>
                    <a:pt x="10235" y="1248"/>
                  </a:lnTo>
                  <a:lnTo>
                    <a:pt x="10159" y="764"/>
                  </a:lnTo>
                  <a:lnTo>
                    <a:pt x="9955" y="357"/>
                  </a:lnTo>
                  <a:lnTo>
                    <a:pt x="9624" y="102"/>
                  </a:lnTo>
                  <a:lnTo>
                    <a:pt x="9421" y="26"/>
                  </a:lnTo>
                  <a:lnTo>
                    <a:pt x="9192" y="1"/>
                  </a:lnTo>
                  <a:close/>
                </a:path>
              </a:pathLst>
            </a:custGeom>
            <a:solidFill>
              <a:srgbClr val="F0C1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43"/>
            <p:cNvSpPr/>
            <p:nvPr/>
          </p:nvSpPr>
          <p:spPr>
            <a:xfrm>
              <a:off x="3184975" y="2714900"/>
              <a:ext cx="25" cy="675"/>
            </a:xfrm>
            <a:custGeom>
              <a:rect b="b" l="l" r="r" t="t"/>
              <a:pathLst>
                <a:path extrusionOk="0" h="27" w="1">
                  <a:moveTo>
                    <a:pt x="0" y="1"/>
                  </a:moveTo>
                  <a:lnTo>
                    <a:pt x="0" y="1"/>
                  </a:lnTo>
                  <a:lnTo>
                    <a:pt x="0" y="26"/>
                  </a:lnTo>
                  <a:lnTo>
                    <a:pt x="0" y="1"/>
                  </a:lnTo>
                  <a:lnTo>
                    <a:pt x="0"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43"/>
            <p:cNvSpPr/>
            <p:nvPr/>
          </p:nvSpPr>
          <p:spPr>
            <a:xfrm>
              <a:off x="3218075" y="2659525"/>
              <a:ext cx="190950" cy="55400"/>
            </a:xfrm>
            <a:custGeom>
              <a:rect b="b" l="l" r="r" t="t"/>
              <a:pathLst>
                <a:path extrusionOk="0" h="2216" w="7638">
                  <a:moveTo>
                    <a:pt x="102" y="1"/>
                  </a:moveTo>
                  <a:lnTo>
                    <a:pt x="0" y="485"/>
                  </a:lnTo>
                  <a:lnTo>
                    <a:pt x="7536" y="2216"/>
                  </a:lnTo>
                  <a:lnTo>
                    <a:pt x="7638" y="1732"/>
                  </a:lnTo>
                  <a:lnTo>
                    <a:pt x="6569" y="1503"/>
                  </a:lnTo>
                  <a:lnTo>
                    <a:pt x="6187" y="1401"/>
                  </a:lnTo>
                  <a:lnTo>
                    <a:pt x="4074" y="917"/>
                  </a:lnTo>
                  <a:lnTo>
                    <a:pt x="3768" y="841"/>
                  </a:lnTo>
                  <a:lnTo>
                    <a:pt x="1655" y="357"/>
                  </a:lnTo>
                  <a:lnTo>
                    <a:pt x="1350" y="281"/>
                  </a:lnTo>
                  <a:lnTo>
                    <a:pt x="102" y="1"/>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43"/>
            <p:cNvSpPr/>
            <p:nvPr/>
          </p:nvSpPr>
          <p:spPr>
            <a:xfrm>
              <a:off x="3184975" y="2708550"/>
              <a:ext cx="105675" cy="159775"/>
            </a:xfrm>
            <a:custGeom>
              <a:rect b="b" l="l" r="r" t="t"/>
              <a:pathLst>
                <a:path extrusionOk="0" h="6391" w="4227">
                  <a:moveTo>
                    <a:pt x="77" y="0"/>
                  </a:moveTo>
                  <a:lnTo>
                    <a:pt x="51" y="51"/>
                  </a:lnTo>
                  <a:lnTo>
                    <a:pt x="0" y="280"/>
                  </a:lnTo>
                  <a:lnTo>
                    <a:pt x="230" y="306"/>
                  </a:lnTo>
                  <a:lnTo>
                    <a:pt x="1121" y="637"/>
                  </a:lnTo>
                  <a:lnTo>
                    <a:pt x="1859" y="1044"/>
                  </a:lnTo>
                  <a:lnTo>
                    <a:pt x="2597" y="1680"/>
                  </a:lnTo>
                  <a:lnTo>
                    <a:pt x="3259" y="2571"/>
                  </a:lnTo>
                  <a:lnTo>
                    <a:pt x="3717" y="3794"/>
                  </a:lnTo>
                  <a:lnTo>
                    <a:pt x="3896" y="5372"/>
                  </a:lnTo>
                  <a:lnTo>
                    <a:pt x="3819" y="6314"/>
                  </a:lnTo>
                  <a:lnTo>
                    <a:pt x="4125" y="6390"/>
                  </a:lnTo>
                  <a:lnTo>
                    <a:pt x="4150" y="6212"/>
                  </a:lnTo>
                  <a:lnTo>
                    <a:pt x="4227" y="5117"/>
                  </a:lnTo>
                  <a:lnTo>
                    <a:pt x="4176" y="4124"/>
                  </a:lnTo>
                  <a:lnTo>
                    <a:pt x="3896" y="3030"/>
                  </a:lnTo>
                  <a:lnTo>
                    <a:pt x="3361" y="1935"/>
                  </a:lnTo>
                  <a:lnTo>
                    <a:pt x="2419" y="968"/>
                  </a:lnTo>
                  <a:lnTo>
                    <a:pt x="1401" y="407"/>
                  </a:lnTo>
                  <a:lnTo>
                    <a:pt x="561" y="102"/>
                  </a:lnTo>
                  <a:lnTo>
                    <a:pt x="77" y="0"/>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43"/>
            <p:cNvSpPr/>
            <p:nvPr/>
          </p:nvSpPr>
          <p:spPr>
            <a:xfrm>
              <a:off x="3162700" y="2888650"/>
              <a:ext cx="183950" cy="84675"/>
            </a:xfrm>
            <a:custGeom>
              <a:rect b="b" l="l" r="r" t="t"/>
              <a:pathLst>
                <a:path extrusionOk="0" h="3387" w="7358">
                  <a:moveTo>
                    <a:pt x="408" y="1"/>
                  </a:moveTo>
                  <a:lnTo>
                    <a:pt x="0" y="1783"/>
                  </a:lnTo>
                  <a:lnTo>
                    <a:pt x="6951" y="3387"/>
                  </a:lnTo>
                  <a:lnTo>
                    <a:pt x="7358" y="1605"/>
                  </a:lnTo>
                  <a:lnTo>
                    <a:pt x="408" y="1"/>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43"/>
            <p:cNvSpPr/>
            <p:nvPr/>
          </p:nvSpPr>
          <p:spPr>
            <a:xfrm>
              <a:off x="3123225" y="2910950"/>
              <a:ext cx="238075" cy="100575"/>
            </a:xfrm>
            <a:custGeom>
              <a:rect b="b" l="l" r="r" t="t"/>
              <a:pathLst>
                <a:path extrusionOk="0" h="4023" w="9523">
                  <a:moveTo>
                    <a:pt x="434" y="0"/>
                  </a:moveTo>
                  <a:lnTo>
                    <a:pt x="1" y="1909"/>
                  </a:lnTo>
                  <a:lnTo>
                    <a:pt x="9064" y="4023"/>
                  </a:lnTo>
                  <a:lnTo>
                    <a:pt x="9523" y="2088"/>
                  </a:lnTo>
                  <a:lnTo>
                    <a:pt x="434" y="0"/>
                  </a:lnTo>
                  <a:close/>
                </a:path>
              </a:pathLst>
            </a:custGeom>
            <a:solidFill>
              <a:srgbClr val="993CA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43"/>
            <p:cNvSpPr/>
            <p:nvPr/>
          </p:nvSpPr>
          <p:spPr>
            <a:xfrm>
              <a:off x="3100950" y="2948500"/>
              <a:ext cx="251450" cy="105675"/>
            </a:xfrm>
            <a:custGeom>
              <a:rect b="b" l="l" r="r" t="t"/>
              <a:pathLst>
                <a:path extrusionOk="0" h="4227" w="10058">
                  <a:moveTo>
                    <a:pt x="994" y="0"/>
                  </a:moveTo>
                  <a:lnTo>
                    <a:pt x="1" y="4226"/>
                  </a:lnTo>
                  <a:lnTo>
                    <a:pt x="9573" y="4226"/>
                  </a:lnTo>
                  <a:lnTo>
                    <a:pt x="10057" y="2088"/>
                  </a:lnTo>
                  <a:lnTo>
                    <a:pt x="994" y="0"/>
                  </a:lnTo>
                  <a:close/>
                </a:path>
              </a:pathLst>
            </a:custGeom>
            <a:solidFill>
              <a:srgbClr val="5C268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 name="Google Shape;659;p43"/>
          <p:cNvGrpSpPr/>
          <p:nvPr/>
        </p:nvGrpSpPr>
        <p:grpSpPr>
          <a:xfrm flipH="1">
            <a:off x="7131122" y="3349589"/>
            <a:ext cx="1655447" cy="1388992"/>
            <a:chOff x="238125" y="1879850"/>
            <a:chExt cx="1399600" cy="1174325"/>
          </a:xfrm>
        </p:grpSpPr>
        <p:sp>
          <p:nvSpPr>
            <p:cNvPr id="660" name="Google Shape;660;p43"/>
            <p:cNvSpPr/>
            <p:nvPr/>
          </p:nvSpPr>
          <p:spPr>
            <a:xfrm>
              <a:off x="352675" y="2352125"/>
              <a:ext cx="68125" cy="190950"/>
            </a:xfrm>
            <a:custGeom>
              <a:rect b="b" l="l" r="r" t="t"/>
              <a:pathLst>
                <a:path extrusionOk="0" h="7638" w="2725">
                  <a:moveTo>
                    <a:pt x="2725" y="0"/>
                  </a:moveTo>
                  <a:lnTo>
                    <a:pt x="2190" y="26"/>
                  </a:lnTo>
                  <a:lnTo>
                    <a:pt x="1197" y="433"/>
                  </a:lnTo>
                  <a:lnTo>
                    <a:pt x="459" y="1197"/>
                  </a:lnTo>
                  <a:lnTo>
                    <a:pt x="52" y="2164"/>
                  </a:lnTo>
                  <a:lnTo>
                    <a:pt x="1" y="2724"/>
                  </a:lnTo>
                  <a:lnTo>
                    <a:pt x="1" y="4914"/>
                  </a:lnTo>
                  <a:lnTo>
                    <a:pt x="52" y="5448"/>
                  </a:lnTo>
                  <a:lnTo>
                    <a:pt x="459" y="6441"/>
                  </a:lnTo>
                  <a:lnTo>
                    <a:pt x="1197" y="7180"/>
                  </a:lnTo>
                  <a:lnTo>
                    <a:pt x="2190" y="7587"/>
                  </a:lnTo>
                  <a:lnTo>
                    <a:pt x="2725" y="7638"/>
                  </a:lnTo>
                  <a:lnTo>
                    <a:pt x="2725" y="0"/>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43"/>
            <p:cNvSpPr/>
            <p:nvPr/>
          </p:nvSpPr>
          <p:spPr>
            <a:xfrm>
              <a:off x="1097350" y="2352125"/>
              <a:ext cx="68125" cy="190950"/>
            </a:xfrm>
            <a:custGeom>
              <a:rect b="b" l="l" r="r" t="t"/>
              <a:pathLst>
                <a:path extrusionOk="0" h="7638" w="2725">
                  <a:moveTo>
                    <a:pt x="0" y="0"/>
                  </a:moveTo>
                  <a:lnTo>
                    <a:pt x="0" y="7638"/>
                  </a:lnTo>
                  <a:lnTo>
                    <a:pt x="561" y="7587"/>
                  </a:lnTo>
                  <a:lnTo>
                    <a:pt x="1553" y="7180"/>
                  </a:lnTo>
                  <a:lnTo>
                    <a:pt x="2292" y="6441"/>
                  </a:lnTo>
                  <a:lnTo>
                    <a:pt x="2699" y="5448"/>
                  </a:lnTo>
                  <a:lnTo>
                    <a:pt x="2725" y="4914"/>
                  </a:lnTo>
                  <a:lnTo>
                    <a:pt x="2725" y="2724"/>
                  </a:lnTo>
                  <a:lnTo>
                    <a:pt x="2699" y="2164"/>
                  </a:lnTo>
                  <a:lnTo>
                    <a:pt x="2292" y="1197"/>
                  </a:lnTo>
                  <a:lnTo>
                    <a:pt x="1553" y="433"/>
                  </a:lnTo>
                  <a:lnTo>
                    <a:pt x="561" y="26"/>
                  </a:lnTo>
                  <a:lnTo>
                    <a:pt x="0" y="0"/>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43"/>
            <p:cNvSpPr/>
            <p:nvPr/>
          </p:nvSpPr>
          <p:spPr>
            <a:xfrm>
              <a:off x="654375" y="2740375"/>
              <a:ext cx="210675" cy="263525"/>
            </a:xfrm>
            <a:custGeom>
              <a:rect b="b" l="l" r="r" t="t"/>
              <a:pathLst>
                <a:path extrusionOk="0" h="10541" w="8427">
                  <a:moveTo>
                    <a:pt x="0" y="0"/>
                  </a:moveTo>
                  <a:lnTo>
                    <a:pt x="0" y="10540"/>
                  </a:lnTo>
                  <a:lnTo>
                    <a:pt x="8427" y="10540"/>
                  </a:lnTo>
                  <a:lnTo>
                    <a:pt x="8427" y="0"/>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43"/>
            <p:cNvSpPr/>
            <p:nvPr/>
          </p:nvSpPr>
          <p:spPr>
            <a:xfrm>
              <a:off x="408675" y="1924400"/>
              <a:ext cx="701425" cy="875825"/>
            </a:xfrm>
            <a:custGeom>
              <a:rect b="b" l="l" r="r" t="t"/>
              <a:pathLst>
                <a:path extrusionOk="0" h="35033" w="28057">
                  <a:moveTo>
                    <a:pt x="14029" y="1"/>
                  </a:moveTo>
                  <a:lnTo>
                    <a:pt x="13290" y="26"/>
                  </a:lnTo>
                  <a:lnTo>
                    <a:pt x="11890" y="179"/>
                  </a:lnTo>
                  <a:lnTo>
                    <a:pt x="10515" y="459"/>
                  </a:lnTo>
                  <a:lnTo>
                    <a:pt x="9192" y="867"/>
                  </a:lnTo>
                  <a:lnTo>
                    <a:pt x="7944" y="1401"/>
                  </a:lnTo>
                  <a:lnTo>
                    <a:pt x="6748" y="2038"/>
                  </a:lnTo>
                  <a:lnTo>
                    <a:pt x="5627" y="2801"/>
                  </a:lnTo>
                  <a:lnTo>
                    <a:pt x="4584" y="3642"/>
                  </a:lnTo>
                  <a:lnTo>
                    <a:pt x="3642" y="4609"/>
                  </a:lnTo>
                  <a:lnTo>
                    <a:pt x="2776" y="5653"/>
                  </a:lnTo>
                  <a:lnTo>
                    <a:pt x="2038" y="6773"/>
                  </a:lnTo>
                  <a:lnTo>
                    <a:pt x="1376" y="7944"/>
                  </a:lnTo>
                  <a:lnTo>
                    <a:pt x="841" y="9217"/>
                  </a:lnTo>
                  <a:lnTo>
                    <a:pt x="434" y="10541"/>
                  </a:lnTo>
                  <a:lnTo>
                    <a:pt x="154" y="11890"/>
                  </a:lnTo>
                  <a:lnTo>
                    <a:pt x="1" y="13316"/>
                  </a:lnTo>
                  <a:lnTo>
                    <a:pt x="1" y="14029"/>
                  </a:lnTo>
                  <a:lnTo>
                    <a:pt x="1" y="21004"/>
                  </a:lnTo>
                  <a:lnTo>
                    <a:pt x="1" y="21743"/>
                  </a:lnTo>
                  <a:lnTo>
                    <a:pt x="154" y="23143"/>
                  </a:lnTo>
                  <a:lnTo>
                    <a:pt x="434" y="24518"/>
                  </a:lnTo>
                  <a:lnTo>
                    <a:pt x="841" y="25842"/>
                  </a:lnTo>
                  <a:lnTo>
                    <a:pt x="1376" y="27089"/>
                  </a:lnTo>
                  <a:lnTo>
                    <a:pt x="2038" y="28286"/>
                  </a:lnTo>
                  <a:lnTo>
                    <a:pt x="2776" y="29406"/>
                  </a:lnTo>
                  <a:lnTo>
                    <a:pt x="3642" y="30450"/>
                  </a:lnTo>
                  <a:lnTo>
                    <a:pt x="4584" y="31392"/>
                  </a:lnTo>
                  <a:lnTo>
                    <a:pt x="5627" y="32257"/>
                  </a:lnTo>
                  <a:lnTo>
                    <a:pt x="6748" y="33021"/>
                  </a:lnTo>
                  <a:lnTo>
                    <a:pt x="7944" y="33657"/>
                  </a:lnTo>
                  <a:lnTo>
                    <a:pt x="9192" y="34192"/>
                  </a:lnTo>
                  <a:lnTo>
                    <a:pt x="10515" y="34599"/>
                  </a:lnTo>
                  <a:lnTo>
                    <a:pt x="11890" y="34879"/>
                  </a:lnTo>
                  <a:lnTo>
                    <a:pt x="13290" y="35032"/>
                  </a:lnTo>
                  <a:lnTo>
                    <a:pt x="14742" y="35032"/>
                  </a:lnTo>
                  <a:lnTo>
                    <a:pt x="16167" y="34879"/>
                  </a:lnTo>
                  <a:lnTo>
                    <a:pt x="17542" y="34599"/>
                  </a:lnTo>
                  <a:lnTo>
                    <a:pt x="18841" y="34192"/>
                  </a:lnTo>
                  <a:lnTo>
                    <a:pt x="20113" y="33657"/>
                  </a:lnTo>
                  <a:lnTo>
                    <a:pt x="21310" y="33021"/>
                  </a:lnTo>
                  <a:lnTo>
                    <a:pt x="22430" y="32257"/>
                  </a:lnTo>
                  <a:lnTo>
                    <a:pt x="23449" y="31392"/>
                  </a:lnTo>
                  <a:lnTo>
                    <a:pt x="24416" y="30450"/>
                  </a:lnTo>
                  <a:lnTo>
                    <a:pt x="25282" y="29406"/>
                  </a:lnTo>
                  <a:lnTo>
                    <a:pt x="26020" y="28286"/>
                  </a:lnTo>
                  <a:lnTo>
                    <a:pt x="26682" y="27089"/>
                  </a:lnTo>
                  <a:lnTo>
                    <a:pt x="27216" y="25842"/>
                  </a:lnTo>
                  <a:lnTo>
                    <a:pt x="27624" y="24518"/>
                  </a:lnTo>
                  <a:lnTo>
                    <a:pt x="27904" y="23143"/>
                  </a:lnTo>
                  <a:lnTo>
                    <a:pt x="28031" y="21743"/>
                  </a:lnTo>
                  <a:lnTo>
                    <a:pt x="28057" y="21004"/>
                  </a:lnTo>
                  <a:lnTo>
                    <a:pt x="28057" y="14029"/>
                  </a:lnTo>
                  <a:lnTo>
                    <a:pt x="28031" y="13316"/>
                  </a:lnTo>
                  <a:lnTo>
                    <a:pt x="27904" y="11890"/>
                  </a:lnTo>
                  <a:lnTo>
                    <a:pt x="27624" y="10541"/>
                  </a:lnTo>
                  <a:lnTo>
                    <a:pt x="27216" y="9217"/>
                  </a:lnTo>
                  <a:lnTo>
                    <a:pt x="26682" y="7944"/>
                  </a:lnTo>
                  <a:lnTo>
                    <a:pt x="26020" y="6773"/>
                  </a:lnTo>
                  <a:lnTo>
                    <a:pt x="25282" y="5653"/>
                  </a:lnTo>
                  <a:lnTo>
                    <a:pt x="24416" y="4609"/>
                  </a:lnTo>
                  <a:lnTo>
                    <a:pt x="23449" y="3642"/>
                  </a:lnTo>
                  <a:lnTo>
                    <a:pt x="22430" y="2801"/>
                  </a:lnTo>
                  <a:lnTo>
                    <a:pt x="21310" y="2038"/>
                  </a:lnTo>
                  <a:lnTo>
                    <a:pt x="20113" y="1401"/>
                  </a:lnTo>
                  <a:lnTo>
                    <a:pt x="18841" y="867"/>
                  </a:lnTo>
                  <a:lnTo>
                    <a:pt x="17542" y="459"/>
                  </a:lnTo>
                  <a:lnTo>
                    <a:pt x="16167" y="179"/>
                  </a:lnTo>
                  <a:lnTo>
                    <a:pt x="14742" y="26"/>
                  </a:lnTo>
                  <a:lnTo>
                    <a:pt x="14029" y="1"/>
                  </a:lnTo>
                  <a:close/>
                </a:path>
              </a:pathLst>
            </a:custGeom>
            <a:solidFill>
              <a:srgbClr val="F0C1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43"/>
            <p:cNvSpPr/>
            <p:nvPr/>
          </p:nvSpPr>
          <p:spPr>
            <a:xfrm>
              <a:off x="533425" y="2418300"/>
              <a:ext cx="91050" cy="91050"/>
            </a:xfrm>
            <a:custGeom>
              <a:rect b="b" l="l" r="r" t="t"/>
              <a:pathLst>
                <a:path extrusionOk="0" h="3642" w="3642">
                  <a:moveTo>
                    <a:pt x="1834" y="1"/>
                  </a:moveTo>
                  <a:lnTo>
                    <a:pt x="1452" y="26"/>
                  </a:lnTo>
                  <a:lnTo>
                    <a:pt x="790" y="306"/>
                  </a:lnTo>
                  <a:lnTo>
                    <a:pt x="306" y="790"/>
                  </a:lnTo>
                  <a:lnTo>
                    <a:pt x="26" y="1452"/>
                  </a:lnTo>
                  <a:lnTo>
                    <a:pt x="1" y="1809"/>
                  </a:lnTo>
                  <a:lnTo>
                    <a:pt x="26" y="2190"/>
                  </a:lnTo>
                  <a:lnTo>
                    <a:pt x="306" y="2827"/>
                  </a:lnTo>
                  <a:lnTo>
                    <a:pt x="790" y="3336"/>
                  </a:lnTo>
                  <a:lnTo>
                    <a:pt x="1452" y="3616"/>
                  </a:lnTo>
                  <a:lnTo>
                    <a:pt x="1834" y="3642"/>
                  </a:lnTo>
                  <a:lnTo>
                    <a:pt x="2190" y="3616"/>
                  </a:lnTo>
                  <a:lnTo>
                    <a:pt x="2852" y="3336"/>
                  </a:lnTo>
                  <a:lnTo>
                    <a:pt x="3336" y="2827"/>
                  </a:lnTo>
                  <a:lnTo>
                    <a:pt x="3616" y="2190"/>
                  </a:lnTo>
                  <a:lnTo>
                    <a:pt x="3642" y="1809"/>
                  </a:lnTo>
                  <a:lnTo>
                    <a:pt x="3616" y="1452"/>
                  </a:lnTo>
                  <a:lnTo>
                    <a:pt x="3336" y="790"/>
                  </a:lnTo>
                  <a:lnTo>
                    <a:pt x="2852" y="306"/>
                  </a:lnTo>
                  <a:lnTo>
                    <a:pt x="2190" y="26"/>
                  </a:lnTo>
                  <a:lnTo>
                    <a:pt x="1834" y="1"/>
                  </a:lnTo>
                  <a:close/>
                </a:path>
              </a:pathLst>
            </a:custGeom>
            <a:solidFill>
              <a:srgbClr val="419C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43"/>
            <p:cNvSpPr/>
            <p:nvPr/>
          </p:nvSpPr>
          <p:spPr>
            <a:xfrm>
              <a:off x="894325" y="2418300"/>
              <a:ext cx="91025" cy="91050"/>
            </a:xfrm>
            <a:custGeom>
              <a:rect b="b" l="l" r="r" t="t"/>
              <a:pathLst>
                <a:path extrusionOk="0" h="3642" w="3641">
                  <a:moveTo>
                    <a:pt x="1808" y="1"/>
                  </a:moveTo>
                  <a:lnTo>
                    <a:pt x="1451" y="26"/>
                  </a:lnTo>
                  <a:lnTo>
                    <a:pt x="789" y="306"/>
                  </a:lnTo>
                  <a:lnTo>
                    <a:pt x="306" y="790"/>
                  </a:lnTo>
                  <a:lnTo>
                    <a:pt x="26" y="1452"/>
                  </a:lnTo>
                  <a:lnTo>
                    <a:pt x="0" y="1809"/>
                  </a:lnTo>
                  <a:lnTo>
                    <a:pt x="26" y="2190"/>
                  </a:lnTo>
                  <a:lnTo>
                    <a:pt x="306" y="2827"/>
                  </a:lnTo>
                  <a:lnTo>
                    <a:pt x="789" y="3336"/>
                  </a:lnTo>
                  <a:lnTo>
                    <a:pt x="1451" y="3616"/>
                  </a:lnTo>
                  <a:lnTo>
                    <a:pt x="1808" y="3642"/>
                  </a:lnTo>
                  <a:lnTo>
                    <a:pt x="2190" y="3616"/>
                  </a:lnTo>
                  <a:lnTo>
                    <a:pt x="2826" y="3336"/>
                  </a:lnTo>
                  <a:lnTo>
                    <a:pt x="3335" y="2827"/>
                  </a:lnTo>
                  <a:lnTo>
                    <a:pt x="3615" y="2190"/>
                  </a:lnTo>
                  <a:lnTo>
                    <a:pt x="3641" y="1809"/>
                  </a:lnTo>
                  <a:lnTo>
                    <a:pt x="3615" y="1452"/>
                  </a:lnTo>
                  <a:lnTo>
                    <a:pt x="3335" y="790"/>
                  </a:lnTo>
                  <a:lnTo>
                    <a:pt x="2826" y="306"/>
                  </a:lnTo>
                  <a:lnTo>
                    <a:pt x="2190" y="26"/>
                  </a:lnTo>
                  <a:lnTo>
                    <a:pt x="1808" y="1"/>
                  </a:lnTo>
                  <a:close/>
                </a:path>
              </a:pathLst>
            </a:custGeom>
            <a:solidFill>
              <a:srgbClr val="419C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43"/>
            <p:cNvSpPr/>
            <p:nvPr/>
          </p:nvSpPr>
          <p:spPr>
            <a:xfrm>
              <a:off x="238125" y="2844100"/>
              <a:ext cx="1042550" cy="210075"/>
            </a:xfrm>
            <a:custGeom>
              <a:rect b="b" l="l" r="r" t="t"/>
              <a:pathLst>
                <a:path extrusionOk="0" h="8403" w="41702">
                  <a:moveTo>
                    <a:pt x="16625" y="1"/>
                  </a:moveTo>
                  <a:lnTo>
                    <a:pt x="12297" y="154"/>
                  </a:lnTo>
                  <a:lnTo>
                    <a:pt x="11176" y="179"/>
                  </a:lnTo>
                  <a:lnTo>
                    <a:pt x="9140" y="485"/>
                  </a:lnTo>
                  <a:lnTo>
                    <a:pt x="7307" y="1070"/>
                  </a:lnTo>
                  <a:lnTo>
                    <a:pt x="5677" y="1910"/>
                  </a:lnTo>
                  <a:lnTo>
                    <a:pt x="4226" y="3005"/>
                  </a:lnTo>
                  <a:lnTo>
                    <a:pt x="2902" y="4303"/>
                  </a:lnTo>
                  <a:lnTo>
                    <a:pt x="1680" y="5805"/>
                  </a:lnTo>
                  <a:lnTo>
                    <a:pt x="560" y="7486"/>
                  </a:lnTo>
                  <a:lnTo>
                    <a:pt x="0" y="8402"/>
                  </a:lnTo>
                  <a:lnTo>
                    <a:pt x="41702" y="8402"/>
                  </a:lnTo>
                  <a:lnTo>
                    <a:pt x="41141" y="7486"/>
                  </a:lnTo>
                  <a:lnTo>
                    <a:pt x="39996" y="5805"/>
                  </a:lnTo>
                  <a:lnTo>
                    <a:pt x="38799" y="4303"/>
                  </a:lnTo>
                  <a:lnTo>
                    <a:pt x="37475" y="3005"/>
                  </a:lnTo>
                  <a:lnTo>
                    <a:pt x="36024" y="1910"/>
                  </a:lnTo>
                  <a:lnTo>
                    <a:pt x="34395" y="1070"/>
                  </a:lnTo>
                  <a:lnTo>
                    <a:pt x="32562" y="485"/>
                  </a:lnTo>
                  <a:lnTo>
                    <a:pt x="30525" y="179"/>
                  </a:lnTo>
                  <a:lnTo>
                    <a:pt x="29380" y="154"/>
                  </a:lnTo>
                  <a:lnTo>
                    <a:pt x="25051" y="1"/>
                  </a:lnTo>
                  <a:lnTo>
                    <a:pt x="25051" y="434"/>
                  </a:lnTo>
                  <a:lnTo>
                    <a:pt x="24873" y="1248"/>
                  </a:lnTo>
                  <a:lnTo>
                    <a:pt x="24568" y="2012"/>
                  </a:lnTo>
                  <a:lnTo>
                    <a:pt x="24110" y="2674"/>
                  </a:lnTo>
                  <a:lnTo>
                    <a:pt x="23524" y="3260"/>
                  </a:lnTo>
                  <a:lnTo>
                    <a:pt x="22862" y="3718"/>
                  </a:lnTo>
                  <a:lnTo>
                    <a:pt x="22098" y="4023"/>
                  </a:lnTo>
                  <a:lnTo>
                    <a:pt x="21284" y="4202"/>
                  </a:lnTo>
                  <a:lnTo>
                    <a:pt x="20418" y="4202"/>
                  </a:lnTo>
                  <a:lnTo>
                    <a:pt x="19603" y="4023"/>
                  </a:lnTo>
                  <a:lnTo>
                    <a:pt x="18840" y="3718"/>
                  </a:lnTo>
                  <a:lnTo>
                    <a:pt x="18178" y="3260"/>
                  </a:lnTo>
                  <a:lnTo>
                    <a:pt x="17592" y="2674"/>
                  </a:lnTo>
                  <a:lnTo>
                    <a:pt x="17134" y="2012"/>
                  </a:lnTo>
                  <a:lnTo>
                    <a:pt x="16828" y="1248"/>
                  </a:lnTo>
                  <a:lnTo>
                    <a:pt x="16650" y="434"/>
                  </a:lnTo>
                  <a:lnTo>
                    <a:pt x="16625" y="1"/>
                  </a:lnTo>
                  <a:close/>
                </a:path>
              </a:pathLst>
            </a:custGeom>
            <a:solidFill>
              <a:srgbClr val="F046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43"/>
            <p:cNvSpPr/>
            <p:nvPr/>
          </p:nvSpPr>
          <p:spPr>
            <a:xfrm>
              <a:off x="614900" y="2844100"/>
              <a:ext cx="288975" cy="149600"/>
            </a:xfrm>
            <a:custGeom>
              <a:rect b="b" l="l" r="r" t="t"/>
              <a:pathLst>
                <a:path extrusionOk="0" h="5984" w="11559">
                  <a:moveTo>
                    <a:pt x="1554" y="1"/>
                  </a:moveTo>
                  <a:lnTo>
                    <a:pt x="1" y="52"/>
                  </a:lnTo>
                  <a:lnTo>
                    <a:pt x="1" y="128"/>
                  </a:lnTo>
                  <a:lnTo>
                    <a:pt x="1" y="205"/>
                  </a:lnTo>
                  <a:lnTo>
                    <a:pt x="26" y="790"/>
                  </a:lnTo>
                  <a:lnTo>
                    <a:pt x="255" y="1910"/>
                  </a:lnTo>
                  <a:lnTo>
                    <a:pt x="688" y="2954"/>
                  </a:lnTo>
                  <a:lnTo>
                    <a:pt x="1324" y="3871"/>
                  </a:lnTo>
                  <a:lnTo>
                    <a:pt x="2088" y="4660"/>
                  </a:lnTo>
                  <a:lnTo>
                    <a:pt x="3030" y="5296"/>
                  </a:lnTo>
                  <a:lnTo>
                    <a:pt x="4049" y="5729"/>
                  </a:lnTo>
                  <a:lnTo>
                    <a:pt x="5194" y="5958"/>
                  </a:lnTo>
                  <a:lnTo>
                    <a:pt x="5780" y="5984"/>
                  </a:lnTo>
                  <a:lnTo>
                    <a:pt x="6365" y="5958"/>
                  </a:lnTo>
                  <a:lnTo>
                    <a:pt x="7486" y="5729"/>
                  </a:lnTo>
                  <a:lnTo>
                    <a:pt x="8529" y="5296"/>
                  </a:lnTo>
                  <a:lnTo>
                    <a:pt x="9446" y="4660"/>
                  </a:lnTo>
                  <a:lnTo>
                    <a:pt x="10235" y="3871"/>
                  </a:lnTo>
                  <a:lnTo>
                    <a:pt x="10872" y="2954"/>
                  </a:lnTo>
                  <a:lnTo>
                    <a:pt x="11304" y="1910"/>
                  </a:lnTo>
                  <a:lnTo>
                    <a:pt x="11533" y="790"/>
                  </a:lnTo>
                  <a:lnTo>
                    <a:pt x="11559" y="205"/>
                  </a:lnTo>
                  <a:lnTo>
                    <a:pt x="11559" y="128"/>
                  </a:lnTo>
                  <a:lnTo>
                    <a:pt x="11533" y="52"/>
                  </a:lnTo>
                  <a:lnTo>
                    <a:pt x="9980" y="1"/>
                  </a:lnTo>
                  <a:lnTo>
                    <a:pt x="9980" y="434"/>
                  </a:lnTo>
                  <a:lnTo>
                    <a:pt x="9802" y="1248"/>
                  </a:lnTo>
                  <a:lnTo>
                    <a:pt x="9497" y="2012"/>
                  </a:lnTo>
                  <a:lnTo>
                    <a:pt x="9039" y="2674"/>
                  </a:lnTo>
                  <a:lnTo>
                    <a:pt x="8453" y="3260"/>
                  </a:lnTo>
                  <a:lnTo>
                    <a:pt x="7791" y="3718"/>
                  </a:lnTo>
                  <a:lnTo>
                    <a:pt x="7027" y="4023"/>
                  </a:lnTo>
                  <a:lnTo>
                    <a:pt x="6213" y="4202"/>
                  </a:lnTo>
                  <a:lnTo>
                    <a:pt x="5347" y="4202"/>
                  </a:lnTo>
                  <a:lnTo>
                    <a:pt x="4532" y="4023"/>
                  </a:lnTo>
                  <a:lnTo>
                    <a:pt x="3769" y="3718"/>
                  </a:lnTo>
                  <a:lnTo>
                    <a:pt x="3107" y="3260"/>
                  </a:lnTo>
                  <a:lnTo>
                    <a:pt x="2521" y="2674"/>
                  </a:lnTo>
                  <a:lnTo>
                    <a:pt x="2063" y="2012"/>
                  </a:lnTo>
                  <a:lnTo>
                    <a:pt x="1757" y="1248"/>
                  </a:lnTo>
                  <a:lnTo>
                    <a:pt x="1579" y="434"/>
                  </a:lnTo>
                  <a:lnTo>
                    <a:pt x="1554" y="1"/>
                  </a:lnTo>
                  <a:close/>
                </a:path>
              </a:pathLst>
            </a:custGeom>
            <a:solidFill>
              <a:srgbClr val="F586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43"/>
            <p:cNvSpPr/>
            <p:nvPr/>
          </p:nvSpPr>
          <p:spPr>
            <a:xfrm>
              <a:off x="716100" y="2459675"/>
              <a:ext cx="82775" cy="119700"/>
            </a:xfrm>
            <a:custGeom>
              <a:rect b="b" l="l" r="r" t="t"/>
              <a:pathLst>
                <a:path extrusionOk="0" h="4788" w="3311">
                  <a:moveTo>
                    <a:pt x="1554" y="1"/>
                  </a:moveTo>
                  <a:lnTo>
                    <a:pt x="1375" y="306"/>
                  </a:lnTo>
                  <a:lnTo>
                    <a:pt x="1299" y="586"/>
                  </a:lnTo>
                  <a:lnTo>
                    <a:pt x="26" y="4252"/>
                  </a:lnTo>
                  <a:lnTo>
                    <a:pt x="1" y="4303"/>
                  </a:lnTo>
                  <a:lnTo>
                    <a:pt x="1" y="4354"/>
                  </a:lnTo>
                  <a:lnTo>
                    <a:pt x="408" y="4558"/>
                  </a:lnTo>
                  <a:lnTo>
                    <a:pt x="1223" y="4787"/>
                  </a:lnTo>
                  <a:lnTo>
                    <a:pt x="2063" y="4787"/>
                  </a:lnTo>
                  <a:lnTo>
                    <a:pt x="2903" y="4558"/>
                  </a:lnTo>
                  <a:lnTo>
                    <a:pt x="3310" y="4354"/>
                  </a:lnTo>
                  <a:lnTo>
                    <a:pt x="3310" y="4303"/>
                  </a:lnTo>
                  <a:lnTo>
                    <a:pt x="3285" y="4252"/>
                  </a:lnTo>
                  <a:lnTo>
                    <a:pt x="2012" y="586"/>
                  </a:lnTo>
                  <a:lnTo>
                    <a:pt x="1935" y="306"/>
                  </a:lnTo>
                  <a:lnTo>
                    <a:pt x="1757" y="1"/>
                  </a:lnTo>
                  <a:close/>
                </a:path>
              </a:pathLst>
            </a:custGeom>
            <a:solidFill>
              <a:srgbClr val="FDE3D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43"/>
            <p:cNvSpPr/>
            <p:nvPr/>
          </p:nvSpPr>
          <p:spPr>
            <a:xfrm>
              <a:off x="716100" y="2568525"/>
              <a:ext cx="82775" cy="38200"/>
            </a:xfrm>
            <a:custGeom>
              <a:rect b="b" l="l" r="r" t="t"/>
              <a:pathLst>
                <a:path extrusionOk="0" h="1528" w="3311">
                  <a:moveTo>
                    <a:pt x="1" y="0"/>
                  </a:moveTo>
                  <a:lnTo>
                    <a:pt x="1" y="306"/>
                  </a:lnTo>
                  <a:lnTo>
                    <a:pt x="281" y="840"/>
                  </a:lnTo>
                  <a:lnTo>
                    <a:pt x="764" y="1273"/>
                  </a:lnTo>
                  <a:lnTo>
                    <a:pt x="1299" y="1502"/>
                  </a:lnTo>
                  <a:lnTo>
                    <a:pt x="1528" y="1528"/>
                  </a:lnTo>
                  <a:lnTo>
                    <a:pt x="1783" y="1528"/>
                  </a:lnTo>
                  <a:lnTo>
                    <a:pt x="2012" y="1502"/>
                  </a:lnTo>
                  <a:lnTo>
                    <a:pt x="2546" y="1273"/>
                  </a:lnTo>
                  <a:lnTo>
                    <a:pt x="3030" y="840"/>
                  </a:lnTo>
                  <a:lnTo>
                    <a:pt x="3310" y="306"/>
                  </a:lnTo>
                  <a:lnTo>
                    <a:pt x="3310" y="0"/>
                  </a:lnTo>
                  <a:lnTo>
                    <a:pt x="2903" y="204"/>
                  </a:lnTo>
                  <a:lnTo>
                    <a:pt x="2063" y="433"/>
                  </a:lnTo>
                  <a:lnTo>
                    <a:pt x="1223" y="433"/>
                  </a:lnTo>
                  <a:lnTo>
                    <a:pt x="408" y="204"/>
                  </a:lnTo>
                  <a:lnTo>
                    <a:pt x="1" y="0"/>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43"/>
            <p:cNvSpPr/>
            <p:nvPr/>
          </p:nvSpPr>
          <p:spPr>
            <a:xfrm>
              <a:off x="552525" y="2434225"/>
              <a:ext cx="26750" cy="26750"/>
            </a:xfrm>
            <a:custGeom>
              <a:rect b="b" l="l" r="r" t="t"/>
              <a:pathLst>
                <a:path extrusionOk="0" h="1070" w="1070">
                  <a:moveTo>
                    <a:pt x="535" y="0"/>
                  </a:moveTo>
                  <a:lnTo>
                    <a:pt x="306" y="26"/>
                  </a:lnTo>
                  <a:lnTo>
                    <a:pt x="26" y="306"/>
                  </a:lnTo>
                  <a:lnTo>
                    <a:pt x="1" y="535"/>
                  </a:lnTo>
                  <a:lnTo>
                    <a:pt x="26" y="739"/>
                  </a:lnTo>
                  <a:lnTo>
                    <a:pt x="306" y="1019"/>
                  </a:lnTo>
                  <a:lnTo>
                    <a:pt x="535" y="1070"/>
                  </a:lnTo>
                  <a:lnTo>
                    <a:pt x="739" y="1019"/>
                  </a:lnTo>
                  <a:lnTo>
                    <a:pt x="1019" y="739"/>
                  </a:lnTo>
                  <a:lnTo>
                    <a:pt x="1070" y="535"/>
                  </a:lnTo>
                  <a:lnTo>
                    <a:pt x="1019" y="306"/>
                  </a:lnTo>
                  <a:lnTo>
                    <a:pt x="739"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43"/>
            <p:cNvSpPr/>
            <p:nvPr/>
          </p:nvSpPr>
          <p:spPr>
            <a:xfrm>
              <a:off x="913400" y="2434225"/>
              <a:ext cx="26125" cy="26750"/>
            </a:xfrm>
            <a:custGeom>
              <a:rect b="b" l="l" r="r" t="t"/>
              <a:pathLst>
                <a:path extrusionOk="0" h="1070" w="1045">
                  <a:moveTo>
                    <a:pt x="510" y="0"/>
                  </a:moveTo>
                  <a:lnTo>
                    <a:pt x="306" y="26"/>
                  </a:lnTo>
                  <a:lnTo>
                    <a:pt x="26" y="306"/>
                  </a:lnTo>
                  <a:lnTo>
                    <a:pt x="1" y="535"/>
                  </a:lnTo>
                  <a:lnTo>
                    <a:pt x="26" y="739"/>
                  </a:lnTo>
                  <a:lnTo>
                    <a:pt x="306" y="1019"/>
                  </a:lnTo>
                  <a:lnTo>
                    <a:pt x="510" y="1070"/>
                  </a:lnTo>
                  <a:lnTo>
                    <a:pt x="739" y="1019"/>
                  </a:lnTo>
                  <a:lnTo>
                    <a:pt x="1019" y="739"/>
                  </a:lnTo>
                  <a:lnTo>
                    <a:pt x="1045" y="535"/>
                  </a:lnTo>
                  <a:lnTo>
                    <a:pt x="1019" y="306"/>
                  </a:lnTo>
                  <a:lnTo>
                    <a:pt x="739" y="26"/>
                  </a:lnTo>
                  <a:lnTo>
                    <a:pt x="51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43"/>
            <p:cNvSpPr/>
            <p:nvPr/>
          </p:nvSpPr>
          <p:spPr>
            <a:xfrm>
              <a:off x="506075" y="2522700"/>
              <a:ext cx="145775" cy="68750"/>
            </a:xfrm>
            <a:custGeom>
              <a:rect b="b" l="l" r="r" t="t"/>
              <a:pathLst>
                <a:path extrusionOk="0" h="2750" w="5831">
                  <a:moveTo>
                    <a:pt x="1375" y="0"/>
                  </a:moveTo>
                  <a:lnTo>
                    <a:pt x="1095" y="26"/>
                  </a:lnTo>
                  <a:lnTo>
                    <a:pt x="586" y="229"/>
                  </a:lnTo>
                  <a:lnTo>
                    <a:pt x="229" y="586"/>
                  </a:lnTo>
                  <a:lnTo>
                    <a:pt x="26" y="1095"/>
                  </a:lnTo>
                  <a:lnTo>
                    <a:pt x="0" y="1375"/>
                  </a:lnTo>
                  <a:lnTo>
                    <a:pt x="26" y="1655"/>
                  </a:lnTo>
                  <a:lnTo>
                    <a:pt x="229" y="2139"/>
                  </a:lnTo>
                  <a:lnTo>
                    <a:pt x="586" y="2521"/>
                  </a:lnTo>
                  <a:lnTo>
                    <a:pt x="1095" y="2724"/>
                  </a:lnTo>
                  <a:lnTo>
                    <a:pt x="1375" y="2750"/>
                  </a:lnTo>
                  <a:lnTo>
                    <a:pt x="4455" y="2750"/>
                  </a:lnTo>
                  <a:lnTo>
                    <a:pt x="4736" y="2724"/>
                  </a:lnTo>
                  <a:lnTo>
                    <a:pt x="5245" y="2521"/>
                  </a:lnTo>
                  <a:lnTo>
                    <a:pt x="5601" y="2139"/>
                  </a:lnTo>
                  <a:lnTo>
                    <a:pt x="5805" y="1655"/>
                  </a:lnTo>
                  <a:lnTo>
                    <a:pt x="5830" y="1375"/>
                  </a:lnTo>
                  <a:lnTo>
                    <a:pt x="5805" y="1095"/>
                  </a:lnTo>
                  <a:lnTo>
                    <a:pt x="5601" y="586"/>
                  </a:lnTo>
                  <a:lnTo>
                    <a:pt x="5245" y="229"/>
                  </a:lnTo>
                  <a:lnTo>
                    <a:pt x="4736" y="26"/>
                  </a:lnTo>
                  <a:lnTo>
                    <a:pt x="4455" y="0"/>
                  </a:lnTo>
                  <a:close/>
                </a:path>
              </a:pathLst>
            </a:custGeom>
            <a:solidFill>
              <a:srgbClr val="F59A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43"/>
            <p:cNvSpPr/>
            <p:nvPr/>
          </p:nvSpPr>
          <p:spPr>
            <a:xfrm>
              <a:off x="866950" y="2522700"/>
              <a:ext cx="145775" cy="68750"/>
            </a:xfrm>
            <a:custGeom>
              <a:rect b="b" l="l" r="r" t="t"/>
              <a:pathLst>
                <a:path extrusionOk="0" h="2750" w="5831">
                  <a:moveTo>
                    <a:pt x="1375" y="0"/>
                  </a:moveTo>
                  <a:lnTo>
                    <a:pt x="1095" y="26"/>
                  </a:lnTo>
                  <a:lnTo>
                    <a:pt x="586" y="229"/>
                  </a:lnTo>
                  <a:lnTo>
                    <a:pt x="229" y="586"/>
                  </a:lnTo>
                  <a:lnTo>
                    <a:pt x="0" y="1095"/>
                  </a:lnTo>
                  <a:lnTo>
                    <a:pt x="0" y="1375"/>
                  </a:lnTo>
                  <a:lnTo>
                    <a:pt x="0" y="1655"/>
                  </a:lnTo>
                  <a:lnTo>
                    <a:pt x="229" y="2139"/>
                  </a:lnTo>
                  <a:lnTo>
                    <a:pt x="586" y="2521"/>
                  </a:lnTo>
                  <a:lnTo>
                    <a:pt x="1095" y="2724"/>
                  </a:lnTo>
                  <a:lnTo>
                    <a:pt x="1375" y="2750"/>
                  </a:lnTo>
                  <a:lnTo>
                    <a:pt x="4456" y="2750"/>
                  </a:lnTo>
                  <a:lnTo>
                    <a:pt x="4736" y="2724"/>
                  </a:lnTo>
                  <a:lnTo>
                    <a:pt x="5219" y="2521"/>
                  </a:lnTo>
                  <a:lnTo>
                    <a:pt x="5601" y="2139"/>
                  </a:lnTo>
                  <a:lnTo>
                    <a:pt x="5805" y="1655"/>
                  </a:lnTo>
                  <a:lnTo>
                    <a:pt x="5830" y="1375"/>
                  </a:lnTo>
                  <a:lnTo>
                    <a:pt x="5805" y="1095"/>
                  </a:lnTo>
                  <a:lnTo>
                    <a:pt x="5601" y="586"/>
                  </a:lnTo>
                  <a:lnTo>
                    <a:pt x="5219" y="229"/>
                  </a:lnTo>
                  <a:lnTo>
                    <a:pt x="4736" y="26"/>
                  </a:lnTo>
                  <a:lnTo>
                    <a:pt x="4456" y="0"/>
                  </a:lnTo>
                  <a:close/>
                </a:path>
              </a:pathLst>
            </a:custGeom>
            <a:solidFill>
              <a:srgbClr val="F59A9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43"/>
            <p:cNvSpPr/>
            <p:nvPr/>
          </p:nvSpPr>
          <p:spPr>
            <a:xfrm>
              <a:off x="523900" y="2341925"/>
              <a:ext cx="110125" cy="22300"/>
            </a:xfrm>
            <a:custGeom>
              <a:rect b="b" l="l" r="r" t="t"/>
              <a:pathLst>
                <a:path extrusionOk="0" fill="none" h="892" w="4405">
                  <a:moveTo>
                    <a:pt x="4404" y="892"/>
                  </a:moveTo>
                  <a:lnTo>
                    <a:pt x="4175" y="663"/>
                  </a:lnTo>
                  <a:lnTo>
                    <a:pt x="3666" y="332"/>
                  </a:lnTo>
                  <a:lnTo>
                    <a:pt x="2800" y="1"/>
                  </a:lnTo>
                  <a:lnTo>
                    <a:pt x="1604" y="1"/>
                  </a:lnTo>
                  <a:lnTo>
                    <a:pt x="738" y="332"/>
                  </a:lnTo>
                  <a:lnTo>
                    <a:pt x="229" y="663"/>
                  </a:lnTo>
                  <a:lnTo>
                    <a:pt x="0" y="892"/>
                  </a:lnTo>
                </a:path>
              </a:pathLst>
            </a:custGeom>
            <a:noFill/>
            <a:ln cap="rnd" cmpd="sng" w="21000">
              <a:solidFill>
                <a:srgbClr val="95653C"/>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43"/>
            <p:cNvSpPr/>
            <p:nvPr/>
          </p:nvSpPr>
          <p:spPr>
            <a:xfrm>
              <a:off x="884775" y="2341925"/>
              <a:ext cx="110125" cy="22300"/>
            </a:xfrm>
            <a:custGeom>
              <a:rect b="b" l="l" r="r" t="t"/>
              <a:pathLst>
                <a:path extrusionOk="0" fill="none" h="892" w="4405">
                  <a:moveTo>
                    <a:pt x="4405" y="892"/>
                  </a:moveTo>
                  <a:lnTo>
                    <a:pt x="4175" y="663"/>
                  </a:lnTo>
                  <a:lnTo>
                    <a:pt x="3641" y="332"/>
                  </a:lnTo>
                  <a:lnTo>
                    <a:pt x="2801" y="1"/>
                  </a:lnTo>
                  <a:lnTo>
                    <a:pt x="1604" y="1"/>
                  </a:lnTo>
                  <a:lnTo>
                    <a:pt x="738" y="332"/>
                  </a:lnTo>
                  <a:lnTo>
                    <a:pt x="229" y="663"/>
                  </a:lnTo>
                  <a:lnTo>
                    <a:pt x="0" y="892"/>
                  </a:lnTo>
                </a:path>
              </a:pathLst>
            </a:custGeom>
            <a:noFill/>
            <a:ln cap="rnd" cmpd="sng" w="21000">
              <a:solidFill>
                <a:srgbClr val="95653C"/>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43"/>
            <p:cNvSpPr/>
            <p:nvPr/>
          </p:nvSpPr>
          <p:spPr>
            <a:xfrm>
              <a:off x="697650" y="2646800"/>
              <a:ext cx="123500" cy="36300"/>
            </a:xfrm>
            <a:custGeom>
              <a:rect b="b" l="l" r="r" t="t"/>
              <a:pathLst>
                <a:path extrusionOk="0" fill="none" h="1452" w="4940">
                  <a:moveTo>
                    <a:pt x="0" y="1"/>
                  </a:moveTo>
                  <a:lnTo>
                    <a:pt x="128" y="306"/>
                  </a:lnTo>
                  <a:lnTo>
                    <a:pt x="611" y="841"/>
                  </a:lnTo>
                  <a:lnTo>
                    <a:pt x="1248" y="1223"/>
                  </a:lnTo>
                  <a:lnTo>
                    <a:pt x="2037" y="1426"/>
                  </a:lnTo>
                  <a:lnTo>
                    <a:pt x="2470" y="1452"/>
                  </a:lnTo>
                  <a:lnTo>
                    <a:pt x="2903" y="1426"/>
                  </a:lnTo>
                  <a:lnTo>
                    <a:pt x="3666" y="1223"/>
                  </a:lnTo>
                  <a:lnTo>
                    <a:pt x="4303" y="841"/>
                  </a:lnTo>
                  <a:lnTo>
                    <a:pt x="4787" y="332"/>
                  </a:lnTo>
                  <a:lnTo>
                    <a:pt x="4939" y="26"/>
                  </a:lnTo>
                </a:path>
              </a:pathLst>
            </a:custGeom>
            <a:noFill/>
            <a:ln cap="rnd" cmpd="sng" w="21000">
              <a:solidFill>
                <a:srgbClr val="D56453"/>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43"/>
            <p:cNvSpPr/>
            <p:nvPr/>
          </p:nvSpPr>
          <p:spPr>
            <a:xfrm>
              <a:off x="364125" y="1879850"/>
              <a:ext cx="791175" cy="525750"/>
            </a:xfrm>
            <a:custGeom>
              <a:rect b="b" l="l" r="r" t="t"/>
              <a:pathLst>
                <a:path extrusionOk="0" h="21030" w="31647">
                  <a:moveTo>
                    <a:pt x="14996" y="1"/>
                  </a:moveTo>
                  <a:lnTo>
                    <a:pt x="13418" y="154"/>
                  </a:lnTo>
                  <a:lnTo>
                    <a:pt x="11865" y="485"/>
                  </a:lnTo>
                  <a:lnTo>
                    <a:pt x="10388" y="943"/>
                  </a:lnTo>
                  <a:lnTo>
                    <a:pt x="8962" y="1554"/>
                  </a:lnTo>
                  <a:lnTo>
                    <a:pt x="7613" y="2267"/>
                  </a:lnTo>
                  <a:lnTo>
                    <a:pt x="6340" y="3132"/>
                  </a:lnTo>
                  <a:lnTo>
                    <a:pt x="5169" y="4100"/>
                  </a:lnTo>
                  <a:lnTo>
                    <a:pt x="4100" y="5169"/>
                  </a:lnTo>
                  <a:lnTo>
                    <a:pt x="3132" y="6340"/>
                  </a:lnTo>
                  <a:lnTo>
                    <a:pt x="2292" y="7613"/>
                  </a:lnTo>
                  <a:lnTo>
                    <a:pt x="1554" y="8962"/>
                  </a:lnTo>
                  <a:lnTo>
                    <a:pt x="943" y="10388"/>
                  </a:lnTo>
                  <a:lnTo>
                    <a:pt x="485" y="11865"/>
                  </a:lnTo>
                  <a:lnTo>
                    <a:pt x="154" y="13418"/>
                  </a:lnTo>
                  <a:lnTo>
                    <a:pt x="1" y="14996"/>
                  </a:lnTo>
                  <a:lnTo>
                    <a:pt x="1" y="15811"/>
                  </a:lnTo>
                  <a:lnTo>
                    <a:pt x="1" y="21030"/>
                  </a:lnTo>
                  <a:lnTo>
                    <a:pt x="1325" y="20622"/>
                  </a:lnTo>
                  <a:lnTo>
                    <a:pt x="3336" y="19630"/>
                  </a:lnTo>
                  <a:lnTo>
                    <a:pt x="4736" y="18484"/>
                  </a:lnTo>
                  <a:lnTo>
                    <a:pt x="5729" y="17262"/>
                  </a:lnTo>
                  <a:lnTo>
                    <a:pt x="6798" y="15327"/>
                  </a:lnTo>
                  <a:lnTo>
                    <a:pt x="7995" y="13418"/>
                  </a:lnTo>
                  <a:lnTo>
                    <a:pt x="9166" y="12221"/>
                  </a:lnTo>
                  <a:lnTo>
                    <a:pt x="9955" y="11661"/>
                  </a:lnTo>
                  <a:lnTo>
                    <a:pt x="9981" y="11814"/>
                  </a:lnTo>
                  <a:lnTo>
                    <a:pt x="10388" y="13061"/>
                  </a:lnTo>
                  <a:lnTo>
                    <a:pt x="11126" y="14436"/>
                  </a:lnTo>
                  <a:lnTo>
                    <a:pt x="11865" y="15378"/>
                  </a:lnTo>
                  <a:lnTo>
                    <a:pt x="12858" y="16269"/>
                  </a:lnTo>
                  <a:lnTo>
                    <a:pt x="14105" y="17007"/>
                  </a:lnTo>
                  <a:lnTo>
                    <a:pt x="14843" y="17287"/>
                  </a:lnTo>
                  <a:lnTo>
                    <a:pt x="15633" y="17542"/>
                  </a:lnTo>
                  <a:lnTo>
                    <a:pt x="16982" y="17746"/>
                  </a:lnTo>
                  <a:lnTo>
                    <a:pt x="18153" y="17669"/>
                  </a:lnTo>
                  <a:lnTo>
                    <a:pt x="19146" y="17466"/>
                  </a:lnTo>
                  <a:lnTo>
                    <a:pt x="20470" y="17033"/>
                  </a:lnTo>
                  <a:lnTo>
                    <a:pt x="21717" y="16753"/>
                  </a:lnTo>
                  <a:lnTo>
                    <a:pt x="22557" y="16804"/>
                  </a:lnTo>
                  <a:lnTo>
                    <a:pt x="23041" y="16956"/>
                  </a:lnTo>
                  <a:lnTo>
                    <a:pt x="23754" y="17236"/>
                  </a:lnTo>
                  <a:lnTo>
                    <a:pt x="24823" y="17822"/>
                  </a:lnTo>
                  <a:lnTo>
                    <a:pt x="25892" y="18688"/>
                  </a:lnTo>
                  <a:lnTo>
                    <a:pt x="26809" y="19477"/>
                  </a:lnTo>
                  <a:lnTo>
                    <a:pt x="27624" y="19935"/>
                  </a:lnTo>
                  <a:lnTo>
                    <a:pt x="28795" y="20317"/>
                  </a:lnTo>
                  <a:lnTo>
                    <a:pt x="30501" y="20572"/>
                  </a:lnTo>
                  <a:lnTo>
                    <a:pt x="31646" y="20648"/>
                  </a:lnTo>
                  <a:lnTo>
                    <a:pt x="31646" y="15811"/>
                  </a:lnTo>
                  <a:lnTo>
                    <a:pt x="31646" y="14996"/>
                  </a:lnTo>
                  <a:lnTo>
                    <a:pt x="31468" y="13418"/>
                  </a:lnTo>
                  <a:lnTo>
                    <a:pt x="31162" y="11865"/>
                  </a:lnTo>
                  <a:lnTo>
                    <a:pt x="30704" y="10388"/>
                  </a:lnTo>
                  <a:lnTo>
                    <a:pt x="30093" y="8962"/>
                  </a:lnTo>
                  <a:lnTo>
                    <a:pt x="29355" y="7613"/>
                  </a:lnTo>
                  <a:lnTo>
                    <a:pt x="28515" y="6340"/>
                  </a:lnTo>
                  <a:lnTo>
                    <a:pt x="27547" y="5169"/>
                  </a:lnTo>
                  <a:lnTo>
                    <a:pt x="26453" y="4100"/>
                  </a:lnTo>
                  <a:lnTo>
                    <a:pt x="25281" y="3132"/>
                  </a:lnTo>
                  <a:lnTo>
                    <a:pt x="24034" y="2267"/>
                  </a:lnTo>
                  <a:lnTo>
                    <a:pt x="22685" y="1554"/>
                  </a:lnTo>
                  <a:lnTo>
                    <a:pt x="21259" y="943"/>
                  </a:lnTo>
                  <a:lnTo>
                    <a:pt x="19782" y="485"/>
                  </a:lnTo>
                  <a:lnTo>
                    <a:pt x="18229" y="154"/>
                  </a:lnTo>
                  <a:lnTo>
                    <a:pt x="16625" y="1"/>
                  </a:lnTo>
                  <a:close/>
                </a:path>
              </a:pathLst>
            </a:custGeom>
            <a:solidFill>
              <a:srgbClr val="9E79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43"/>
            <p:cNvSpPr/>
            <p:nvPr/>
          </p:nvSpPr>
          <p:spPr>
            <a:xfrm>
              <a:off x="1280650" y="2455225"/>
              <a:ext cx="357075" cy="586225"/>
            </a:xfrm>
            <a:custGeom>
              <a:rect b="b" l="l" r="r" t="t"/>
              <a:pathLst>
                <a:path extrusionOk="0" h="23449" w="14283">
                  <a:moveTo>
                    <a:pt x="9217" y="1"/>
                  </a:moveTo>
                  <a:lnTo>
                    <a:pt x="8784" y="102"/>
                  </a:lnTo>
                  <a:lnTo>
                    <a:pt x="8427" y="357"/>
                  </a:lnTo>
                  <a:lnTo>
                    <a:pt x="8173" y="764"/>
                  </a:lnTo>
                  <a:lnTo>
                    <a:pt x="8096" y="993"/>
                  </a:lnTo>
                  <a:lnTo>
                    <a:pt x="6365" y="8529"/>
                  </a:lnTo>
                  <a:lnTo>
                    <a:pt x="6060" y="8453"/>
                  </a:lnTo>
                  <a:lnTo>
                    <a:pt x="7587" y="1757"/>
                  </a:lnTo>
                  <a:lnTo>
                    <a:pt x="7638" y="1503"/>
                  </a:lnTo>
                  <a:lnTo>
                    <a:pt x="7587" y="1044"/>
                  </a:lnTo>
                  <a:lnTo>
                    <a:pt x="7384" y="637"/>
                  </a:lnTo>
                  <a:lnTo>
                    <a:pt x="7027" y="357"/>
                  </a:lnTo>
                  <a:lnTo>
                    <a:pt x="6824" y="306"/>
                  </a:lnTo>
                  <a:lnTo>
                    <a:pt x="6620" y="255"/>
                  </a:lnTo>
                  <a:lnTo>
                    <a:pt x="6187" y="357"/>
                  </a:lnTo>
                  <a:lnTo>
                    <a:pt x="5831" y="637"/>
                  </a:lnTo>
                  <a:lnTo>
                    <a:pt x="5576" y="1019"/>
                  </a:lnTo>
                  <a:lnTo>
                    <a:pt x="5500" y="1273"/>
                  </a:lnTo>
                  <a:lnTo>
                    <a:pt x="3387" y="10439"/>
                  </a:lnTo>
                  <a:lnTo>
                    <a:pt x="3157" y="9548"/>
                  </a:lnTo>
                  <a:lnTo>
                    <a:pt x="2648" y="8173"/>
                  </a:lnTo>
                  <a:lnTo>
                    <a:pt x="2139" y="7231"/>
                  </a:lnTo>
                  <a:lnTo>
                    <a:pt x="1630" y="6594"/>
                  </a:lnTo>
                  <a:lnTo>
                    <a:pt x="968" y="6111"/>
                  </a:lnTo>
                  <a:lnTo>
                    <a:pt x="408" y="6034"/>
                  </a:lnTo>
                  <a:lnTo>
                    <a:pt x="332" y="6060"/>
                  </a:lnTo>
                  <a:lnTo>
                    <a:pt x="179" y="6136"/>
                  </a:lnTo>
                  <a:lnTo>
                    <a:pt x="1" y="6442"/>
                  </a:lnTo>
                  <a:lnTo>
                    <a:pt x="1" y="6951"/>
                  </a:lnTo>
                  <a:lnTo>
                    <a:pt x="51" y="7078"/>
                  </a:lnTo>
                  <a:lnTo>
                    <a:pt x="561" y="10006"/>
                  </a:lnTo>
                  <a:lnTo>
                    <a:pt x="1172" y="13494"/>
                  </a:lnTo>
                  <a:lnTo>
                    <a:pt x="1223" y="13901"/>
                  </a:lnTo>
                  <a:lnTo>
                    <a:pt x="1426" y="14563"/>
                  </a:lnTo>
                  <a:lnTo>
                    <a:pt x="1910" y="15327"/>
                  </a:lnTo>
                  <a:lnTo>
                    <a:pt x="2954" y="16116"/>
                  </a:lnTo>
                  <a:lnTo>
                    <a:pt x="3183" y="16192"/>
                  </a:lnTo>
                  <a:lnTo>
                    <a:pt x="1859" y="21844"/>
                  </a:lnTo>
                  <a:lnTo>
                    <a:pt x="8809" y="23448"/>
                  </a:lnTo>
                  <a:lnTo>
                    <a:pt x="10159" y="17694"/>
                  </a:lnTo>
                  <a:lnTo>
                    <a:pt x="10286" y="17694"/>
                  </a:lnTo>
                  <a:lnTo>
                    <a:pt x="10719" y="17618"/>
                  </a:lnTo>
                  <a:lnTo>
                    <a:pt x="11228" y="17338"/>
                  </a:lnTo>
                  <a:lnTo>
                    <a:pt x="11635" y="16803"/>
                  </a:lnTo>
                  <a:lnTo>
                    <a:pt x="11763" y="16396"/>
                  </a:lnTo>
                  <a:lnTo>
                    <a:pt x="12094" y="14970"/>
                  </a:lnTo>
                  <a:lnTo>
                    <a:pt x="12832" y="11737"/>
                  </a:lnTo>
                  <a:lnTo>
                    <a:pt x="13086" y="10617"/>
                  </a:lnTo>
                  <a:lnTo>
                    <a:pt x="13214" y="10108"/>
                  </a:lnTo>
                  <a:lnTo>
                    <a:pt x="14232" y="5652"/>
                  </a:lnTo>
                  <a:lnTo>
                    <a:pt x="14283" y="5423"/>
                  </a:lnTo>
                  <a:lnTo>
                    <a:pt x="14232" y="4965"/>
                  </a:lnTo>
                  <a:lnTo>
                    <a:pt x="14028" y="4609"/>
                  </a:lnTo>
                  <a:lnTo>
                    <a:pt x="13723" y="4354"/>
                  </a:lnTo>
                  <a:lnTo>
                    <a:pt x="13519" y="4303"/>
                  </a:lnTo>
                  <a:lnTo>
                    <a:pt x="13341" y="4252"/>
                  </a:lnTo>
                  <a:lnTo>
                    <a:pt x="12934" y="4354"/>
                  </a:lnTo>
                  <a:lnTo>
                    <a:pt x="12603" y="4609"/>
                  </a:lnTo>
                  <a:lnTo>
                    <a:pt x="12374" y="4965"/>
                  </a:lnTo>
                  <a:lnTo>
                    <a:pt x="12297" y="5194"/>
                  </a:lnTo>
                  <a:lnTo>
                    <a:pt x="11253" y="9675"/>
                  </a:lnTo>
                  <a:lnTo>
                    <a:pt x="10872" y="9573"/>
                  </a:lnTo>
                  <a:lnTo>
                    <a:pt x="12323" y="3285"/>
                  </a:lnTo>
                  <a:lnTo>
                    <a:pt x="12374" y="3030"/>
                  </a:lnTo>
                  <a:lnTo>
                    <a:pt x="12323" y="2572"/>
                  </a:lnTo>
                  <a:lnTo>
                    <a:pt x="12094" y="2165"/>
                  </a:lnTo>
                  <a:lnTo>
                    <a:pt x="11763" y="1884"/>
                  </a:lnTo>
                  <a:lnTo>
                    <a:pt x="11559" y="1834"/>
                  </a:lnTo>
                  <a:lnTo>
                    <a:pt x="11330" y="1783"/>
                  </a:lnTo>
                  <a:lnTo>
                    <a:pt x="10922" y="1884"/>
                  </a:lnTo>
                  <a:lnTo>
                    <a:pt x="10566" y="2165"/>
                  </a:lnTo>
                  <a:lnTo>
                    <a:pt x="10286" y="2546"/>
                  </a:lnTo>
                  <a:lnTo>
                    <a:pt x="10235" y="2801"/>
                  </a:lnTo>
                  <a:lnTo>
                    <a:pt x="8784" y="9089"/>
                  </a:lnTo>
                  <a:lnTo>
                    <a:pt x="8478" y="9013"/>
                  </a:lnTo>
                  <a:lnTo>
                    <a:pt x="10210" y="1503"/>
                  </a:lnTo>
                  <a:lnTo>
                    <a:pt x="10235" y="1248"/>
                  </a:lnTo>
                  <a:lnTo>
                    <a:pt x="10184" y="764"/>
                  </a:lnTo>
                  <a:lnTo>
                    <a:pt x="9980" y="357"/>
                  </a:lnTo>
                  <a:lnTo>
                    <a:pt x="9649" y="102"/>
                  </a:lnTo>
                  <a:lnTo>
                    <a:pt x="9420" y="26"/>
                  </a:lnTo>
                  <a:lnTo>
                    <a:pt x="9217" y="1"/>
                  </a:lnTo>
                  <a:close/>
                </a:path>
              </a:pathLst>
            </a:custGeom>
            <a:solidFill>
              <a:srgbClr val="F0C1A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43"/>
            <p:cNvSpPr/>
            <p:nvPr/>
          </p:nvSpPr>
          <p:spPr>
            <a:xfrm>
              <a:off x="1365300" y="2714900"/>
              <a:ext cx="25" cy="675"/>
            </a:xfrm>
            <a:custGeom>
              <a:rect b="b" l="l" r="r" t="t"/>
              <a:pathLst>
                <a:path extrusionOk="0" h="27" w="1">
                  <a:moveTo>
                    <a:pt x="1" y="1"/>
                  </a:moveTo>
                  <a:lnTo>
                    <a:pt x="1" y="1"/>
                  </a:lnTo>
                  <a:lnTo>
                    <a:pt x="1" y="26"/>
                  </a:lnTo>
                  <a:lnTo>
                    <a:pt x="1" y="1"/>
                  </a:lnTo>
                  <a:lnTo>
                    <a:pt x="1" y="1"/>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43"/>
            <p:cNvSpPr/>
            <p:nvPr/>
          </p:nvSpPr>
          <p:spPr>
            <a:xfrm>
              <a:off x="1398400" y="2659525"/>
              <a:ext cx="190975" cy="55400"/>
            </a:xfrm>
            <a:custGeom>
              <a:rect b="b" l="l" r="r" t="t"/>
              <a:pathLst>
                <a:path extrusionOk="0" h="2216" w="7639">
                  <a:moveTo>
                    <a:pt x="102" y="1"/>
                  </a:moveTo>
                  <a:lnTo>
                    <a:pt x="0" y="485"/>
                  </a:lnTo>
                  <a:lnTo>
                    <a:pt x="7536" y="2216"/>
                  </a:lnTo>
                  <a:lnTo>
                    <a:pt x="7638" y="1732"/>
                  </a:lnTo>
                  <a:lnTo>
                    <a:pt x="6569" y="1503"/>
                  </a:lnTo>
                  <a:lnTo>
                    <a:pt x="6543" y="1503"/>
                  </a:lnTo>
                  <a:lnTo>
                    <a:pt x="6162" y="1401"/>
                  </a:lnTo>
                  <a:lnTo>
                    <a:pt x="4074" y="917"/>
                  </a:lnTo>
                  <a:lnTo>
                    <a:pt x="3768" y="841"/>
                  </a:lnTo>
                  <a:lnTo>
                    <a:pt x="1655" y="357"/>
                  </a:lnTo>
                  <a:lnTo>
                    <a:pt x="1350" y="281"/>
                  </a:lnTo>
                  <a:lnTo>
                    <a:pt x="102" y="1"/>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43"/>
            <p:cNvSpPr/>
            <p:nvPr/>
          </p:nvSpPr>
          <p:spPr>
            <a:xfrm>
              <a:off x="1365300" y="2708550"/>
              <a:ext cx="105675" cy="159775"/>
            </a:xfrm>
            <a:custGeom>
              <a:rect b="b" l="l" r="r" t="t"/>
              <a:pathLst>
                <a:path extrusionOk="0" h="6391" w="4227">
                  <a:moveTo>
                    <a:pt x="77" y="0"/>
                  </a:moveTo>
                  <a:lnTo>
                    <a:pt x="52" y="51"/>
                  </a:lnTo>
                  <a:lnTo>
                    <a:pt x="1" y="280"/>
                  </a:lnTo>
                  <a:lnTo>
                    <a:pt x="230" y="306"/>
                  </a:lnTo>
                  <a:lnTo>
                    <a:pt x="1121" y="637"/>
                  </a:lnTo>
                  <a:lnTo>
                    <a:pt x="1859" y="1044"/>
                  </a:lnTo>
                  <a:lnTo>
                    <a:pt x="2597" y="1680"/>
                  </a:lnTo>
                  <a:lnTo>
                    <a:pt x="3259" y="2571"/>
                  </a:lnTo>
                  <a:lnTo>
                    <a:pt x="3718" y="3794"/>
                  </a:lnTo>
                  <a:lnTo>
                    <a:pt x="3896" y="5372"/>
                  </a:lnTo>
                  <a:lnTo>
                    <a:pt x="3819" y="6314"/>
                  </a:lnTo>
                  <a:lnTo>
                    <a:pt x="4099" y="6390"/>
                  </a:lnTo>
                  <a:lnTo>
                    <a:pt x="4150" y="6212"/>
                  </a:lnTo>
                  <a:lnTo>
                    <a:pt x="4227" y="5117"/>
                  </a:lnTo>
                  <a:lnTo>
                    <a:pt x="4176" y="4124"/>
                  </a:lnTo>
                  <a:lnTo>
                    <a:pt x="3896" y="3030"/>
                  </a:lnTo>
                  <a:lnTo>
                    <a:pt x="3336" y="1935"/>
                  </a:lnTo>
                  <a:lnTo>
                    <a:pt x="2394" y="968"/>
                  </a:lnTo>
                  <a:lnTo>
                    <a:pt x="1375" y="407"/>
                  </a:lnTo>
                  <a:lnTo>
                    <a:pt x="535" y="102"/>
                  </a:lnTo>
                  <a:lnTo>
                    <a:pt x="77" y="0"/>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43"/>
            <p:cNvSpPr/>
            <p:nvPr/>
          </p:nvSpPr>
          <p:spPr>
            <a:xfrm>
              <a:off x="1343025" y="2888650"/>
              <a:ext cx="183975" cy="84675"/>
            </a:xfrm>
            <a:custGeom>
              <a:rect b="b" l="l" r="r" t="t"/>
              <a:pathLst>
                <a:path extrusionOk="0" h="3387" w="7359">
                  <a:moveTo>
                    <a:pt x="408" y="1"/>
                  </a:moveTo>
                  <a:lnTo>
                    <a:pt x="1" y="1783"/>
                  </a:lnTo>
                  <a:lnTo>
                    <a:pt x="6951" y="3387"/>
                  </a:lnTo>
                  <a:lnTo>
                    <a:pt x="7358" y="1605"/>
                  </a:lnTo>
                  <a:lnTo>
                    <a:pt x="408" y="1"/>
                  </a:lnTo>
                  <a:close/>
                </a:path>
              </a:pathLst>
            </a:custGeom>
            <a:solidFill>
              <a:srgbClr val="D3A08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43"/>
            <p:cNvSpPr/>
            <p:nvPr/>
          </p:nvSpPr>
          <p:spPr>
            <a:xfrm>
              <a:off x="1303575" y="2910950"/>
              <a:ext cx="237425" cy="100575"/>
            </a:xfrm>
            <a:custGeom>
              <a:rect b="b" l="l" r="r" t="t"/>
              <a:pathLst>
                <a:path extrusionOk="0" h="4023" w="9497">
                  <a:moveTo>
                    <a:pt x="433" y="0"/>
                  </a:moveTo>
                  <a:lnTo>
                    <a:pt x="0" y="1909"/>
                  </a:lnTo>
                  <a:lnTo>
                    <a:pt x="9063" y="4023"/>
                  </a:lnTo>
                  <a:lnTo>
                    <a:pt x="9496" y="2088"/>
                  </a:lnTo>
                  <a:lnTo>
                    <a:pt x="433" y="0"/>
                  </a:lnTo>
                  <a:close/>
                </a:path>
              </a:pathLst>
            </a:custGeom>
            <a:solidFill>
              <a:srgbClr val="F586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43"/>
            <p:cNvSpPr/>
            <p:nvPr/>
          </p:nvSpPr>
          <p:spPr>
            <a:xfrm>
              <a:off x="1281300" y="2948500"/>
              <a:ext cx="251425" cy="105675"/>
            </a:xfrm>
            <a:custGeom>
              <a:rect b="b" l="l" r="r" t="t"/>
              <a:pathLst>
                <a:path extrusionOk="0" h="4227" w="10057">
                  <a:moveTo>
                    <a:pt x="967" y="0"/>
                  </a:moveTo>
                  <a:lnTo>
                    <a:pt x="0" y="4226"/>
                  </a:lnTo>
                  <a:lnTo>
                    <a:pt x="9547" y="4226"/>
                  </a:lnTo>
                  <a:lnTo>
                    <a:pt x="10056" y="2088"/>
                  </a:lnTo>
                  <a:lnTo>
                    <a:pt x="967" y="0"/>
                  </a:lnTo>
                  <a:close/>
                </a:path>
              </a:pathLst>
            </a:custGeom>
            <a:solidFill>
              <a:srgbClr val="F0462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5" name="Google Shape;685;p43"/>
          <p:cNvGrpSpPr/>
          <p:nvPr/>
        </p:nvGrpSpPr>
        <p:grpSpPr>
          <a:xfrm flipH="1">
            <a:off x="336172" y="1148257"/>
            <a:ext cx="1717219" cy="1563602"/>
            <a:chOff x="5930700" y="247325"/>
            <a:chExt cx="1451825" cy="1321950"/>
          </a:xfrm>
        </p:grpSpPr>
        <p:sp>
          <p:nvSpPr>
            <p:cNvPr id="686" name="Google Shape;686;p43"/>
            <p:cNvSpPr/>
            <p:nvPr/>
          </p:nvSpPr>
          <p:spPr>
            <a:xfrm>
              <a:off x="5930700" y="247325"/>
              <a:ext cx="1155875" cy="1152650"/>
            </a:xfrm>
            <a:custGeom>
              <a:rect b="b" l="l" r="r" t="t"/>
              <a:pathLst>
                <a:path extrusionOk="0" h="46106" w="46235">
                  <a:moveTo>
                    <a:pt x="23448" y="0"/>
                  </a:moveTo>
                  <a:lnTo>
                    <a:pt x="22863" y="25"/>
                  </a:lnTo>
                  <a:lnTo>
                    <a:pt x="21819" y="331"/>
                  </a:lnTo>
                  <a:lnTo>
                    <a:pt x="20903" y="917"/>
                  </a:lnTo>
                  <a:lnTo>
                    <a:pt x="20190" y="1706"/>
                  </a:lnTo>
                  <a:lnTo>
                    <a:pt x="19935" y="2189"/>
                  </a:lnTo>
                  <a:lnTo>
                    <a:pt x="19553" y="1808"/>
                  </a:lnTo>
                  <a:lnTo>
                    <a:pt x="18637" y="1247"/>
                  </a:lnTo>
                  <a:lnTo>
                    <a:pt x="17593" y="967"/>
                  </a:lnTo>
                  <a:lnTo>
                    <a:pt x="16498" y="993"/>
                  </a:lnTo>
                  <a:lnTo>
                    <a:pt x="15964" y="1146"/>
                  </a:lnTo>
                  <a:lnTo>
                    <a:pt x="15429" y="1349"/>
                  </a:lnTo>
                  <a:lnTo>
                    <a:pt x="14512" y="1960"/>
                  </a:lnTo>
                  <a:lnTo>
                    <a:pt x="13850" y="2800"/>
                  </a:lnTo>
                  <a:lnTo>
                    <a:pt x="13418" y="3793"/>
                  </a:lnTo>
                  <a:lnTo>
                    <a:pt x="13341" y="4328"/>
                  </a:lnTo>
                  <a:lnTo>
                    <a:pt x="12858" y="4099"/>
                  </a:lnTo>
                  <a:lnTo>
                    <a:pt x="11814" y="3870"/>
                  </a:lnTo>
                  <a:lnTo>
                    <a:pt x="10719" y="3946"/>
                  </a:lnTo>
                  <a:lnTo>
                    <a:pt x="9701" y="4328"/>
                  </a:lnTo>
                  <a:lnTo>
                    <a:pt x="9217" y="4634"/>
                  </a:lnTo>
                  <a:lnTo>
                    <a:pt x="8784" y="5015"/>
                  </a:lnTo>
                  <a:lnTo>
                    <a:pt x="8122" y="5906"/>
                  </a:lnTo>
                  <a:lnTo>
                    <a:pt x="7766" y="6899"/>
                  </a:lnTo>
                  <a:lnTo>
                    <a:pt x="7689" y="7969"/>
                  </a:lnTo>
                  <a:lnTo>
                    <a:pt x="7791" y="8503"/>
                  </a:lnTo>
                  <a:lnTo>
                    <a:pt x="7257" y="8452"/>
                  </a:lnTo>
                  <a:lnTo>
                    <a:pt x="6187" y="8580"/>
                  </a:lnTo>
                  <a:lnTo>
                    <a:pt x="5194" y="8987"/>
                  </a:lnTo>
                  <a:lnTo>
                    <a:pt x="4329" y="9674"/>
                  </a:lnTo>
                  <a:lnTo>
                    <a:pt x="3998" y="10133"/>
                  </a:lnTo>
                  <a:lnTo>
                    <a:pt x="3692" y="10616"/>
                  </a:lnTo>
                  <a:lnTo>
                    <a:pt x="3361" y="11660"/>
                  </a:lnTo>
                  <a:lnTo>
                    <a:pt x="3336" y="12729"/>
                  </a:lnTo>
                  <a:lnTo>
                    <a:pt x="3616" y="13773"/>
                  </a:lnTo>
                  <a:lnTo>
                    <a:pt x="3871" y="14257"/>
                  </a:lnTo>
                  <a:lnTo>
                    <a:pt x="3336" y="14359"/>
                  </a:lnTo>
                  <a:lnTo>
                    <a:pt x="2369" y="14817"/>
                  </a:lnTo>
                  <a:lnTo>
                    <a:pt x="1554" y="15530"/>
                  </a:lnTo>
                  <a:lnTo>
                    <a:pt x="968" y="16472"/>
                  </a:lnTo>
                  <a:lnTo>
                    <a:pt x="790" y="17006"/>
                  </a:lnTo>
                  <a:lnTo>
                    <a:pt x="663" y="17567"/>
                  </a:lnTo>
                  <a:lnTo>
                    <a:pt x="688" y="18661"/>
                  </a:lnTo>
                  <a:lnTo>
                    <a:pt x="1019" y="19705"/>
                  </a:lnTo>
                  <a:lnTo>
                    <a:pt x="1630" y="20596"/>
                  </a:lnTo>
                  <a:lnTo>
                    <a:pt x="2038" y="20953"/>
                  </a:lnTo>
                  <a:lnTo>
                    <a:pt x="1554" y="21233"/>
                  </a:lnTo>
                  <a:lnTo>
                    <a:pt x="790" y="21971"/>
                  </a:lnTo>
                  <a:lnTo>
                    <a:pt x="255" y="22913"/>
                  </a:lnTo>
                  <a:lnTo>
                    <a:pt x="1" y="23982"/>
                  </a:lnTo>
                  <a:lnTo>
                    <a:pt x="1" y="24568"/>
                  </a:lnTo>
                  <a:lnTo>
                    <a:pt x="26" y="24771"/>
                  </a:lnTo>
                  <a:lnTo>
                    <a:pt x="52" y="24975"/>
                  </a:lnTo>
                  <a:lnTo>
                    <a:pt x="52" y="25153"/>
                  </a:lnTo>
                  <a:lnTo>
                    <a:pt x="77" y="25357"/>
                  </a:lnTo>
                  <a:lnTo>
                    <a:pt x="154" y="25943"/>
                  </a:lnTo>
                  <a:lnTo>
                    <a:pt x="561" y="26961"/>
                  </a:lnTo>
                  <a:lnTo>
                    <a:pt x="1248" y="27801"/>
                  </a:lnTo>
                  <a:lnTo>
                    <a:pt x="2114" y="28412"/>
                  </a:lnTo>
                  <a:lnTo>
                    <a:pt x="2623" y="28616"/>
                  </a:lnTo>
                  <a:lnTo>
                    <a:pt x="2292" y="29048"/>
                  </a:lnTo>
                  <a:lnTo>
                    <a:pt x="1834" y="30016"/>
                  </a:lnTo>
                  <a:lnTo>
                    <a:pt x="1656" y="31085"/>
                  </a:lnTo>
                  <a:lnTo>
                    <a:pt x="1808" y="32180"/>
                  </a:lnTo>
                  <a:lnTo>
                    <a:pt x="2012" y="32715"/>
                  </a:lnTo>
                  <a:lnTo>
                    <a:pt x="2267" y="33224"/>
                  </a:lnTo>
                  <a:lnTo>
                    <a:pt x="3005" y="34038"/>
                  </a:lnTo>
                  <a:lnTo>
                    <a:pt x="3922" y="34624"/>
                  </a:lnTo>
                  <a:lnTo>
                    <a:pt x="4940" y="34929"/>
                  </a:lnTo>
                  <a:lnTo>
                    <a:pt x="5475" y="34955"/>
                  </a:lnTo>
                  <a:lnTo>
                    <a:pt x="5296" y="35464"/>
                  </a:lnTo>
                  <a:lnTo>
                    <a:pt x="5194" y="36533"/>
                  </a:lnTo>
                  <a:lnTo>
                    <a:pt x="5373" y="37577"/>
                  </a:lnTo>
                  <a:lnTo>
                    <a:pt x="5856" y="38570"/>
                  </a:lnTo>
                  <a:lnTo>
                    <a:pt x="6238" y="39003"/>
                  </a:lnTo>
                  <a:lnTo>
                    <a:pt x="6646" y="39410"/>
                  </a:lnTo>
                  <a:lnTo>
                    <a:pt x="7588" y="39945"/>
                  </a:lnTo>
                  <a:lnTo>
                    <a:pt x="8631" y="40199"/>
                  </a:lnTo>
                  <a:lnTo>
                    <a:pt x="9701" y="40174"/>
                  </a:lnTo>
                  <a:lnTo>
                    <a:pt x="10235" y="40021"/>
                  </a:lnTo>
                  <a:lnTo>
                    <a:pt x="10235" y="40556"/>
                  </a:lnTo>
                  <a:lnTo>
                    <a:pt x="10464" y="41600"/>
                  </a:lnTo>
                  <a:lnTo>
                    <a:pt x="10974" y="42542"/>
                  </a:lnTo>
                  <a:lnTo>
                    <a:pt x="11763" y="43331"/>
                  </a:lnTo>
                  <a:lnTo>
                    <a:pt x="12247" y="43611"/>
                  </a:lnTo>
                  <a:lnTo>
                    <a:pt x="12756" y="43865"/>
                  </a:lnTo>
                  <a:lnTo>
                    <a:pt x="13850" y="44069"/>
                  </a:lnTo>
                  <a:lnTo>
                    <a:pt x="14920" y="43967"/>
                  </a:lnTo>
                  <a:lnTo>
                    <a:pt x="15913" y="43585"/>
                  </a:lnTo>
                  <a:lnTo>
                    <a:pt x="16371" y="43280"/>
                  </a:lnTo>
                  <a:lnTo>
                    <a:pt x="16524" y="43789"/>
                  </a:lnTo>
                  <a:lnTo>
                    <a:pt x="17084" y="44706"/>
                  </a:lnTo>
                  <a:lnTo>
                    <a:pt x="17898" y="45444"/>
                  </a:lnTo>
                  <a:lnTo>
                    <a:pt x="18891" y="45928"/>
                  </a:lnTo>
                  <a:lnTo>
                    <a:pt x="19451" y="46055"/>
                  </a:lnTo>
                  <a:lnTo>
                    <a:pt x="20012" y="46106"/>
                  </a:lnTo>
                  <a:lnTo>
                    <a:pt x="21106" y="45953"/>
                  </a:lnTo>
                  <a:lnTo>
                    <a:pt x="22074" y="45520"/>
                  </a:lnTo>
                  <a:lnTo>
                    <a:pt x="22914" y="44833"/>
                  </a:lnTo>
                  <a:lnTo>
                    <a:pt x="23219" y="44400"/>
                  </a:lnTo>
                  <a:lnTo>
                    <a:pt x="23525" y="44782"/>
                  </a:lnTo>
                  <a:lnTo>
                    <a:pt x="24263" y="45418"/>
                  </a:lnTo>
                  <a:lnTo>
                    <a:pt x="25129" y="45851"/>
                  </a:lnTo>
                  <a:lnTo>
                    <a:pt x="26096" y="46055"/>
                  </a:lnTo>
                  <a:lnTo>
                    <a:pt x="26605" y="46055"/>
                  </a:lnTo>
                  <a:lnTo>
                    <a:pt x="26809" y="46029"/>
                  </a:lnTo>
                  <a:lnTo>
                    <a:pt x="27013" y="46004"/>
                  </a:lnTo>
                  <a:lnTo>
                    <a:pt x="27573" y="45877"/>
                  </a:lnTo>
                  <a:lnTo>
                    <a:pt x="28566" y="45393"/>
                  </a:lnTo>
                  <a:lnTo>
                    <a:pt x="29355" y="44655"/>
                  </a:lnTo>
                  <a:lnTo>
                    <a:pt x="29915" y="43738"/>
                  </a:lnTo>
                  <a:lnTo>
                    <a:pt x="30068" y="43229"/>
                  </a:lnTo>
                  <a:lnTo>
                    <a:pt x="30526" y="43535"/>
                  </a:lnTo>
                  <a:lnTo>
                    <a:pt x="31519" y="43916"/>
                  </a:lnTo>
                  <a:lnTo>
                    <a:pt x="32588" y="43993"/>
                  </a:lnTo>
                  <a:lnTo>
                    <a:pt x="33683" y="43789"/>
                  </a:lnTo>
                  <a:lnTo>
                    <a:pt x="34192" y="43535"/>
                  </a:lnTo>
                  <a:lnTo>
                    <a:pt x="34676" y="43229"/>
                  </a:lnTo>
                  <a:lnTo>
                    <a:pt x="35465" y="42440"/>
                  </a:lnTo>
                  <a:lnTo>
                    <a:pt x="35974" y="41498"/>
                  </a:lnTo>
                  <a:lnTo>
                    <a:pt x="36203" y="40454"/>
                  </a:lnTo>
                  <a:lnTo>
                    <a:pt x="36178" y="39919"/>
                  </a:lnTo>
                  <a:lnTo>
                    <a:pt x="36713" y="40047"/>
                  </a:lnTo>
                  <a:lnTo>
                    <a:pt x="37782" y="40098"/>
                  </a:lnTo>
                  <a:lnTo>
                    <a:pt x="38826" y="39818"/>
                  </a:lnTo>
                  <a:lnTo>
                    <a:pt x="39768" y="39257"/>
                  </a:lnTo>
                  <a:lnTo>
                    <a:pt x="40175" y="38876"/>
                  </a:lnTo>
                  <a:lnTo>
                    <a:pt x="40531" y="38417"/>
                  </a:lnTo>
                  <a:lnTo>
                    <a:pt x="41015" y="37450"/>
                  </a:lnTo>
                  <a:lnTo>
                    <a:pt x="41193" y="36381"/>
                  </a:lnTo>
                  <a:lnTo>
                    <a:pt x="41066" y="35311"/>
                  </a:lnTo>
                  <a:lnTo>
                    <a:pt x="40888" y="34802"/>
                  </a:lnTo>
                  <a:lnTo>
                    <a:pt x="41422" y="34777"/>
                  </a:lnTo>
                  <a:lnTo>
                    <a:pt x="42466" y="34471"/>
                  </a:lnTo>
                  <a:lnTo>
                    <a:pt x="43357" y="33886"/>
                  </a:lnTo>
                  <a:lnTo>
                    <a:pt x="44070" y="33046"/>
                  </a:lnTo>
                  <a:lnTo>
                    <a:pt x="44325" y="32536"/>
                  </a:lnTo>
                  <a:lnTo>
                    <a:pt x="44528" y="32002"/>
                  </a:lnTo>
                  <a:lnTo>
                    <a:pt x="44681" y="30907"/>
                  </a:lnTo>
                  <a:lnTo>
                    <a:pt x="44503" y="29838"/>
                  </a:lnTo>
                  <a:lnTo>
                    <a:pt x="44045" y="28870"/>
                  </a:lnTo>
                  <a:lnTo>
                    <a:pt x="43688" y="28437"/>
                  </a:lnTo>
                  <a:lnTo>
                    <a:pt x="44197" y="28234"/>
                  </a:lnTo>
                  <a:lnTo>
                    <a:pt x="45063" y="27623"/>
                  </a:lnTo>
                  <a:lnTo>
                    <a:pt x="45725" y="26757"/>
                  </a:lnTo>
                  <a:lnTo>
                    <a:pt x="46132" y="25739"/>
                  </a:lnTo>
                  <a:lnTo>
                    <a:pt x="46209" y="25179"/>
                  </a:lnTo>
                  <a:lnTo>
                    <a:pt x="46234" y="24593"/>
                  </a:lnTo>
                  <a:lnTo>
                    <a:pt x="46005" y="23524"/>
                  </a:lnTo>
                  <a:lnTo>
                    <a:pt x="45496" y="22582"/>
                  </a:lnTo>
                  <a:lnTo>
                    <a:pt x="44758" y="21818"/>
                  </a:lnTo>
                  <a:lnTo>
                    <a:pt x="44299" y="21538"/>
                  </a:lnTo>
                  <a:lnTo>
                    <a:pt x="44707" y="21182"/>
                  </a:lnTo>
                  <a:lnTo>
                    <a:pt x="45318" y="20291"/>
                  </a:lnTo>
                  <a:lnTo>
                    <a:pt x="45674" y="19272"/>
                  </a:lnTo>
                  <a:lnTo>
                    <a:pt x="45750" y="18178"/>
                  </a:lnTo>
                  <a:lnTo>
                    <a:pt x="45623" y="17617"/>
                  </a:lnTo>
                  <a:lnTo>
                    <a:pt x="45470" y="17083"/>
                  </a:lnTo>
                  <a:lnTo>
                    <a:pt x="44910" y="16115"/>
                  </a:lnTo>
                  <a:lnTo>
                    <a:pt x="44121" y="15403"/>
                  </a:lnTo>
                  <a:lnTo>
                    <a:pt x="43154" y="14919"/>
                  </a:lnTo>
                  <a:lnTo>
                    <a:pt x="42619" y="14792"/>
                  </a:lnTo>
                  <a:lnTo>
                    <a:pt x="42899" y="14308"/>
                  </a:lnTo>
                  <a:lnTo>
                    <a:pt x="43205" y="13289"/>
                  </a:lnTo>
                  <a:lnTo>
                    <a:pt x="43230" y="12195"/>
                  </a:lnTo>
                  <a:lnTo>
                    <a:pt x="42924" y="11151"/>
                  </a:lnTo>
                  <a:lnTo>
                    <a:pt x="42644" y="10642"/>
                  </a:lnTo>
                  <a:lnTo>
                    <a:pt x="42313" y="10184"/>
                  </a:lnTo>
                  <a:lnTo>
                    <a:pt x="41473" y="9471"/>
                  </a:lnTo>
                  <a:lnTo>
                    <a:pt x="40480" y="9038"/>
                  </a:lnTo>
                  <a:lnTo>
                    <a:pt x="39411" y="8885"/>
                  </a:lnTo>
                  <a:lnTo>
                    <a:pt x="38877" y="8936"/>
                  </a:lnTo>
                  <a:lnTo>
                    <a:pt x="38978" y="8401"/>
                  </a:lnTo>
                  <a:lnTo>
                    <a:pt x="38953" y="7332"/>
                  </a:lnTo>
                  <a:lnTo>
                    <a:pt x="38596" y="6314"/>
                  </a:lnTo>
                  <a:lnTo>
                    <a:pt x="37985" y="5397"/>
                  </a:lnTo>
                  <a:lnTo>
                    <a:pt x="37553" y="5041"/>
                  </a:lnTo>
                  <a:lnTo>
                    <a:pt x="37069" y="4710"/>
                  </a:lnTo>
                  <a:lnTo>
                    <a:pt x="36051" y="4303"/>
                  </a:lnTo>
                  <a:lnTo>
                    <a:pt x="34981" y="4201"/>
                  </a:lnTo>
                  <a:lnTo>
                    <a:pt x="33937" y="4404"/>
                  </a:lnTo>
                  <a:lnTo>
                    <a:pt x="33428" y="4608"/>
                  </a:lnTo>
                  <a:lnTo>
                    <a:pt x="33377" y="4073"/>
                  </a:lnTo>
                  <a:lnTo>
                    <a:pt x="32970" y="3081"/>
                  </a:lnTo>
                  <a:lnTo>
                    <a:pt x="32334" y="2215"/>
                  </a:lnTo>
                  <a:lnTo>
                    <a:pt x="31443" y="1553"/>
                  </a:lnTo>
                  <a:lnTo>
                    <a:pt x="30908" y="1349"/>
                  </a:lnTo>
                  <a:lnTo>
                    <a:pt x="30373" y="1171"/>
                  </a:lnTo>
                  <a:lnTo>
                    <a:pt x="29279" y="1120"/>
                  </a:lnTo>
                  <a:lnTo>
                    <a:pt x="28235" y="1375"/>
                  </a:lnTo>
                  <a:lnTo>
                    <a:pt x="27293" y="1909"/>
                  </a:lnTo>
                  <a:lnTo>
                    <a:pt x="26885" y="2266"/>
                  </a:lnTo>
                  <a:lnTo>
                    <a:pt x="26656" y="1782"/>
                  </a:lnTo>
                  <a:lnTo>
                    <a:pt x="25969" y="967"/>
                  </a:lnTo>
                  <a:lnTo>
                    <a:pt x="25078" y="382"/>
                  </a:lnTo>
                  <a:lnTo>
                    <a:pt x="24009" y="51"/>
                  </a:lnTo>
                  <a:lnTo>
                    <a:pt x="23448" y="0"/>
                  </a:lnTo>
                  <a:close/>
                </a:path>
              </a:pathLst>
            </a:custGeom>
            <a:solidFill>
              <a:srgbClr val="1409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43"/>
            <p:cNvSpPr/>
            <p:nvPr/>
          </p:nvSpPr>
          <p:spPr>
            <a:xfrm>
              <a:off x="6102550" y="866600"/>
              <a:ext cx="68125" cy="190975"/>
            </a:xfrm>
            <a:custGeom>
              <a:rect b="b" l="l" r="r" t="t"/>
              <a:pathLst>
                <a:path extrusionOk="0" h="7639" w="2725">
                  <a:moveTo>
                    <a:pt x="2725" y="0"/>
                  </a:moveTo>
                  <a:lnTo>
                    <a:pt x="2165" y="51"/>
                  </a:lnTo>
                  <a:lnTo>
                    <a:pt x="1172" y="459"/>
                  </a:lnTo>
                  <a:lnTo>
                    <a:pt x="434" y="1197"/>
                  </a:lnTo>
                  <a:lnTo>
                    <a:pt x="26" y="2190"/>
                  </a:lnTo>
                  <a:lnTo>
                    <a:pt x="1" y="2750"/>
                  </a:lnTo>
                  <a:lnTo>
                    <a:pt x="1" y="4914"/>
                  </a:lnTo>
                  <a:lnTo>
                    <a:pt x="26" y="5474"/>
                  </a:lnTo>
                  <a:lnTo>
                    <a:pt x="434" y="6467"/>
                  </a:lnTo>
                  <a:lnTo>
                    <a:pt x="1172" y="7205"/>
                  </a:lnTo>
                  <a:lnTo>
                    <a:pt x="2165" y="7613"/>
                  </a:lnTo>
                  <a:lnTo>
                    <a:pt x="2725" y="7638"/>
                  </a:lnTo>
                  <a:lnTo>
                    <a:pt x="2725" y="0"/>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43"/>
            <p:cNvSpPr/>
            <p:nvPr/>
          </p:nvSpPr>
          <p:spPr>
            <a:xfrm>
              <a:off x="6847225" y="866600"/>
              <a:ext cx="68125" cy="190975"/>
            </a:xfrm>
            <a:custGeom>
              <a:rect b="b" l="l" r="r" t="t"/>
              <a:pathLst>
                <a:path extrusionOk="0" h="7639" w="2725">
                  <a:moveTo>
                    <a:pt x="1" y="0"/>
                  </a:moveTo>
                  <a:lnTo>
                    <a:pt x="1" y="7638"/>
                  </a:lnTo>
                  <a:lnTo>
                    <a:pt x="535" y="7613"/>
                  </a:lnTo>
                  <a:lnTo>
                    <a:pt x="1528" y="7205"/>
                  </a:lnTo>
                  <a:lnTo>
                    <a:pt x="2266" y="6467"/>
                  </a:lnTo>
                  <a:lnTo>
                    <a:pt x="2674" y="5474"/>
                  </a:lnTo>
                  <a:lnTo>
                    <a:pt x="2725" y="4914"/>
                  </a:lnTo>
                  <a:lnTo>
                    <a:pt x="2725" y="2750"/>
                  </a:lnTo>
                  <a:lnTo>
                    <a:pt x="2674" y="2190"/>
                  </a:lnTo>
                  <a:lnTo>
                    <a:pt x="2266" y="1197"/>
                  </a:lnTo>
                  <a:lnTo>
                    <a:pt x="1528" y="459"/>
                  </a:lnTo>
                  <a:lnTo>
                    <a:pt x="535" y="51"/>
                  </a:lnTo>
                  <a:lnTo>
                    <a:pt x="1" y="0"/>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43"/>
            <p:cNvSpPr/>
            <p:nvPr/>
          </p:nvSpPr>
          <p:spPr>
            <a:xfrm>
              <a:off x="6403600" y="1254850"/>
              <a:ext cx="210700" cy="264150"/>
            </a:xfrm>
            <a:custGeom>
              <a:rect b="b" l="l" r="r" t="t"/>
              <a:pathLst>
                <a:path extrusionOk="0" h="10566" w="8428">
                  <a:moveTo>
                    <a:pt x="1" y="0"/>
                  </a:moveTo>
                  <a:lnTo>
                    <a:pt x="1" y="10566"/>
                  </a:lnTo>
                  <a:lnTo>
                    <a:pt x="8428" y="10566"/>
                  </a:lnTo>
                  <a:lnTo>
                    <a:pt x="8428" y="0"/>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43"/>
            <p:cNvSpPr/>
            <p:nvPr/>
          </p:nvSpPr>
          <p:spPr>
            <a:xfrm>
              <a:off x="6157925" y="439525"/>
              <a:ext cx="701425" cy="875800"/>
            </a:xfrm>
            <a:custGeom>
              <a:rect b="b" l="l" r="r" t="t"/>
              <a:pathLst>
                <a:path extrusionOk="0" h="35032" w="28057">
                  <a:moveTo>
                    <a:pt x="14028" y="1"/>
                  </a:moveTo>
                  <a:lnTo>
                    <a:pt x="13316" y="26"/>
                  </a:lnTo>
                  <a:lnTo>
                    <a:pt x="11890" y="153"/>
                  </a:lnTo>
                  <a:lnTo>
                    <a:pt x="10515" y="433"/>
                  </a:lnTo>
                  <a:lnTo>
                    <a:pt x="9217" y="841"/>
                  </a:lnTo>
                  <a:lnTo>
                    <a:pt x="7944" y="1375"/>
                  </a:lnTo>
                  <a:lnTo>
                    <a:pt x="6747" y="2037"/>
                  </a:lnTo>
                  <a:lnTo>
                    <a:pt x="5627" y="2776"/>
                  </a:lnTo>
                  <a:lnTo>
                    <a:pt x="4609" y="3641"/>
                  </a:lnTo>
                  <a:lnTo>
                    <a:pt x="3641" y="4583"/>
                  </a:lnTo>
                  <a:lnTo>
                    <a:pt x="2801" y="5627"/>
                  </a:lnTo>
                  <a:lnTo>
                    <a:pt x="2037" y="6747"/>
                  </a:lnTo>
                  <a:lnTo>
                    <a:pt x="1375" y="7944"/>
                  </a:lnTo>
                  <a:lnTo>
                    <a:pt x="866" y="9191"/>
                  </a:lnTo>
                  <a:lnTo>
                    <a:pt x="433" y="10515"/>
                  </a:lnTo>
                  <a:lnTo>
                    <a:pt x="153" y="11890"/>
                  </a:lnTo>
                  <a:lnTo>
                    <a:pt x="26" y="13316"/>
                  </a:lnTo>
                  <a:lnTo>
                    <a:pt x="1" y="14028"/>
                  </a:lnTo>
                  <a:lnTo>
                    <a:pt x="1" y="21004"/>
                  </a:lnTo>
                  <a:lnTo>
                    <a:pt x="26" y="21717"/>
                  </a:lnTo>
                  <a:lnTo>
                    <a:pt x="153" y="23143"/>
                  </a:lnTo>
                  <a:lnTo>
                    <a:pt x="433" y="24517"/>
                  </a:lnTo>
                  <a:lnTo>
                    <a:pt x="866" y="25841"/>
                  </a:lnTo>
                  <a:lnTo>
                    <a:pt x="1375" y="27089"/>
                  </a:lnTo>
                  <a:lnTo>
                    <a:pt x="2037" y="28285"/>
                  </a:lnTo>
                  <a:lnTo>
                    <a:pt x="2801" y="29405"/>
                  </a:lnTo>
                  <a:lnTo>
                    <a:pt x="3641" y="30449"/>
                  </a:lnTo>
                  <a:lnTo>
                    <a:pt x="4609" y="31391"/>
                  </a:lnTo>
                  <a:lnTo>
                    <a:pt x="5627" y="32257"/>
                  </a:lnTo>
                  <a:lnTo>
                    <a:pt x="6747" y="32995"/>
                  </a:lnTo>
                  <a:lnTo>
                    <a:pt x="7944" y="33657"/>
                  </a:lnTo>
                  <a:lnTo>
                    <a:pt x="9217" y="34192"/>
                  </a:lnTo>
                  <a:lnTo>
                    <a:pt x="10515" y="34599"/>
                  </a:lnTo>
                  <a:lnTo>
                    <a:pt x="11890" y="34879"/>
                  </a:lnTo>
                  <a:lnTo>
                    <a:pt x="13316" y="35006"/>
                  </a:lnTo>
                  <a:lnTo>
                    <a:pt x="14028" y="35032"/>
                  </a:lnTo>
                  <a:lnTo>
                    <a:pt x="14767" y="35006"/>
                  </a:lnTo>
                  <a:lnTo>
                    <a:pt x="16167" y="34879"/>
                  </a:lnTo>
                  <a:lnTo>
                    <a:pt x="17542" y="34599"/>
                  </a:lnTo>
                  <a:lnTo>
                    <a:pt x="18866" y="34192"/>
                  </a:lnTo>
                  <a:lnTo>
                    <a:pt x="20113" y="33657"/>
                  </a:lnTo>
                  <a:lnTo>
                    <a:pt x="21310" y="32995"/>
                  </a:lnTo>
                  <a:lnTo>
                    <a:pt x="22430" y="32257"/>
                  </a:lnTo>
                  <a:lnTo>
                    <a:pt x="23474" y="31391"/>
                  </a:lnTo>
                  <a:lnTo>
                    <a:pt x="24416" y="30449"/>
                  </a:lnTo>
                  <a:lnTo>
                    <a:pt x="25281" y="29405"/>
                  </a:lnTo>
                  <a:lnTo>
                    <a:pt x="26045" y="28285"/>
                  </a:lnTo>
                  <a:lnTo>
                    <a:pt x="26682" y="27089"/>
                  </a:lnTo>
                  <a:lnTo>
                    <a:pt x="27216" y="25841"/>
                  </a:lnTo>
                  <a:lnTo>
                    <a:pt x="27624" y="24517"/>
                  </a:lnTo>
                  <a:lnTo>
                    <a:pt x="27904" y="23143"/>
                  </a:lnTo>
                  <a:lnTo>
                    <a:pt x="28056" y="21717"/>
                  </a:lnTo>
                  <a:lnTo>
                    <a:pt x="28056" y="21004"/>
                  </a:lnTo>
                  <a:lnTo>
                    <a:pt x="28056" y="14028"/>
                  </a:lnTo>
                  <a:lnTo>
                    <a:pt x="28056" y="13316"/>
                  </a:lnTo>
                  <a:lnTo>
                    <a:pt x="27904" y="11890"/>
                  </a:lnTo>
                  <a:lnTo>
                    <a:pt x="27624" y="10515"/>
                  </a:lnTo>
                  <a:lnTo>
                    <a:pt x="27216" y="9191"/>
                  </a:lnTo>
                  <a:lnTo>
                    <a:pt x="26682" y="7944"/>
                  </a:lnTo>
                  <a:lnTo>
                    <a:pt x="26045" y="6747"/>
                  </a:lnTo>
                  <a:lnTo>
                    <a:pt x="25281" y="5627"/>
                  </a:lnTo>
                  <a:lnTo>
                    <a:pt x="24416" y="4583"/>
                  </a:lnTo>
                  <a:lnTo>
                    <a:pt x="23474" y="3641"/>
                  </a:lnTo>
                  <a:lnTo>
                    <a:pt x="22430" y="2776"/>
                  </a:lnTo>
                  <a:lnTo>
                    <a:pt x="21310" y="2037"/>
                  </a:lnTo>
                  <a:lnTo>
                    <a:pt x="20113" y="1375"/>
                  </a:lnTo>
                  <a:lnTo>
                    <a:pt x="18866" y="841"/>
                  </a:lnTo>
                  <a:lnTo>
                    <a:pt x="17542" y="433"/>
                  </a:lnTo>
                  <a:lnTo>
                    <a:pt x="16167" y="153"/>
                  </a:lnTo>
                  <a:lnTo>
                    <a:pt x="14767" y="26"/>
                  </a:lnTo>
                  <a:lnTo>
                    <a:pt x="14028" y="1"/>
                  </a:lnTo>
                  <a:close/>
                </a:path>
              </a:pathLst>
            </a:custGeom>
            <a:solidFill>
              <a:srgbClr val="6B3F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43"/>
            <p:cNvSpPr/>
            <p:nvPr/>
          </p:nvSpPr>
          <p:spPr>
            <a:xfrm>
              <a:off x="6282675" y="933425"/>
              <a:ext cx="91050" cy="90400"/>
            </a:xfrm>
            <a:custGeom>
              <a:rect b="b" l="l" r="r" t="t"/>
              <a:pathLst>
                <a:path extrusionOk="0" h="3616" w="3642">
                  <a:moveTo>
                    <a:pt x="1834" y="1"/>
                  </a:moveTo>
                  <a:lnTo>
                    <a:pt x="1452" y="26"/>
                  </a:lnTo>
                  <a:lnTo>
                    <a:pt x="815" y="281"/>
                  </a:lnTo>
                  <a:lnTo>
                    <a:pt x="306" y="790"/>
                  </a:lnTo>
                  <a:lnTo>
                    <a:pt x="26" y="1426"/>
                  </a:lnTo>
                  <a:lnTo>
                    <a:pt x="1" y="1808"/>
                  </a:lnTo>
                  <a:lnTo>
                    <a:pt x="26" y="2165"/>
                  </a:lnTo>
                  <a:lnTo>
                    <a:pt x="306" y="2827"/>
                  </a:lnTo>
                  <a:lnTo>
                    <a:pt x="815" y="3310"/>
                  </a:lnTo>
                  <a:lnTo>
                    <a:pt x="1452" y="3590"/>
                  </a:lnTo>
                  <a:lnTo>
                    <a:pt x="1834" y="3616"/>
                  </a:lnTo>
                  <a:lnTo>
                    <a:pt x="2190" y="3590"/>
                  </a:lnTo>
                  <a:lnTo>
                    <a:pt x="2852" y="3310"/>
                  </a:lnTo>
                  <a:lnTo>
                    <a:pt x="3336" y="2827"/>
                  </a:lnTo>
                  <a:lnTo>
                    <a:pt x="3616" y="2165"/>
                  </a:lnTo>
                  <a:lnTo>
                    <a:pt x="3641" y="1808"/>
                  </a:lnTo>
                  <a:lnTo>
                    <a:pt x="3616" y="1426"/>
                  </a:lnTo>
                  <a:lnTo>
                    <a:pt x="3336" y="790"/>
                  </a:lnTo>
                  <a:lnTo>
                    <a:pt x="2852" y="281"/>
                  </a:lnTo>
                  <a:lnTo>
                    <a:pt x="2190" y="26"/>
                  </a:lnTo>
                  <a:lnTo>
                    <a:pt x="1834"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43"/>
            <p:cNvSpPr/>
            <p:nvPr/>
          </p:nvSpPr>
          <p:spPr>
            <a:xfrm>
              <a:off x="6643550" y="933425"/>
              <a:ext cx="91050" cy="90400"/>
            </a:xfrm>
            <a:custGeom>
              <a:rect b="b" l="l" r="r" t="t"/>
              <a:pathLst>
                <a:path extrusionOk="0" h="3616" w="3642">
                  <a:moveTo>
                    <a:pt x="1834" y="1"/>
                  </a:moveTo>
                  <a:lnTo>
                    <a:pt x="1452" y="26"/>
                  </a:lnTo>
                  <a:lnTo>
                    <a:pt x="790" y="281"/>
                  </a:lnTo>
                  <a:lnTo>
                    <a:pt x="306" y="790"/>
                  </a:lnTo>
                  <a:lnTo>
                    <a:pt x="26" y="1426"/>
                  </a:lnTo>
                  <a:lnTo>
                    <a:pt x="1" y="1808"/>
                  </a:lnTo>
                  <a:lnTo>
                    <a:pt x="26" y="2165"/>
                  </a:lnTo>
                  <a:lnTo>
                    <a:pt x="306" y="2827"/>
                  </a:lnTo>
                  <a:lnTo>
                    <a:pt x="790" y="3310"/>
                  </a:lnTo>
                  <a:lnTo>
                    <a:pt x="1452" y="3590"/>
                  </a:lnTo>
                  <a:lnTo>
                    <a:pt x="1834" y="3616"/>
                  </a:lnTo>
                  <a:lnTo>
                    <a:pt x="2190" y="3590"/>
                  </a:lnTo>
                  <a:lnTo>
                    <a:pt x="2852" y="3310"/>
                  </a:lnTo>
                  <a:lnTo>
                    <a:pt x="3336" y="2827"/>
                  </a:lnTo>
                  <a:lnTo>
                    <a:pt x="3616" y="2165"/>
                  </a:lnTo>
                  <a:lnTo>
                    <a:pt x="3641" y="1808"/>
                  </a:lnTo>
                  <a:lnTo>
                    <a:pt x="3616" y="1426"/>
                  </a:lnTo>
                  <a:lnTo>
                    <a:pt x="3336" y="790"/>
                  </a:lnTo>
                  <a:lnTo>
                    <a:pt x="2852" y="281"/>
                  </a:lnTo>
                  <a:lnTo>
                    <a:pt x="2190" y="26"/>
                  </a:lnTo>
                  <a:lnTo>
                    <a:pt x="1834"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43"/>
            <p:cNvSpPr/>
            <p:nvPr/>
          </p:nvSpPr>
          <p:spPr>
            <a:xfrm>
              <a:off x="5987350" y="1359225"/>
              <a:ext cx="1042575" cy="210050"/>
            </a:xfrm>
            <a:custGeom>
              <a:rect b="b" l="l" r="r" t="t"/>
              <a:pathLst>
                <a:path extrusionOk="0" h="8402" w="41703">
                  <a:moveTo>
                    <a:pt x="16651" y="1"/>
                  </a:moveTo>
                  <a:lnTo>
                    <a:pt x="12323" y="153"/>
                  </a:lnTo>
                  <a:lnTo>
                    <a:pt x="11177" y="179"/>
                  </a:lnTo>
                  <a:lnTo>
                    <a:pt x="9140" y="484"/>
                  </a:lnTo>
                  <a:lnTo>
                    <a:pt x="7307" y="1070"/>
                  </a:lnTo>
                  <a:lnTo>
                    <a:pt x="5703" y="1910"/>
                  </a:lnTo>
                  <a:lnTo>
                    <a:pt x="4227" y="2979"/>
                  </a:lnTo>
                  <a:lnTo>
                    <a:pt x="2903" y="4303"/>
                  </a:lnTo>
                  <a:lnTo>
                    <a:pt x="1706" y="5805"/>
                  </a:lnTo>
                  <a:lnTo>
                    <a:pt x="561" y="7485"/>
                  </a:lnTo>
                  <a:lnTo>
                    <a:pt x="1" y="8402"/>
                  </a:lnTo>
                  <a:lnTo>
                    <a:pt x="41702" y="8402"/>
                  </a:lnTo>
                  <a:lnTo>
                    <a:pt x="41168" y="7485"/>
                  </a:lnTo>
                  <a:lnTo>
                    <a:pt x="40022" y="5805"/>
                  </a:lnTo>
                  <a:lnTo>
                    <a:pt x="38800" y="4303"/>
                  </a:lnTo>
                  <a:lnTo>
                    <a:pt x="37476" y="2979"/>
                  </a:lnTo>
                  <a:lnTo>
                    <a:pt x="36025" y="1910"/>
                  </a:lnTo>
                  <a:lnTo>
                    <a:pt x="34396" y="1070"/>
                  </a:lnTo>
                  <a:lnTo>
                    <a:pt x="32588" y="484"/>
                  </a:lnTo>
                  <a:lnTo>
                    <a:pt x="30526" y="179"/>
                  </a:lnTo>
                  <a:lnTo>
                    <a:pt x="29406" y="153"/>
                  </a:lnTo>
                  <a:lnTo>
                    <a:pt x="25078" y="1"/>
                  </a:lnTo>
                  <a:lnTo>
                    <a:pt x="25052" y="433"/>
                  </a:lnTo>
                  <a:lnTo>
                    <a:pt x="24874" y="1248"/>
                  </a:lnTo>
                  <a:lnTo>
                    <a:pt x="24568" y="2012"/>
                  </a:lnTo>
                  <a:lnTo>
                    <a:pt x="24110" y="2674"/>
                  </a:lnTo>
                  <a:lnTo>
                    <a:pt x="23550" y="3259"/>
                  </a:lnTo>
                  <a:lnTo>
                    <a:pt x="22863" y="3692"/>
                  </a:lnTo>
                  <a:lnTo>
                    <a:pt x="22124" y="4023"/>
                  </a:lnTo>
                  <a:lnTo>
                    <a:pt x="21284" y="4201"/>
                  </a:lnTo>
                  <a:lnTo>
                    <a:pt x="20419" y="4201"/>
                  </a:lnTo>
                  <a:lnTo>
                    <a:pt x="19604" y="4023"/>
                  </a:lnTo>
                  <a:lnTo>
                    <a:pt x="18840" y="3692"/>
                  </a:lnTo>
                  <a:lnTo>
                    <a:pt x="18178" y="3259"/>
                  </a:lnTo>
                  <a:lnTo>
                    <a:pt x="17593" y="2674"/>
                  </a:lnTo>
                  <a:lnTo>
                    <a:pt x="17160" y="2012"/>
                  </a:lnTo>
                  <a:lnTo>
                    <a:pt x="16829" y="1248"/>
                  </a:lnTo>
                  <a:lnTo>
                    <a:pt x="16651" y="433"/>
                  </a:lnTo>
                  <a:lnTo>
                    <a:pt x="16651" y="1"/>
                  </a:lnTo>
                  <a:close/>
                </a:path>
              </a:pathLst>
            </a:custGeom>
            <a:solidFill>
              <a:srgbClr val="F14C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43"/>
            <p:cNvSpPr/>
            <p:nvPr/>
          </p:nvSpPr>
          <p:spPr>
            <a:xfrm>
              <a:off x="6364150" y="1359225"/>
              <a:ext cx="288975" cy="148950"/>
            </a:xfrm>
            <a:custGeom>
              <a:rect b="b" l="l" r="r" t="t"/>
              <a:pathLst>
                <a:path extrusionOk="0" h="5958" w="11559">
                  <a:moveTo>
                    <a:pt x="1579" y="1"/>
                  </a:moveTo>
                  <a:lnTo>
                    <a:pt x="26" y="51"/>
                  </a:lnTo>
                  <a:lnTo>
                    <a:pt x="0" y="128"/>
                  </a:lnTo>
                  <a:lnTo>
                    <a:pt x="0" y="179"/>
                  </a:lnTo>
                  <a:lnTo>
                    <a:pt x="26" y="790"/>
                  </a:lnTo>
                  <a:lnTo>
                    <a:pt x="255" y="1910"/>
                  </a:lnTo>
                  <a:lnTo>
                    <a:pt x="688" y="2954"/>
                  </a:lnTo>
                  <a:lnTo>
                    <a:pt x="1324" y="3870"/>
                  </a:lnTo>
                  <a:lnTo>
                    <a:pt x="2113" y="4659"/>
                  </a:lnTo>
                  <a:lnTo>
                    <a:pt x="3030" y="5270"/>
                  </a:lnTo>
                  <a:lnTo>
                    <a:pt x="4074" y="5703"/>
                  </a:lnTo>
                  <a:lnTo>
                    <a:pt x="5194" y="5958"/>
                  </a:lnTo>
                  <a:lnTo>
                    <a:pt x="6390" y="5958"/>
                  </a:lnTo>
                  <a:lnTo>
                    <a:pt x="7511" y="5703"/>
                  </a:lnTo>
                  <a:lnTo>
                    <a:pt x="8555" y="5270"/>
                  </a:lnTo>
                  <a:lnTo>
                    <a:pt x="9471" y="4659"/>
                  </a:lnTo>
                  <a:lnTo>
                    <a:pt x="10260" y="3870"/>
                  </a:lnTo>
                  <a:lnTo>
                    <a:pt x="10871" y="2954"/>
                  </a:lnTo>
                  <a:lnTo>
                    <a:pt x="11304" y="1910"/>
                  </a:lnTo>
                  <a:lnTo>
                    <a:pt x="11533" y="790"/>
                  </a:lnTo>
                  <a:lnTo>
                    <a:pt x="11559" y="179"/>
                  </a:lnTo>
                  <a:lnTo>
                    <a:pt x="11559" y="128"/>
                  </a:lnTo>
                  <a:lnTo>
                    <a:pt x="11559" y="51"/>
                  </a:lnTo>
                  <a:lnTo>
                    <a:pt x="10006" y="1"/>
                  </a:lnTo>
                  <a:lnTo>
                    <a:pt x="9980" y="433"/>
                  </a:lnTo>
                  <a:lnTo>
                    <a:pt x="9802" y="1248"/>
                  </a:lnTo>
                  <a:lnTo>
                    <a:pt x="9496" y="2012"/>
                  </a:lnTo>
                  <a:lnTo>
                    <a:pt x="9038" y="2674"/>
                  </a:lnTo>
                  <a:lnTo>
                    <a:pt x="8478" y="3259"/>
                  </a:lnTo>
                  <a:lnTo>
                    <a:pt x="7791" y="3692"/>
                  </a:lnTo>
                  <a:lnTo>
                    <a:pt x="7052" y="4023"/>
                  </a:lnTo>
                  <a:lnTo>
                    <a:pt x="6212" y="4201"/>
                  </a:lnTo>
                  <a:lnTo>
                    <a:pt x="5347" y="4201"/>
                  </a:lnTo>
                  <a:lnTo>
                    <a:pt x="4532" y="4023"/>
                  </a:lnTo>
                  <a:lnTo>
                    <a:pt x="3768" y="3692"/>
                  </a:lnTo>
                  <a:lnTo>
                    <a:pt x="3106" y="3259"/>
                  </a:lnTo>
                  <a:lnTo>
                    <a:pt x="2521" y="2674"/>
                  </a:lnTo>
                  <a:lnTo>
                    <a:pt x="2088" y="2012"/>
                  </a:lnTo>
                  <a:lnTo>
                    <a:pt x="1757" y="1248"/>
                  </a:lnTo>
                  <a:lnTo>
                    <a:pt x="1579" y="433"/>
                  </a:lnTo>
                  <a:lnTo>
                    <a:pt x="1579" y="1"/>
                  </a:lnTo>
                  <a:close/>
                </a:path>
              </a:pathLst>
            </a:custGeom>
            <a:solidFill>
              <a:srgbClr val="F472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43"/>
            <p:cNvSpPr/>
            <p:nvPr/>
          </p:nvSpPr>
          <p:spPr>
            <a:xfrm>
              <a:off x="6457075" y="974800"/>
              <a:ext cx="99950" cy="119675"/>
            </a:xfrm>
            <a:custGeom>
              <a:rect b="b" l="l" r="r" t="t"/>
              <a:pathLst>
                <a:path extrusionOk="0" h="4787" w="3998">
                  <a:moveTo>
                    <a:pt x="1884" y="0"/>
                  </a:moveTo>
                  <a:lnTo>
                    <a:pt x="1655" y="306"/>
                  </a:lnTo>
                  <a:lnTo>
                    <a:pt x="1553" y="586"/>
                  </a:lnTo>
                  <a:lnTo>
                    <a:pt x="0" y="4252"/>
                  </a:lnTo>
                  <a:lnTo>
                    <a:pt x="0" y="4303"/>
                  </a:lnTo>
                  <a:lnTo>
                    <a:pt x="0" y="4354"/>
                  </a:lnTo>
                  <a:lnTo>
                    <a:pt x="484" y="4558"/>
                  </a:lnTo>
                  <a:lnTo>
                    <a:pt x="1477" y="4787"/>
                  </a:lnTo>
                  <a:lnTo>
                    <a:pt x="2495" y="4787"/>
                  </a:lnTo>
                  <a:lnTo>
                    <a:pt x="3514" y="4558"/>
                  </a:lnTo>
                  <a:lnTo>
                    <a:pt x="3997" y="4354"/>
                  </a:lnTo>
                  <a:lnTo>
                    <a:pt x="3997" y="4303"/>
                  </a:lnTo>
                  <a:lnTo>
                    <a:pt x="3972" y="4252"/>
                  </a:lnTo>
                  <a:lnTo>
                    <a:pt x="2419" y="586"/>
                  </a:lnTo>
                  <a:lnTo>
                    <a:pt x="2343" y="306"/>
                  </a:lnTo>
                  <a:lnTo>
                    <a:pt x="2113" y="0"/>
                  </a:lnTo>
                  <a:close/>
                </a:path>
              </a:pathLst>
            </a:custGeom>
            <a:solidFill>
              <a:srgbClr val="8255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43"/>
            <p:cNvSpPr/>
            <p:nvPr/>
          </p:nvSpPr>
          <p:spPr>
            <a:xfrm>
              <a:off x="6457075" y="1083625"/>
              <a:ext cx="99950" cy="37575"/>
            </a:xfrm>
            <a:custGeom>
              <a:rect b="b" l="l" r="r" t="t"/>
              <a:pathLst>
                <a:path extrusionOk="0" h="1503" w="3998">
                  <a:moveTo>
                    <a:pt x="0" y="1"/>
                  </a:moveTo>
                  <a:lnTo>
                    <a:pt x="0" y="306"/>
                  </a:lnTo>
                  <a:lnTo>
                    <a:pt x="331" y="841"/>
                  </a:lnTo>
                  <a:lnTo>
                    <a:pt x="917" y="1248"/>
                  </a:lnTo>
                  <a:lnTo>
                    <a:pt x="1553" y="1477"/>
                  </a:lnTo>
                  <a:lnTo>
                    <a:pt x="1833" y="1503"/>
                  </a:lnTo>
                  <a:lnTo>
                    <a:pt x="2139" y="1503"/>
                  </a:lnTo>
                  <a:lnTo>
                    <a:pt x="2419" y="1477"/>
                  </a:lnTo>
                  <a:lnTo>
                    <a:pt x="3081" y="1248"/>
                  </a:lnTo>
                  <a:lnTo>
                    <a:pt x="3641" y="841"/>
                  </a:lnTo>
                  <a:lnTo>
                    <a:pt x="3997" y="306"/>
                  </a:lnTo>
                  <a:lnTo>
                    <a:pt x="3997" y="1"/>
                  </a:lnTo>
                  <a:lnTo>
                    <a:pt x="3514" y="205"/>
                  </a:lnTo>
                  <a:lnTo>
                    <a:pt x="2495" y="434"/>
                  </a:lnTo>
                  <a:lnTo>
                    <a:pt x="1477" y="434"/>
                  </a:lnTo>
                  <a:lnTo>
                    <a:pt x="484" y="205"/>
                  </a:lnTo>
                  <a:lnTo>
                    <a:pt x="0" y="1"/>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43"/>
            <p:cNvSpPr/>
            <p:nvPr/>
          </p:nvSpPr>
          <p:spPr>
            <a:xfrm>
              <a:off x="6301775" y="949350"/>
              <a:ext cx="26750" cy="26100"/>
            </a:xfrm>
            <a:custGeom>
              <a:rect b="b" l="l" r="r" t="t"/>
              <a:pathLst>
                <a:path extrusionOk="0" h="1044" w="1070">
                  <a:moveTo>
                    <a:pt x="535" y="0"/>
                  </a:moveTo>
                  <a:lnTo>
                    <a:pt x="331" y="26"/>
                  </a:lnTo>
                  <a:lnTo>
                    <a:pt x="26" y="306"/>
                  </a:lnTo>
                  <a:lnTo>
                    <a:pt x="0" y="509"/>
                  </a:lnTo>
                  <a:lnTo>
                    <a:pt x="26" y="738"/>
                  </a:lnTo>
                  <a:lnTo>
                    <a:pt x="331" y="1018"/>
                  </a:lnTo>
                  <a:lnTo>
                    <a:pt x="535" y="1044"/>
                  </a:lnTo>
                  <a:lnTo>
                    <a:pt x="739" y="1018"/>
                  </a:lnTo>
                  <a:lnTo>
                    <a:pt x="1044" y="738"/>
                  </a:lnTo>
                  <a:lnTo>
                    <a:pt x="1070" y="509"/>
                  </a:lnTo>
                  <a:lnTo>
                    <a:pt x="1044" y="306"/>
                  </a:lnTo>
                  <a:lnTo>
                    <a:pt x="739"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43"/>
            <p:cNvSpPr/>
            <p:nvPr/>
          </p:nvSpPr>
          <p:spPr>
            <a:xfrm>
              <a:off x="6662650" y="949350"/>
              <a:ext cx="26750" cy="26100"/>
            </a:xfrm>
            <a:custGeom>
              <a:rect b="b" l="l" r="r" t="t"/>
              <a:pathLst>
                <a:path extrusionOk="0" h="1044" w="1070">
                  <a:moveTo>
                    <a:pt x="535" y="0"/>
                  </a:moveTo>
                  <a:lnTo>
                    <a:pt x="306" y="26"/>
                  </a:lnTo>
                  <a:lnTo>
                    <a:pt x="26" y="306"/>
                  </a:lnTo>
                  <a:lnTo>
                    <a:pt x="1" y="509"/>
                  </a:lnTo>
                  <a:lnTo>
                    <a:pt x="26" y="738"/>
                  </a:lnTo>
                  <a:lnTo>
                    <a:pt x="306" y="1018"/>
                  </a:lnTo>
                  <a:lnTo>
                    <a:pt x="535" y="1044"/>
                  </a:lnTo>
                  <a:lnTo>
                    <a:pt x="739" y="1018"/>
                  </a:lnTo>
                  <a:lnTo>
                    <a:pt x="1019" y="738"/>
                  </a:lnTo>
                  <a:lnTo>
                    <a:pt x="1070" y="509"/>
                  </a:lnTo>
                  <a:lnTo>
                    <a:pt x="1019" y="306"/>
                  </a:lnTo>
                  <a:lnTo>
                    <a:pt x="739"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43"/>
            <p:cNvSpPr/>
            <p:nvPr/>
          </p:nvSpPr>
          <p:spPr>
            <a:xfrm>
              <a:off x="6255300" y="1037175"/>
              <a:ext cx="146425" cy="68750"/>
            </a:xfrm>
            <a:custGeom>
              <a:rect b="b" l="l" r="r" t="t"/>
              <a:pathLst>
                <a:path extrusionOk="0" h="2750" w="5857">
                  <a:moveTo>
                    <a:pt x="1376" y="0"/>
                  </a:moveTo>
                  <a:lnTo>
                    <a:pt x="1096" y="26"/>
                  </a:lnTo>
                  <a:lnTo>
                    <a:pt x="612" y="229"/>
                  </a:lnTo>
                  <a:lnTo>
                    <a:pt x="230" y="611"/>
                  </a:lnTo>
                  <a:lnTo>
                    <a:pt x="26" y="1095"/>
                  </a:lnTo>
                  <a:lnTo>
                    <a:pt x="1" y="1375"/>
                  </a:lnTo>
                  <a:lnTo>
                    <a:pt x="26" y="1655"/>
                  </a:lnTo>
                  <a:lnTo>
                    <a:pt x="230" y="2164"/>
                  </a:lnTo>
                  <a:lnTo>
                    <a:pt x="612" y="2521"/>
                  </a:lnTo>
                  <a:lnTo>
                    <a:pt x="1096" y="2750"/>
                  </a:lnTo>
                  <a:lnTo>
                    <a:pt x="4762" y="2750"/>
                  </a:lnTo>
                  <a:lnTo>
                    <a:pt x="5245" y="2521"/>
                  </a:lnTo>
                  <a:lnTo>
                    <a:pt x="5627" y="2164"/>
                  </a:lnTo>
                  <a:lnTo>
                    <a:pt x="5831" y="1655"/>
                  </a:lnTo>
                  <a:lnTo>
                    <a:pt x="5856" y="1375"/>
                  </a:lnTo>
                  <a:lnTo>
                    <a:pt x="5831" y="1095"/>
                  </a:lnTo>
                  <a:lnTo>
                    <a:pt x="5627" y="611"/>
                  </a:lnTo>
                  <a:lnTo>
                    <a:pt x="5245" y="229"/>
                  </a:lnTo>
                  <a:lnTo>
                    <a:pt x="4762" y="26"/>
                  </a:lnTo>
                  <a:lnTo>
                    <a:pt x="4482" y="0"/>
                  </a:lnTo>
                  <a:close/>
                </a:path>
              </a:pathLst>
            </a:custGeom>
            <a:solidFill>
              <a:srgbClr val="6E24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43"/>
            <p:cNvSpPr/>
            <p:nvPr/>
          </p:nvSpPr>
          <p:spPr>
            <a:xfrm>
              <a:off x="6616200" y="1037175"/>
              <a:ext cx="145775" cy="68750"/>
            </a:xfrm>
            <a:custGeom>
              <a:rect b="b" l="l" r="r" t="t"/>
              <a:pathLst>
                <a:path extrusionOk="0" h="2750" w="5831">
                  <a:moveTo>
                    <a:pt x="1375" y="0"/>
                  </a:moveTo>
                  <a:lnTo>
                    <a:pt x="1095" y="26"/>
                  </a:lnTo>
                  <a:lnTo>
                    <a:pt x="586" y="229"/>
                  </a:lnTo>
                  <a:lnTo>
                    <a:pt x="229" y="611"/>
                  </a:lnTo>
                  <a:lnTo>
                    <a:pt x="25" y="1095"/>
                  </a:lnTo>
                  <a:lnTo>
                    <a:pt x="0" y="1375"/>
                  </a:lnTo>
                  <a:lnTo>
                    <a:pt x="25" y="1655"/>
                  </a:lnTo>
                  <a:lnTo>
                    <a:pt x="229" y="2164"/>
                  </a:lnTo>
                  <a:lnTo>
                    <a:pt x="586" y="2521"/>
                  </a:lnTo>
                  <a:lnTo>
                    <a:pt x="1095" y="2750"/>
                  </a:lnTo>
                  <a:lnTo>
                    <a:pt x="4735" y="2750"/>
                  </a:lnTo>
                  <a:lnTo>
                    <a:pt x="5245" y="2521"/>
                  </a:lnTo>
                  <a:lnTo>
                    <a:pt x="5601" y="2164"/>
                  </a:lnTo>
                  <a:lnTo>
                    <a:pt x="5805" y="1655"/>
                  </a:lnTo>
                  <a:lnTo>
                    <a:pt x="5830" y="1375"/>
                  </a:lnTo>
                  <a:lnTo>
                    <a:pt x="5805" y="1095"/>
                  </a:lnTo>
                  <a:lnTo>
                    <a:pt x="5601" y="611"/>
                  </a:lnTo>
                  <a:lnTo>
                    <a:pt x="5245" y="229"/>
                  </a:lnTo>
                  <a:lnTo>
                    <a:pt x="4735" y="26"/>
                  </a:lnTo>
                  <a:lnTo>
                    <a:pt x="4455" y="0"/>
                  </a:lnTo>
                  <a:close/>
                </a:path>
              </a:pathLst>
            </a:custGeom>
            <a:solidFill>
              <a:srgbClr val="6E24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43"/>
            <p:cNvSpPr/>
            <p:nvPr/>
          </p:nvSpPr>
          <p:spPr>
            <a:xfrm>
              <a:off x="6273125" y="857050"/>
              <a:ext cx="110775" cy="21675"/>
            </a:xfrm>
            <a:custGeom>
              <a:rect b="b" l="l" r="r" t="t"/>
              <a:pathLst>
                <a:path extrusionOk="0" fill="none" h="867" w="4431">
                  <a:moveTo>
                    <a:pt x="4431" y="866"/>
                  </a:moveTo>
                  <a:lnTo>
                    <a:pt x="4176" y="662"/>
                  </a:lnTo>
                  <a:lnTo>
                    <a:pt x="3667" y="306"/>
                  </a:lnTo>
                  <a:lnTo>
                    <a:pt x="2801" y="1"/>
                  </a:lnTo>
                  <a:lnTo>
                    <a:pt x="1605" y="1"/>
                  </a:lnTo>
                  <a:lnTo>
                    <a:pt x="764" y="306"/>
                  </a:lnTo>
                  <a:lnTo>
                    <a:pt x="230" y="662"/>
                  </a:lnTo>
                  <a:lnTo>
                    <a:pt x="1" y="866"/>
                  </a:lnTo>
                </a:path>
              </a:pathLst>
            </a:custGeom>
            <a:noFill/>
            <a:ln cap="rnd" cmpd="sng" w="21000">
              <a:solidFill>
                <a:srgbClr val="14090B"/>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43"/>
            <p:cNvSpPr/>
            <p:nvPr/>
          </p:nvSpPr>
          <p:spPr>
            <a:xfrm>
              <a:off x="6634000" y="857050"/>
              <a:ext cx="110150" cy="21675"/>
            </a:xfrm>
            <a:custGeom>
              <a:rect b="b" l="l" r="r" t="t"/>
              <a:pathLst>
                <a:path extrusionOk="0" fill="none" h="867" w="4406">
                  <a:moveTo>
                    <a:pt x="4405" y="866"/>
                  </a:moveTo>
                  <a:lnTo>
                    <a:pt x="4176" y="662"/>
                  </a:lnTo>
                  <a:lnTo>
                    <a:pt x="3667" y="306"/>
                  </a:lnTo>
                  <a:lnTo>
                    <a:pt x="2801" y="1"/>
                  </a:lnTo>
                  <a:lnTo>
                    <a:pt x="1605" y="1"/>
                  </a:lnTo>
                  <a:lnTo>
                    <a:pt x="739" y="306"/>
                  </a:lnTo>
                  <a:lnTo>
                    <a:pt x="230" y="662"/>
                  </a:lnTo>
                  <a:lnTo>
                    <a:pt x="1" y="866"/>
                  </a:lnTo>
                </a:path>
              </a:pathLst>
            </a:custGeom>
            <a:noFill/>
            <a:ln cap="rnd" cmpd="sng" w="21000">
              <a:solidFill>
                <a:srgbClr val="14090B"/>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43"/>
            <p:cNvSpPr/>
            <p:nvPr/>
          </p:nvSpPr>
          <p:spPr>
            <a:xfrm>
              <a:off x="6446875" y="1172750"/>
              <a:ext cx="123500" cy="35650"/>
            </a:xfrm>
            <a:custGeom>
              <a:rect b="b" l="l" r="r" t="t"/>
              <a:pathLst>
                <a:path extrusionOk="0" h="1426" w="4940">
                  <a:moveTo>
                    <a:pt x="1" y="0"/>
                  </a:moveTo>
                  <a:lnTo>
                    <a:pt x="154" y="306"/>
                  </a:lnTo>
                  <a:lnTo>
                    <a:pt x="612" y="815"/>
                  </a:lnTo>
                  <a:lnTo>
                    <a:pt x="1274" y="1197"/>
                  </a:lnTo>
                  <a:lnTo>
                    <a:pt x="2038" y="1400"/>
                  </a:lnTo>
                  <a:lnTo>
                    <a:pt x="2470" y="1426"/>
                  </a:lnTo>
                  <a:lnTo>
                    <a:pt x="2903" y="1400"/>
                  </a:lnTo>
                  <a:lnTo>
                    <a:pt x="3667" y="1197"/>
                  </a:lnTo>
                  <a:lnTo>
                    <a:pt x="4329" y="815"/>
                  </a:lnTo>
                  <a:lnTo>
                    <a:pt x="4787" y="306"/>
                  </a:lnTo>
                  <a:lnTo>
                    <a:pt x="4940" y="0"/>
                  </a:lnTo>
                  <a:close/>
                </a:path>
              </a:pathLst>
            </a:custGeom>
            <a:solidFill>
              <a:srgbClr val="5A101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43"/>
            <p:cNvSpPr/>
            <p:nvPr/>
          </p:nvSpPr>
          <p:spPr>
            <a:xfrm>
              <a:off x="6081550" y="405800"/>
              <a:ext cx="852250" cy="528300"/>
            </a:xfrm>
            <a:custGeom>
              <a:rect b="b" l="l" r="r" t="t"/>
              <a:pathLst>
                <a:path extrusionOk="0" h="21132" w="34090">
                  <a:moveTo>
                    <a:pt x="17185" y="0"/>
                  </a:moveTo>
                  <a:lnTo>
                    <a:pt x="16345" y="51"/>
                  </a:lnTo>
                  <a:lnTo>
                    <a:pt x="14741" y="153"/>
                  </a:lnTo>
                  <a:lnTo>
                    <a:pt x="11839" y="739"/>
                  </a:lnTo>
                  <a:lnTo>
                    <a:pt x="9344" y="1681"/>
                  </a:lnTo>
                  <a:lnTo>
                    <a:pt x="7231" y="2928"/>
                  </a:lnTo>
                  <a:lnTo>
                    <a:pt x="5474" y="4430"/>
                  </a:lnTo>
                  <a:lnTo>
                    <a:pt x="4023" y="6110"/>
                  </a:lnTo>
                  <a:lnTo>
                    <a:pt x="2852" y="7943"/>
                  </a:lnTo>
                  <a:lnTo>
                    <a:pt x="1910" y="9827"/>
                  </a:lnTo>
                  <a:lnTo>
                    <a:pt x="1223" y="11762"/>
                  </a:lnTo>
                  <a:lnTo>
                    <a:pt x="713" y="13621"/>
                  </a:lnTo>
                  <a:lnTo>
                    <a:pt x="230" y="16268"/>
                  </a:lnTo>
                  <a:lnTo>
                    <a:pt x="1" y="20291"/>
                  </a:lnTo>
                  <a:lnTo>
                    <a:pt x="26" y="20902"/>
                  </a:lnTo>
                  <a:lnTo>
                    <a:pt x="408" y="20978"/>
                  </a:lnTo>
                  <a:lnTo>
                    <a:pt x="1146" y="20978"/>
                  </a:lnTo>
                  <a:lnTo>
                    <a:pt x="1910" y="20826"/>
                  </a:lnTo>
                  <a:lnTo>
                    <a:pt x="2597" y="20520"/>
                  </a:lnTo>
                  <a:lnTo>
                    <a:pt x="3234" y="20087"/>
                  </a:lnTo>
                  <a:lnTo>
                    <a:pt x="3769" y="19502"/>
                  </a:lnTo>
                  <a:lnTo>
                    <a:pt x="4150" y="18814"/>
                  </a:lnTo>
                  <a:lnTo>
                    <a:pt x="4354" y="18000"/>
                  </a:lnTo>
                  <a:lnTo>
                    <a:pt x="4380" y="17541"/>
                  </a:lnTo>
                  <a:lnTo>
                    <a:pt x="4812" y="17363"/>
                  </a:lnTo>
                  <a:lnTo>
                    <a:pt x="5474" y="16727"/>
                  </a:lnTo>
                  <a:lnTo>
                    <a:pt x="5678" y="16294"/>
                  </a:lnTo>
                  <a:lnTo>
                    <a:pt x="5805" y="15810"/>
                  </a:lnTo>
                  <a:lnTo>
                    <a:pt x="5729" y="14868"/>
                  </a:lnTo>
                  <a:lnTo>
                    <a:pt x="5500" y="14461"/>
                  </a:lnTo>
                  <a:lnTo>
                    <a:pt x="5983" y="14435"/>
                  </a:lnTo>
                  <a:lnTo>
                    <a:pt x="6849" y="14028"/>
                  </a:lnTo>
                  <a:lnTo>
                    <a:pt x="7180" y="13672"/>
                  </a:lnTo>
                  <a:lnTo>
                    <a:pt x="7460" y="13264"/>
                  </a:lnTo>
                  <a:lnTo>
                    <a:pt x="7664" y="12297"/>
                  </a:lnTo>
                  <a:lnTo>
                    <a:pt x="7587" y="11839"/>
                  </a:lnTo>
                  <a:lnTo>
                    <a:pt x="7587" y="11839"/>
                  </a:lnTo>
                  <a:lnTo>
                    <a:pt x="8071" y="11940"/>
                  </a:lnTo>
                  <a:lnTo>
                    <a:pt x="9038" y="11813"/>
                  </a:lnTo>
                  <a:lnTo>
                    <a:pt x="9471" y="11559"/>
                  </a:lnTo>
                  <a:lnTo>
                    <a:pt x="9675" y="11406"/>
                  </a:lnTo>
                  <a:lnTo>
                    <a:pt x="10006" y="11024"/>
                  </a:lnTo>
                  <a:lnTo>
                    <a:pt x="10337" y="10362"/>
                  </a:lnTo>
                  <a:lnTo>
                    <a:pt x="10388" y="9878"/>
                  </a:lnTo>
                  <a:lnTo>
                    <a:pt x="10821" y="10133"/>
                  </a:lnTo>
                  <a:lnTo>
                    <a:pt x="11533" y="10235"/>
                  </a:lnTo>
                  <a:lnTo>
                    <a:pt x="12043" y="10184"/>
                  </a:lnTo>
                  <a:lnTo>
                    <a:pt x="12297" y="10107"/>
                  </a:lnTo>
                  <a:lnTo>
                    <a:pt x="12552" y="10006"/>
                  </a:lnTo>
                  <a:lnTo>
                    <a:pt x="12959" y="9725"/>
                  </a:lnTo>
                  <a:lnTo>
                    <a:pt x="13443" y="9165"/>
                  </a:lnTo>
                  <a:lnTo>
                    <a:pt x="13621" y="8707"/>
                  </a:lnTo>
                  <a:lnTo>
                    <a:pt x="13978" y="9038"/>
                  </a:lnTo>
                  <a:lnTo>
                    <a:pt x="14665" y="9318"/>
                  </a:lnTo>
                  <a:lnTo>
                    <a:pt x="15174" y="9395"/>
                  </a:lnTo>
                  <a:lnTo>
                    <a:pt x="15429" y="9369"/>
                  </a:lnTo>
                  <a:lnTo>
                    <a:pt x="15683" y="9344"/>
                  </a:lnTo>
                  <a:lnTo>
                    <a:pt x="16167" y="9165"/>
                  </a:lnTo>
                  <a:lnTo>
                    <a:pt x="16778" y="8707"/>
                  </a:lnTo>
                  <a:lnTo>
                    <a:pt x="17058" y="8300"/>
                  </a:lnTo>
                  <a:lnTo>
                    <a:pt x="17313" y="8707"/>
                  </a:lnTo>
                  <a:lnTo>
                    <a:pt x="17924" y="9165"/>
                  </a:lnTo>
                  <a:lnTo>
                    <a:pt x="18407" y="9344"/>
                  </a:lnTo>
                  <a:lnTo>
                    <a:pt x="18662" y="9369"/>
                  </a:lnTo>
                  <a:lnTo>
                    <a:pt x="18942" y="9395"/>
                  </a:lnTo>
                  <a:lnTo>
                    <a:pt x="19426" y="9318"/>
                  </a:lnTo>
                  <a:lnTo>
                    <a:pt x="20113" y="9038"/>
                  </a:lnTo>
                  <a:lnTo>
                    <a:pt x="20495" y="8682"/>
                  </a:lnTo>
                  <a:lnTo>
                    <a:pt x="20648" y="9165"/>
                  </a:lnTo>
                  <a:lnTo>
                    <a:pt x="21131" y="9725"/>
                  </a:lnTo>
                  <a:lnTo>
                    <a:pt x="21564" y="10006"/>
                  </a:lnTo>
                  <a:lnTo>
                    <a:pt x="21793" y="10107"/>
                  </a:lnTo>
                  <a:lnTo>
                    <a:pt x="22048" y="10184"/>
                  </a:lnTo>
                  <a:lnTo>
                    <a:pt x="22557" y="10235"/>
                  </a:lnTo>
                  <a:lnTo>
                    <a:pt x="23270" y="10107"/>
                  </a:lnTo>
                  <a:lnTo>
                    <a:pt x="23703" y="9878"/>
                  </a:lnTo>
                  <a:lnTo>
                    <a:pt x="23754" y="10362"/>
                  </a:lnTo>
                  <a:lnTo>
                    <a:pt x="24085" y="11024"/>
                  </a:lnTo>
                  <a:lnTo>
                    <a:pt x="24416" y="11406"/>
                  </a:lnTo>
                  <a:lnTo>
                    <a:pt x="24619" y="11559"/>
                  </a:lnTo>
                  <a:lnTo>
                    <a:pt x="25078" y="11813"/>
                  </a:lnTo>
                  <a:lnTo>
                    <a:pt x="26045" y="11940"/>
                  </a:lnTo>
                  <a:lnTo>
                    <a:pt x="26503" y="11813"/>
                  </a:lnTo>
                  <a:lnTo>
                    <a:pt x="26427" y="12297"/>
                  </a:lnTo>
                  <a:lnTo>
                    <a:pt x="26631" y="13239"/>
                  </a:lnTo>
                  <a:lnTo>
                    <a:pt x="26911" y="13672"/>
                  </a:lnTo>
                  <a:lnTo>
                    <a:pt x="27267" y="14028"/>
                  </a:lnTo>
                  <a:lnTo>
                    <a:pt x="28133" y="14410"/>
                  </a:lnTo>
                  <a:lnTo>
                    <a:pt x="28591" y="14435"/>
                  </a:lnTo>
                  <a:lnTo>
                    <a:pt x="28387" y="14868"/>
                  </a:lnTo>
                  <a:lnTo>
                    <a:pt x="28285" y="15785"/>
                  </a:lnTo>
                  <a:lnTo>
                    <a:pt x="28438" y="16268"/>
                  </a:lnTo>
                  <a:lnTo>
                    <a:pt x="28642" y="16727"/>
                  </a:lnTo>
                  <a:lnTo>
                    <a:pt x="29329" y="17363"/>
                  </a:lnTo>
                  <a:lnTo>
                    <a:pt x="29762" y="17541"/>
                  </a:lnTo>
                  <a:lnTo>
                    <a:pt x="29787" y="18000"/>
                  </a:lnTo>
                  <a:lnTo>
                    <a:pt x="29991" y="18840"/>
                  </a:lnTo>
                  <a:lnTo>
                    <a:pt x="30373" y="19578"/>
                  </a:lnTo>
                  <a:lnTo>
                    <a:pt x="30908" y="20189"/>
                  </a:lnTo>
                  <a:lnTo>
                    <a:pt x="31544" y="20673"/>
                  </a:lnTo>
                  <a:lnTo>
                    <a:pt x="32257" y="20978"/>
                  </a:lnTo>
                  <a:lnTo>
                    <a:pt x="32995" y="21131"/>
                  </a:lnTo>
                  <a:lnTo>
                    <a:pt x="33734" y="21055"/>
                  </a:lnTo>
                  <a:lnTo>
                    <a:pt x="34090" y="20902"/>
                  </a:lnTo>
                  <a:lnTo>
                    <a:pt x="34090" y="20240"/>
                  </a:lnTo>
                  <a:lnTo>
                    <a:pt x="33555" y="15937"/>
                  </a:lnTo>
                  <a:lnTo>
                    <a:pt x="32893" y="13137"/>
                  </a:lnTo>
                  <a:lnTo>
                    <a:pt x="32257" y="11151"/>
                  </a:lnTo>
                  <a:lnTo>
                    <a:pt x="31417" y="9165"/>
                  </a:lnTo>
                  <a:lnTo>
                    <a:pt x="30373" y="7205"/>
                  </a:lnTo>
                  <a:lnTo>
                    <a:pt x="29075" y="5372"/>
                  </a:lnTo>
                  <a:lnTo>
                    <a:pt x="27496" y="3692"/>
                  </a:lnTo>
                  <a:lnTo>
                    <a:pt x="25638" y="2241"/>
                  </a:lnTo>
                  <a:lnTo>
                    <a:pt x="23448" y="1120"/>
                  </a:lnTo>
                  <a:lnTo>
                    <a:pt x="21564" y="509"/>
                  </a:lnTo>
                  <a:lnTo>
                    <a:pt x="20189" y="229"/>
                  </a:lnTo>
                  <a:lnTo>
                    <a:pt x="18738" y="51"/>
                  </a:lnTo>
                  <a:lnTo>
                    <a:pt x="17185" y="0"/>
                  </a:lnTo>
                  <a:close/>
                </a:path>
              </a:pathLst>
            </a:custGeom>
            <a:solidFill>
              <a:srgbClr val="1409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43"/>
            <p:cNvSpPr/>
            <p:nvPr/>
          </p:nvSpPr>
          <p:spPr>
            <a:xfrm>
              <a:off x="7025450" y="970350"/>
              <a:ext cx="357075" cy="585575"/>
            </a:xfrm>
            <a:custGeom>
              <a:rect b="b" l="l" r="r" t="t"/>
              <a:pathLst>
                <a:path extrusionOk="0" h="23423" w="14283">
                  <a:moveTo>
                    <a:pt x="9216" y="0"/>
                  </a:moveTo>
                  <a:lnTo>
                    <a:pt x="8783" y="77"/>
                  </a:lnTo>
                  <a:lnTo>
                    <a:pt x="8427" y="357"/>
                  </a:lnTo>
                  <a:lnTo>
                    <a:pt x="8172" y="738"/>
                  </a:lnTo>
                  <a:lnTo>
                    <a:pt x="8096" y="993"/>
                  </a:lnTo>
                  <a:lnTo>
                    <a:pt x="6365" y="8529"/>
                  </a:lnTo>
                  <a:lnTo>
                    <a:pt x="6059" y="8453"/>
                  </a:lnTo>
                  <a:lnTo>
                    <a:pt x="7587" y="1757"/>
                  </a:lnTo>
                  <a:lnTo>
                    <a:pt x="7638" y="1502"/>
                  </a:lnTo>
                  <a:lnTo>
                    <a:pt x="7587" y="1019"/>
                  </a:lnTo>
                  <a:lnTo>
                    <a:pt x="7383" y="637"/>
                  </a:lnTo>
                  <a:lnTo>
                    <a:pt x="7027" y="357"/>
                  </a:lnTo>
                  <a:lnTo>
                    <a:pt x="6823" y="280"/>
                  </a:lnTo>
                  <a:lnTo>
                    <a:pt x="6619" y="255"/>
                  </a:lnTo>
                  <a:lnTo>
                    <a:pt x="6187" y="357"/>
                  </a:lnTo>
                  <a:lnTo>
                    <a:pt x="5830" y="611"/>
                  </a:lnTo>
                  <a:lnTo>
                    <a:pt x="5576" y="1019"/>
                  </a:lnTo>
                  <a:lnTo>
                    <a:pt x="5499" y="1273"/>
                  </a:lnTo>
                  <a:lnTo>
                    <a:pt x="3386" y="10413"/>
                  </a:lnTo>
                  <a:lnTo>
                    <a:pt x="3157" y="9547"/>
                  </a:lnTo>
                  <a:lnTo>
                    <a:pt x="2648" y="8172"/>
                  </a:lnTo>
                  <a:lnTo>
                    <a:pt x="2139" y="7205"/>
                  </a:lnTo>
                  <a:lnTo>
                    <a:pt x="1629" y="6594"/>
                  </a:lnTo>
                  <a:lnTo>
                    <a:pt x="968" y="6110"/>
                  </a:lnTo>
                  <a:lnTo>
                    <a:pt x="382" y="6034"/>
                  </a:lnTo>
                  <a:lnTo>
                    <a:pt x="331" y="6059"/>
                  </a:lnTo>
                  <a:lnTo>
                    <a:pt x="178" y="6136"/>
                  </a:lnTo>
                  <a:lnTo>
                    <a:pt x="0" y="6441"/>
                  </a:lnTo>
                  <a:lnTo>
                    <a:pt x="0" y="6950"/>
                  </a:lnTo>
                  <a:lnTo>
                    <a:pt x="26" y="7052"/>
                  </a:lnTo>
                  <a:lnTo>
                    <a:pt x="560" y="9980"/>
                  </a:lnTo>
                  <a:lnTo>
                    <a:pt x="1171" y="13493"/>
                  </a:lnTo>
                  <a:lnTo>
                    <a:pt x="1222" y="13875"/>
                  </a:lnTo>
                  <a:lnTo>
                    <a:pt x="1426" y="14537"/>
                  </a:lnTo>
                  <a:lnTo>
                    <a:pt x="1909" y="15301"/>
                  </a:lnTo>
                  <a:lnTo>
                    <a:pt x="2953" y="16116"/>
                  </a:lnTo>
                  <a:lnTo>
                    <a:pt x="3157" y="16192"/>
                  </a:lnTo>
                  <a:lnTo>
                    <a:pt x="1859" y="21844"/>
                  </a:lnTo>
                  <a:lnTo>
                    <a:pt x="8809" y="23422"/>
                  </a:lnTo>
                  <a:lnTo>
                    <a:pt x="10158" y="17669"/>
                  </a:lnTo>
                  <a:lnTo>
                    <a:pt x="10285" y="17694"/>
                  </a:lnTo>
                  <a:lnTo>
                    <a:pt x="10718" y="17592"/>
                  </a:lnTo>
                  <a:lnTo>
                    <a:pt x="11202" y="17312"/>
                  </a:lnTo>
                  <a:lnTo>
                    <a:pt x="11635" y="16778"/>
                  </a:lnTo>
                  <a:lnTo>
                    <a:pt x="11762" y="16396"/>
                  </a:lnTo>
                  <a:lnTo>
                    <a:pt x="12093" y="14944"/>
                  </a:lnTo>
                  <a:lnTo>
                    <a:pt x="12831" y="11737"/>
                  </a:lnTo>
                  <a:lnTo>
                    <a:pt x="13086" y="10617"/>
                  </a:lnTo>
                  <a:lnTo>
                    <a:pt x="13213" y="10107"/>
                  </a:lnTo>
                  <a:lnTo>
                    <a:pt x="14232" y="5627"/>
                  </a:lnTo>
                  <a:lnTo>
                    <a:pt x="14282" y="5397"/>
                  </a:lnTo>
                  <a:lnTo>
                    <a:pt x="14232" y="4965"/>
                  </a:lnTo>
                  <a:lnTo>
                    <a:pt x="14028" y="4608"/>
                  </a:lnTo>
                  <a:lnTo>
                    <a:pt x="13722" y="4354"/>
                  </a:lnTo>
                  <a:lnTo>
                    <a:pt x="13519" y="4277"/>
                  </a:lnTo>
                  <a:lnTo>
                    <a:pt x="13315" y="4252"/>
                  </a:lnTo>
                  <a:lnTo>
                    <a:pt x="12933" y="4354"/>
                  </a:lnTo>
                  <a:lnTo>
                    <a:pt x="12602" y="4583"/>
                  </a:lnTo>
                  <a:lnTo>
                    <a:pt x="12373" y="4965"/>
                  </a:lnTo>
                  <a:lnTo>
                    <a:pt x="12297" y="5194"/>
                  </a:lnTo>
                  <a:lnTo>
                    <a:pt x="11253" y="9649"/>
                  </a:lnTo>
                  <a:lnTo>
                    <a:pt x="10871" y="9573"/>
                  </a:lnTo>
                  <a:lnTo>
                    <a:pt x="12322" y="3284"/>
                  </a:lnTo>
                  <a:lnTo>
                    <a:pt x="12373" y="3030"/>
                  </a:lnTo>
                  <a:lnTo>
                    <a:pt x="12322" y="2546"/>
                  </a:lnTo>
                  <a:lnTo>
                    <a:pt x="12093" y="2164"/>
                  </a:lnTo>
                  <a:lnTo>
                    <a:pt x="11762" y="1884"/>
                  </a:lnTo>
                  <a:lnTo>
                    <a:pt x="11558" y="1808"/>
                  </a:lnTo>
                  <a:lnTo>
                    <a:pt x="11329" y="1782"/>
                  </a:lnTo>
                  <a:lnTo>
                    <a:pt x="10922" y="1884"/>
                  </a:lnTo>
                  <a:lnTo>
                    <a:pt x="10565" y="2139"/>
                  </a:lnTo>
                  <a:lnTo>
                    <a:pt x="10285" y="2546"/>
                  </a:lnTo>
                  <a:lnTo>
                    <a:pt x="10235" y="2801"/>
                  </a:lnTo>
                  <a:lnTo>
                    <a:pt x="8783" y="9089"/>
                  </a:lnTo>
                  <a:lnTo>
                    <a:pt x="8452" y="9013"/>
                  </a:lnTo>
                  <a:lnTo>
                    <a:pt x="10209" y="1477"/>
                  </a:lnTo>
                  <a:lnTo>
                    <a:pt x="10235" y="1222"/>
                  </a:lnTo>
                  <a:lnTo>
                    <a:pt x="10184" y="764"/>
                  </a:lnTo>
                  <a:lnTo>
                    <a:pt x="9980" y="357"/>
                  </a:lnTo>
                  <a:lnTo>
                    <a:pt x="9649" y="77"/>
                  </a:lnTo>
                  <a:lnTo>
                    <a:pt x="9420" y="26"/>
                  </a:lnTo>
                  <a:lnTo>
                    <a:pt x="9216" y="0"/>
                  </a:lnTo>
                  <a:close/>
                </a:path>
              </a:pathLst>
            </a:custGeom>
            <a:solidFill>
              <a:srgbClr val="6B3F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43"/>
            <p:cNvSpPr/>
            <p:nvPr/>
          </p:nvSpPr>
          <p:spPr>
            <a:xfrm>
              <a:off x="7109450" y="1230025"/>
              <a:ext cx="675" cy="25"/>
            </a:xfrm>
            <a:custGeom>
              <a:rect b="b" l="l" r="r" t="t"/>
              <a:pathLst>
                <a:path extrusionOk="0" h="1" w="27">
                  <a:moveTo>
                    <a:pt x="1" y="0"/>
                  </a:moveTo>
                  <a:lnTo>
                    <a:pt x="1" y="0"/>
                  </a:lnTo>
                  <a:lnTo>
                    <a:pt x="26" y="0"/>
                  </a:lnTo>
                  <a:lnTo>
                    <a:pt x="1" y="0"/>
                  </a:lnTo>
                  <a:lnTo>
                    <a:pt x="1"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43"/>
            <p:cNvSpPr/>
            <p:nvPr/>
          </p:nvSpPr>
          <p:spPr>
            <a:xfrm>
              <a:off x="7143175" y="1174650"/>
              <a:ext cx="190975" cy="55400"/>
            </a:xfrm>
            <a:custGeom>
              <a:rect b="b" l="l" r="r" t="t"/>
              <a:pathLst>
                <a:path extrusionOk="0" h="2216" w="7639">
                  <a:moveTo>
                    <a:pt x="103" y="0"/>
                  </a:moveTo>
                  <a:lnTo>
                    <a:pt x="1" y="484"/>
                  </a:lnTo>
                  <a:lnTo>
                    <a:pt x="7537" y="2215"/>
                  </a:lnTo>
                  <a:lnTo>
                    <a:pt x="7639" y="1732"/>
                  </a:lnTo>
                  <a:lnTo>
                    <a:pt x="6544" y="1477"/>
                  </a:lnTo>
                  <a:lnTo>
                    <a:pt x="6162" y="1401"/>
                  </a:lnTo>
                  <a:lnTo>
                    <a:pt x="4074" y="917"/>
                  </a:lnTo>
                  <a:lnTo>
                    <a:pt x="3743" y="841"/>
                  </a:lnTo>
                  <a:lnTo>
                    <a:pt x="3769" y="841"/>
                  </a:lnTo>
                  <a:lnTo>
                    <a:pt x="1656" y="357"/>
                  </a:lnTo>
                  <a:lnTo>
                    <a:pt x="1350" y="281"/>
                  </a:lnTo>
                  <a:lnTo>
                    <a:pt x="103" y="0"/>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43"/>
            <p:cNvSpPr/>
            <p:nvPr/>
          </p:nvSpPr>
          <p:spPr>
            <a:xfrm>
              <a:off x="7110100" y="1223650"/>
              <a:ext cx="105675" cy="159150"/>
            </a:xfrm>
            <a:custGeom>
              <a:rect b="b" l="l" r="r" t="t"/>
              <a:pathLst>
                <a:path extrusionOk="0" h="6366" w="4227">
                  <a:moveTo>
                    <a:pt x="51" y="1"/>
                  </a:moveTo>
                  <a:lnTo>
                    <a:pt x="51" y="26"/>
                  </a:lnTo>
                  <a:lnTo>
                    <a:pt x="0" y="255"/>
                  </a:lnTo>
                  <a:lnTo>
                    <a:pt x="229" y="306"/>
                  </a:lnTo>
                  <a:lnTo>
                    <a:pt x="1120" y="612"/>
                  </a:lnTo>
                  <a:lnTo>
                    <a:pt x="1859" y="1019"/>
                  </a:lnTo>
                  <a:lnTo>
                    <a:pt x="2597" y="1656"/>
                  </a:lnTo>
                  <a:lnTo>
                    <a:pt x="3259" y="2572"/>
                  </a:lnTo>
                  <a:lnTo>
                    <a:pt x="3717" y="3794"/>
                  </a:lnTo>
                  <a:lnTo>
                    <a:pt x="3895" y="5347"/>
                  </a:lnTo>
                  <a:lnTo>
                    <a:pt x="3819" y="6315"/>
                  </a:lnTo>
                  <a:lnTo>
                    <a:pt x="4099" y="6365"/>
                  </a:lnTo>
                  <a:lnTo>
                    <a:pt x="4150" y="6213"/>
                  </a:lnTo>
                  <a:lnTo>
                    <a:pt x="4226" y="5118"/>
                  </a:lnTo>
                  <a:lnTo>
                    <a:pt x="4175" y="4125"/>
                  </a:lnTo>
                  <a:lnTo>
                    <a:pt x="3895" y="3005"/>
                  </a:lnTo>
                  <a:lnTo>
                    <a:pt x="3335" y="1936"/>
                  </a:lnTo>
                  <a:lnTo>
                    <a:pt x="2393" y="968"/>
                  </a:lnTo>
                  <a:lnTo>
                    <a:pt x="1375" y="383"/>
                  </a:lnTo>
                  <a:lnTo>
                    <a:pt x="535" y="103"/>
                  </a:lnTo>
                  <a:lnTo>
                    <a:pt x="51" y="1"/>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43"/>
            <p:cNvSpPr/>
            <p:nvPr/>
          </p:nvSpPr>
          <p:spPr>
            <a:xfrm>
              <a:off x="7087825" y="1403775"/>
              <a:ext cx="183950" cy="84675"/>
            </a:xfrm>
            <a:custGeom>
              <a:rect b="b" l="l" r="r" t="t"/>
              <a:pathLst>
                <a:path extrusionOk="0" h="3387" w="7358">
                  <a:moveTo>
                    <a:pt x="407" y="1"/>
                  </a:moveTo>
                  <a:lnTo>
                    <a:pt x="0" y="1783"/>
                  </a:lnTo>
                  <a:lnTo>
                    <a:pt x="6950" y="3387"/>
                  </a:lnTo>
                  <a:lnTo>
                    <a:pt x="7358" y="1605"/>
                  </a:lnTo>
                  <a:lnTo>
                    <a:pt x="407" y="1"/>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43"/>
            <p:cNvSpPr/>
            <p:nvPr/>
          </p:nvSpPr>
          <p:spPr>
            <a:xfrm>
              <a:off x="7048350" y="1425425"/>
              <a:ext cx="237425" cy="100575"/>
            </a:xfrm>
            <a:custGeom>
              <a:rect b="b" l="l" r="r" t="t"/>
              <a:pathLst>
                <a:path extrusionOk="0" h="4023" w="9497">
                  <a:moveTo>
                    <a:pt x="433" y="0"/>
                  </a:moveTo>
                  <a:lnTo>
                    <a:pt x="1" y="1935"/>
                  </a:lnTo>
                  <a:lnTo>
                    <a:pt x="9064" y="4023"/>
                  </a:lnTo>
                  <a:lnTo>
                    <a:pt x="9497" y="2113"/>
                  </a:lnTo>
                  <a:lnTo>
                    <a:pt x="433" y="0"/>
                  </a:lnTo>
                  <a:close/>
                </a:path>
              </a:pathLst>
            </a:custGeom>
            <a:solidFill>
              <a:srgbClr val="F472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43"/>
            <p:cNvSpPr/>
            <p:nvPr/>
          </p:nvSpPr>
          <p:spPr>
            <a:xfrm>
              <a:off x="7026075" y="1463600"/>
              <a:ext cx="251425" cy="105675"/>
            </a:xfrm>
            <a:custGeom>
              <a:rect b="b" l="l" r="r" t="t"/>
              <a:pathLst>
                <a:path extrusionOk="0" h="4227" w="10057">
                  <a:moveTo>
                    <a:pt x="968" y="1"/>
                  </a:moveTo>
                  <a:lnTo>
                    <a:pt x="1" y="4227"/>
                  </a:lnTo>
                  <a:lnTo>
                    <a:pt x="9548" y="4227"/>
                  </a:lnTo>
                  <a:lnTo>
                    <a:pt x="10057" y="2088"/>
                  </a:lnTo>
                  <a:lnTo>
                    <a:pt x="968" y="1"/>
                  </a:lnTo>
                  <a:close/>
                </a:path>
              </a:pathLst>
            </a:custGeom>
            <a:solidFill>
              <a:srgbClr val="F14C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2" name="Google Shape;712;p43"/>
          <p:cNvGrpSpPr/>
          <p:nvPr/>
        </p:nvGrpSpPr>
        <p:grpSpPr>
          <a:xfrm flipH="1">
            <a:off x="2488484" y="1206214"/>
            <a:ext cx="1655476" cy="1505645"/>
            <a:chOff x="4163225" y="296325"/>
            <a:chExt cx="1399625" cy="1272950"/>
          </a:xfrm>
        </p:grpSpPr>
        <p:sp>
          <p:nvSpPr>
            <p:cNvPr id="713" name="Google Shape;713;p43"/>
            <p:cNvSpPr/>
            <p:nvPr/>
          </p:nvSpPr>
          <p:spPr>
            <a:xfrm>
              <a:off x="4209700" y="296325"/>
              <a:ext cx="949000" cy="996100"/>
            </a:xfrm>
            <a:custGeom>
              <a:rect b="b" l="l" r="r" t="t"/>
              <a:pathLst>
                <a:path extrusionOk="0" h="39844" w="37960">
                  <a:moveTo>
                    <a:pt x="16727" y="0"/>
                  </a:moveTo>
                  <a:lnTo>
                    <a:pt x="16345" y="26"/>
                  </a:lnTo>
                  <a:lnTo>
                    <a:pt x="15963" y="102"/>
                  </a:lnTo>
                  <a:lnTo>
                    <a:pt x="15275" y="382"/>
                  </a:lnTo>
                  <a:lnTo>
                    <a:pt x="14715" y="815"/>
                  </a:lnTo>
                  <a:lnTo>
                    <a:pt x="14308" y="1401"/>
                  </a:lnTo>
                  <a:lnTo>
                    <a:pt x="14155" y="1706"/>
                  </a:lnTo>
                  <a:lnTo>
                    <a:pt x="13850" y="1502"/>
                  </a:lnTo>
                  <a:lnTo>
                    <a:pt x="13188" y="1222"/>
                  </a:lnTo>
                  <a:lnTo>
                    <a:pt x="12450" y="1146"/>
                  </a:lnTo>
                  <a:lnTo>
                    <a:pt x="11711" y="1222"/>
                  </a:lnTo>
                  <a:lnTo>
                    <a:pt x="11355" y="1375"/>
                  </a:lnTo>
                  <a:lnTo>
                    <a:pt x="10998" y="1528"/>
                  </a:lnTo>
                  <a:lnTo>
                    <a:pt x="10413" y="1986"/>
                  </a:lnTo>
                  <a:lnTo>
                    <a:pt x="10005" y="2546"/>
                  </a:lnTo>
                  <a:lnTo>
                    <a:pt x="9776" y="3183"/>
                  </a:lnTo>
                  <a:lnTo>
                    <a:pt x="9725" y="3539"/>
                  </a:lnTo>
                  <a:lnTo>
                    <a:pt x="9394" y="3412"/>
                  </a:lnTo>
                  <a:lnTo>
                    <a:pt x="8656" y="3310"/>
                  </a:lnTo>
                  <a:lnTo>
                    <a:pt x="7943" y="3412"/>
                  </a:lnTo>
                  <a:lnTo>
                    <a:pt x="7256" y="3692"/>
                  </a:lnTo>
                  <a:lnTo>
                    <a:pt x="6925" y="3921"/>
                  </a:lnTo>
                  <a:lnTo>
                    <a:pt x="6645" y="4150"/>
                  </a:lnTo>
                  <a:lnTo>
                    <a:pt x="6212" y="4736"/>
                  </a:lnTo>
                  <a:lnTo>
                    <a:pt x="5983" y="5398"/>
                  </a:lnTo>
                  <a:lnTo>
                    <a:pt x="5932" y="6060"/>
                  </a:lnTo>
                  <a:lnTo>
                    <a:pt x="6008" y="6416"/>
                  </a:lnTo>
                  <a:lnTo>
                    <a:pt x="5627" y="6390"/>
                  </a:lnTo>
                  <a:lnTo>
                    <a:pt x="4914" y="6467"/>
                  </a:lnTo>
                  <a:lnTo>
                    <a:pt x="4226" y="6747"/>
                  </a:lnTo>
                  <a:lnTo>
                    <a:pt x="3641" y="7180"/>
                  </a:lnTo>
                  <a:lnTo>
                    <a:pt x="3412" y="7485"/>
                  </a:lnTo>
                  <a:lnTo>
                    <a:pt x="3208" y="7791"/>
                  </a:lnTo>
                  <a:lnTo>
                    <a:pt x="2953" y="8453"/>
                  </a:lnTo>
                  <a:lnTo>
                    <a:pt x="2928" y="9140"/>
                  </a:lnTo>
                  <a:lnTo>
                    <a:pt x="3081" y="9802"/>
                  </a:lnTo>
                  <a:lnTo>
                    <a:pt x="3233" y="10133"/>
                  </a:lnTo>
                  <a:lnTo>
                    <a:pt x="2877" y="10184"/>
                  </a:lnTo>
                  <a:lnTo>
                    <a:pt x="2215" y="10464"/>
                  </a:lnTo>
                  <a:lnTo>
                    <a:pt x="1630" y="10897"/>
                  </a:lnTo>
                  <a:lnTo>
                    <a:pt x="1197" y="11482"/>
                  </a:lnTo>
                  <a:lnTo>
                    <a:pt x="1044" y="11813"/>
                  </a:lnTo>
                  <a:lnTo>
                    <a:pt x="942" y="12170"/>
                  </a:lnTo>
                  <a:lnTo>
                    <a:pt x="891" y="12857"/>
                  </a:lnTo>
                  <a:lnTo>
                    <a:pt x="1069" y="13544"/>
                  </a:lnTo>
                  <a:lnTo>
                    <a:pt x="1400" y="14130"/>
                  </a:lnTo>
                  <a:lnTo>
                    <a:pt x="1655" y="14410"/>
                  </a:lnTo>
                  <a:lnTo>
                    <a:pt x="1324" y="14563"/>
                  </a:lnTo>
                  <a:lnTo>
                    <a:pt x="764" y="14996"/>
                  </a:lnTo>
                  <a:lnTo>
                    <a:pt x="331" y="15556"/>
                  </a:lnTo>
                  <a:lnTo>
                    <a:pt x="77" y="16218"/>
                  </a:lnTo>
                  <a:lnTo>
                    <a:pt x="51" y="16574"/>
                  </a:lnTo>
                  <a:lnTo>
                    <a:pt x="26" y="16930"/>
                  </a:lnTo>
                  <a:lnTo>
                    <a:pt x="178" y="17567"/>
                  </a:lnTo>
                  <a:lnTo>
                    <a:pt x="484" y="18127"/>
                  </a:lnTo>
                  <a:lnTo>
                    <a:pt x="917" y="18611"/>
                  </a:lnTo>
                  <a:lnTo>
                    <a:pt x="1197" y="18814"/>
                  </a:lnTo>
                  <a:lnTo>
                    <a:pt x="917" y="18993"/>
                  </a:lnTo>
                  <a:lnTo>
                    <a:pt x="484" y="19451"/>
                  </a:lnTo>
                  <a:lnTo>
                    <a:pt x="178" y="19985"/>
                  </a:lnTo>
                  <a:lnTo>
                    <a:pt x="26" y="20596"/>
                  </a:lnTo>
                  <a:lnTo>
                    <a:pt x="0" y="20902"/>
                  </a:lnTo>
                  <a:lnTo>
                    <a:pt x="26" y="21258"/>
                  </a:lnTo>
                  <a:lnTo>
                    <a:pt x="204" y="21895"/>
                  </a:lnTo>
                  <a:lnTo>
                    <a:pt x="560" y="22455"/>
                  </a:lnTo>
                  <a:lnTo>
                    <a:pt x="1044" y="22913"/>
                  </a:lnTo>
                  <a:lnTo>
                    <a:pt x="1324" y="23091"/>
                  </a:lnTo>
                  <a:lnTo>
                    <a:pt x="1044" y="23321"/>
                  </a:lnTo>
                  <a:lnTo>
                    <a:pt x="637" y="23881"/>
                  </a:lnTo>
                  <a:lnTo>
                    <a:pt x="382" y="24517"/>
                  </a:lnTo>
                  <a:lnTo>
                    <a:pt x="306" y="25205"/>
                  </a:lnTo>
                  <a:lnTo>
                    <a:pt x="382" y="25561"/>
                  </a:lnTo>
                  <a:lnTo>
                    <a:pt x="458" y="25917"/>
                  </a:lnTo>
                  <a:lnTo>
                    <a:pt x="815" y="26554"/>
                  </a:lnTo>
                  <a:lnTo>
                    <a:pt x="1324" y="27063"/>
                  </a:lnTo>
                  <a:lnTo>
                    <a:pt x="1960" y="27419"/>
                  </a:lnTo>
                  <a:lnTo>
                    <a:pt x="2291" y="27521"/>
                  </a:lnTo>
                  <a:lnTo>
                    <a:pt x="2088" y="27801"/>
                  </a:lnTo>
                  <a:lnTo>
                    <a:pt x="1859" y="28463"/>
                  </a:lnTo>
                  <a:lnTo>
                    <a:pt x="1782" y="29151"/>
                  </a:lnTo>
                  <a:lnTo>
                    <a:pt x="1935" y="29838"/>
                  </a:lnTo>
                  <a:lnTo>
                    <a:pt x="2088" y="30169"/>
                  </a:lnTo>
                  <a:lnTo>
                    <a:pt x="2291" y="30475"/>
                  </a:lnTo>
                  <a:lnTo>
                    <a:pt x="2801" y="30984"/>
                  </a:lnTo>
                  <a:lnTo>
                    <a:pt x="3437" y="31340"/>
                  </a:lnTo>
                  <a:lnTo>
                    <a:pt x="4150" y="31518"/>
                  </a:lnTo>
                  <a:lnTo>
                    <a:pt x="4506" y="31544"/>
                  </a:lnTo>
                  <a:lnTo>
                    <a:pt x="4405" y="31875"/>
                  </a:lnTo>
                  <a:lnTo>
                    <a:pt x="4354" y="32562"/>
                  </a:lnTo>
                  <a:lnTo>
                    <a:pt x="4481" y="33224"/>
                  </a:lnTo>
                  <a:lnTo>
                    <a:pt x="4812" y="33861"/>
                  </a:lnTo>
                  <a:lnTo>
                    <a:pt x="5066" y="34141"/>
                  </a:lnTo>
                  <a:lnTo>
                    <a:pt x="5347" y="34395"/>
                  </a:lnTo>
                  <a:lnTo>
                    <a:pt x="5983" y="34752"/>
                  </a:lnTo>
                  <a:lnTo>
                    <a:pt x="6696" y="34955"/>
                  </a:lnTo>
                  <a:lnTo>
                    <a:pt x="7434" y="34955"/>
                  </a:lnTo>
                  <a:lnTo>
                    <a:pt x="7791" y="34879"/>
                  </a:lnTo>
                  <a:lnTo>
                    <a:pt x="7791" y="35210"/>
                  </a:lnTo>
                  <a:lnTo>
                    <a:pt x="7918" y="35872"/>
                  </a:lnTo>
                  <a:lnTo>
                    <a:pt x="8249" y="36508"/>
                  </a:lnTo>
                  <a:lnTo>
                    <a:pt x="8758" y="37017"/>
                  </a:lnTo>
                  <a:lnTo>
                    <a:pt x="9089" y="37221"/>
                  </a:lnTo>
                  <a:lnTo>
                    <a:pt x="9420" y="37399"/>
                  </a:lnTo>
                  <a:lnTo>
                    <a:pt x="10158" y="37578"/>
                  </a:lnTo>
                  <a:lnTo>
                    <a:pt x="10871" y="37578"/>
                  </a:lnTo>
                  <a:lnTo>
                    <a:pt x="11584" y="37399"/>
                  </a:lnTo>
                  <a:lnTo>
                    <a:pt x="11915" y="37247"/>
                  </a:lnTo>
                  <a:lnTo>
                    <a:pt x="11991" y="37578"/>
                  </a:lnTo>
                  <a:lnTo>
                    <a:pt x="12322" y="38189"/>
                  </a:lnTo>
                  <a:lnTo>
                    <a:pt x="12831" y="38698"/>
                  </a:lnTo>
                  <a:lnTo>
                    <a:pt x="13468" y="39054"/>
                  </a:lnTo>
                  <a:lnTo>
                    <a:pt x="13824" y="39181"/>
                  </a:lnTo>
                  <a:lnTo>
                    <a:pt x="14206" y="39258"/>
                  </a:lnTo>
                  <a:lnTo>
                    <a:pt x="14970" y="39258"/>
                  </a:lnTo>
                  <a:lnTo>
                    <a:pt x="15683" y="39054"/>
                  </a:lnTo>
                  <a:lnTo>
                    <a:pt x="16294" y="38698"/>
                  </a:lnTo>
                  <a:lnTo>
                    <a:pt x="16574" y="38469"/>
                  </a:lnTo>
                  <a:lnTo>
                    <a:pt x="16752" y="38749"/>
                  </a:lnTo>
                  <a:lnTo>
                    <a:pt x="17236" y="39258"/>
                  </a:lnTo>
                  <a:lnTo>
                    <a:pt x="17872" y="39614"/>
                  </a:lnTo>
                  <a:lnTo>
                    <a:pt x="18585" y="39818"/>
                  </a:lnTo>
                  <a:lnTo>
                    <a:pt x="18992" y="39843"/>
                  </a:lnTo>
                  <a:lnTo>
                    <a:pt x="19069" y="39843"/>
                  </a:lnTo>
                  <a:lnTo>
                    <a:pt x="19451" y="39818"/>
                  </a:lnTo>
                  <a:lnTo>
                    <a:pt x="20164" y="39614"/>
                  </a:lnTo>
                  <a:lnTo>
                    <a:pt x="20800" y="39258"/>
                  </a:lnTo>
                  <a:lnTo>
                    <a:pt x="21284" y="38749"/>
                  </a:lnTo>
                  <a:lnTo>
                    <a:pt x="21462" y="38443"/>
                  </a:lnTo>
                  <a:lnTo>
                    <a:pt x="21742" y="38698"/>
                  </a:lnTo>
                  <a:lnTo>
                    <a:pt x="22353" y="39054"/>
                  </a:lnTo>
                  <a:lnTo>
                    <a:pt x="23066" y="39232"/>
                  </a:lnTo>
                  <a:lnTo>
                    <a:pt x="23804" y="39232"/>
                  </a:lnTo>
                  <a:lnTo>
                    <a:pt x="24186" y="39156"/>
                  </a:lnTo>
                  <a:lnTo>
                    <a:pt x="24568" y="39029"/>
                  </a:lnTo>
                  <a:lnTo>
                    <a:pt x="25204" y="38672"/>
                  </a:lnTo>
                  <a:lnTo>
                    <a:pt x="25688" y="38163"/>
                  </a:lnTo>
                  <a:lnTo>
                    <a:pt x="26019" y="37527"/>
                  </a:lnTo>
                  <a:lnTo>
                    <a:pt x="26121" y="37196"/>
                  </a:lnTo>
                  <a:lnTo>
                    <a:pt x="26452" y="37374"/>
                  </a:lnTo>
                  <a:lnTo>
                    <a:pt x="27139" y="37552"/>
                  </a:lnTo>
                  <a:lnTo>
                    <a:pt x="27878" y="37552"/>
                  </a:lnTo>
                  <a:lnTo>
                    <a:pt x="28616" y="37374"/>
                  </a:lnTo>
                  <a:lnTo>
                    <a:pt x="28947" y="37196"/>
                  </a:lnTo>
                  <a:lnTo>
                    <a:pt x="29278" y="36966"/>
                  </a:lnTo>
                  <a:lnTo>
                    <a:pt x="29762" y="36457"/>
                  </a:lnTo>
                  <a:lnTo>
                    <a:pt x="30093" y="35846"/>
                  </a:lnTo>
                  <a:lnTo>
                    <a:pt x="30245" y="35159"/>
                  </a:lnTo>
                  <a:lnTo>
                    <a:pt x="30220" y="34828"/>
                  </a:lnTo>
                  <a:lnTo>
                    <a:pt x="30576" y="34904"/>
                  </a:lnTo>
                  <a:lnTo>
                    <a:pt x="31315" y="34904"/>
                  </a:lnTo>
                  <a:lnTo>
                    <a:pt x="32027" y="34701"/>
                  </a:lnTo>
                  <a:lnTo>
                    <a:pt x="32664" y="34344"/>
                  </a:lnTo>
                  <a:lnTo>
                    <a:pt x="32944" y="34090"/>
                  </a:lnTo>
                  <a:lnTo>
                    <a:pt x="33198" y="33810"/>
                  </a:lnTo>
                  <a:lnTo>
                    <a:pt x="33529" y="33173"/>
                  </a:lnTo>
                  <a:lnTo>
                    <a:pt x="33657" y="32511"/>
                  </a:lnTo>
                  <a:lnTo>
                    <a:pt x="33606" y="31824"/>
                  </a:lnTo>
                  <a:lnTo>
                    <a:pt x="33504" y="31493"/>
                  </a:lnTo>
                  <a:lnTo>
                    <a:pt x="33860" y="31467"/>
                  </a:lnTo>
                  <a:lnTo>
                    <a:pt x="34573" y="31289"/>
                  </a:lnTo>
                  <a:lnTo>
                    <a:pt x="35184" y="30933"/>
                  </a:lnTo>
                  <a:lnTo>
                    <a:pt x="35719" y="30424"/>
                  </a:lnTo>
                  <a:lnTo>
                    <a:pt x="35897" y="30093"/>
                  </a:lnTo>
                  <a:lnTo>
                    <a:pt x="36075" y="29762"/>
                  </a:lnTo>
                  <a:lnTo>
                    <a:pt x="36203" y="29074"/>
                  </a:lnTo>
                  <a:lnTo>
                    <a:pt x="36152" y="28387"/>
                  </a:lnTo>
                  <a:lnTo>
                    <a:pt x="35897" y="27750"/>
                  </a:lnTo>
                  <a:lnTo>
                    <a:pt x="35693" y="27445"/>
                  </a:lnTo>
                  <a:lnTo>
                    <a:pt x="36024" y="27343"/>
                  </a:lnTo>
                  <a:lnTo>
                    <a:pt x="36661" y="26987"/>
                  </a:lnTo>
                  <a:lnTo>
                    <a:pt x="37170" y="26477"/>
                  </a:lnTo>
                  <a:lnTo>
                    <a:pt x="37501" y="25841"/>
                  </a:lnTo>
                  <a:lnTo>
                    <a:pt x="37603" y="25510"/>
                  </a:lnTo>
                  <a:lnTo>
                    <a:pt x="37654" y="25128"/>
                  </a:lnTo>
                  <a:lnTo>
                    <a:pt x="37603" y="24441"/>
                  </a:lnTo>
                  <a:lnTo>
                    <a:pt x="37348" y="23804"/>
                  </a:lnTo>
                  <a:lnTo>
                    <a:pt x="36915" y="23244"/>
                  </a:lnTo>
                  <a:lnTo>
                    <a:pt x="36635" y="23041"/>
                  </a:lnTo>
                  <a:lnTo>
                    <a:pt x="36941" y="22837"/>
                  </a:lnTo>
                  <a:lnTo>
                    <a:pt x="37399" y="22379"/>
                  </a:lnTo>
                  <a:lnTo>
                    <a:pt x="37756" y="21819"/>
                  </a:lnTo>
                  <a:lnTo>
                    <a:pt x="37934" y="21182"/>
                  </a:lnTo>
                  <a:lnTo>
                    <a:pt x="37959" y="20851"/>
                  </a:lnTo>
                  <a:lnTo>
                    <a:pt x="37934" y="20520"/>
                  </a:lnTo>
                  <a:lnTo>
                    <a:pt x="37781" y="19909"/>
                  </a:lnTo>
                  <a:lnTo>
                    <a:pt x="37476" y="19374"/>
                  </a:lnTo>
                  <a:lnTo>
                    <a:pt x="37043" y="18916"/>
                  </a:lnTo>
                  <a:lnTo>
                    <a:pt x="36788" y="18738"/>
                  </a:lnTo>
                  <a:lnTo>
                    <a:pt x="37043" y="18560"/>
                  </a:lnTo>
                  <a:lnTo>
                    <a:pt x="37476" y="18076"/>
                  </a:lnTo>
                  <a:lnTo>
                    <a:pt x="37781" y="17491"/>
                  </a:lnTo>
                  <a:lnTo>
                    <a:pt x="37934" y="16854"/>
                  </a:lnTo>
                  <a:lnTo>
                    <a:pt x="37908" y="16523"/>
                  </a:lnTo>
                  <a:lnTo>
                    <a:pt x="37883" y="16141"/>
                  </a:lnTo>
                  <a:lnTo>
                    <a:pt x="37628" y="15479"/>
                  </a:lnTo>
                  <a:lnTo>
                    <a:pt x="37196" y="14919"/>
                  </a:lnTo>
                  <a:lnTo>
                    <a:pt x="36635" y="14486"/>
                  </a:lnTo>
                  <a:lnTo>
                    <a:pt x="36304" y="14334"/>
                  </a:lnTo>
                  <a:lnTo>
                    <a:pt x="36534" y="14079"/>
                  </a:lnTo>
                  <a:lnTo>
                    <a:pt x="36890" y="13468"/>
                  </a:lnTo>
                  <a:lnTo>
                    <a:pt x="37043" y="12806"/>
                  </a:lnTo>
                  <a:lnTo>
                    <a:pt x="36992" y="12093"/>
                  </a:lnTo>
                  <a:lnTo>
                    <a:pt x="36890" y="11737"/>
                  </a:lnTo>
                  <a:lnTo>
                    <a:pt x="36737" y="11406"/>
                  </a:lnTo>
                  <a:lnTo>
                    <a:pt x="36304" y="10820"/>
                  </a:lnTo>
                  <a:lnTo>
                    <a:pt x="35719" y="10388"/>
                  </a:lnTo>
                  <a:lnTo>
                    <a:pt x="35057" y="10133"/>
                  </a:lnTo>
                  <a:lnTo>
                    <a:pt x="34701" y="10057"/>
                  </a:lnTo>
                  <a:lnTo>
                    <a:pt x="34853" y="9751"/>
                  </a:lnTo>
                  <a:lnTo>
                    <a:pt x="35006" y="9089"/>
                  </a:lnTo>
                  <a:lnTo>
                    <a:pt x="34955" y="8402"/>
                  </a:lnTo>
                  <a:lnTo>
                    <a:pt x="34701" y="7740"/>
                  </a:lnTo>
                  <a:lnTo>
                    <a:pt x="34497" y="7434"/>
                  </a:lnTo>
                  <a:lnTo>
                    <a:pt x="34268" y="7129"/>
                  </a:lnTo>
                  <a:lnTo>
                    <a:pt x="33682" y="6696"/>
                  </a:lnTo>
                  <a:lnTo>
                    <a:pt x="32995" y="6416"/>
                  </a:lnTo>
                  <a:lnTo>
                    <a:pt x="32282" y="6340"/>
                  </a:lnTo>
                  <a:lnTo>
                    <a:pt x="31900" y="6365"/>
                  </a:lnTo>
                  <a:lnTo>
                    <a:pt x="31976" y="6034"/>
                  </a:lnTo>
                  <a:lnTo>
                    <a:pt x="31926" y="5347"/>
                  </a:lnTo>
                  <a:lnTo>
                    <a:pt x="31696" y="4685"/>
                  </a:lnTo>
                  <a:lnTo>
                    <a:pt x="31264" y="4099"/>
                  </a:lnTo>
                  <a:lnTo>
                    <a:pt x="30958" y="3870"/>
                  </a:lnTo>
                  <a:lnTo>
                    <a:pt x="30653" y="3641"/>
                  </a:lnTo>
                  <a:lnTo>
                    <a:pt x="29965" y="3361"/>
                  </a:lnTo>
                  <a:lnTo>
                    <a:pt x="29227" y="3285"/>
                  </a:lnTo>
                  <a:lnTo>
                    <a:pt x="28514" y="3386"/>
                  </a:lnTo>
                  <a:lnTo>
                    <a:pt x="28158" y="3514"/>
                  </a:lnTo>
                  <a:lnTo>
                    <a:pt x="28132" y="3157"/>
                  </a:lnTo>
                  <a:lnTo>
                    <a:pt x="27878" y="2521"/>
                  </a:lnTo>
                  <a:lnTo>
                    <a:pt x="27470" y="1935"/>
                  </a:lnTo>
                  <a:lnTo>
                    <a:pt x="26885" y="1502"/>
                  </a:lnTo>
                  <a:lnTo>
                    <a:pt x="26528" y="1324"/>
                  </a:lnTo>
                  <a:lnTo>
                    <a:pt x="26172" y="1197"/>
                  </a:lnTo>
                  <a:lnTo>
                    <a:pt x="25434" y="1121"/>
                  </a:lnTo>
                  <a:lnTo>
                    <a:pt x="24695" y="1222"/>
                  </a:lnTo>
                  <a:lnTo>
                    <a:pt x="24033" y="1477"/>
                  </a:lnTo>
                  <a:lnTo>
                    <a:pt x="23728" y="1706"/>
                  </a:lnTo>
                  <a:lnTo>
                    <a:pt x="23601" y="1375"/>
                  </a:lnTo>
                  <a:lnTo>
                    <a:pt x="23168" y="815"/>
                  </a:lnTo>
                  <a:lnTo>
                    <a:pt x="22608" y="382"/>
                  </a:lnTo>
                  <a:lnTo>
                    <a:pt x="21920" y="77"/>
                  </a:lnTo>
                  <a:lnTo>
                    <a:pt x="21538" y="26"/>
                  </a:lnTo>
                  <a:lnTo>
                    <a:pt x="21156" y="0"/>
                  </a:lnTo>
                  <a:lnTo>
                    <a:pt x="20393" y="102"/>
                  </a:lnTo>
                  <a:lnTo>
                    <a:pt x="19731" y="382"/>
                  </a:lnTo>
                  <a:lnTo>
                    <a:pt x="19171" y="815"/>
                  </a:lnTo>
                  <a:lnTo>
                    <a:pt x="18942" y="1095"/>
                  </a:lnTo>
                  <a:lnTo>
                    <a:pt x="18712" y="815"/>
                  </a:lnTo>
                  <a:lnTo>
                    <a:pt x="18152" y="382"/>
                  </a:lnTo>
                  <a:lnTo>
                    <a:pt x="17490" y="102"/>
                  </a:lnTo>
                  <a:lnTo>
                    <a:pt x="16727" y="0"/>
                  </a:lnTo>
                  <a:close/>
                </a:path>
              </a:pathLst>
            </a:custGeom>
            <a:solidFill>
              <a:srgbClr val="1409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43"/>
            <p:cNvSpPr/>
            <p:nvPr/>
          </p:nvSpPr>
          <p:spPr>
            <a:xfrm>
              <a:off x="4277800" y="866600"/>
              <a:ext cx="68125" cy="190975"/>
            </a:xfrm>
            <a:custGeom>
              <a:rect b="b" l="l" r="r" t="t"/>
              <a:pathLst>
                <a:path extrusionOk="0" h="7639" w="2725">
                  <a:moveTo>
                    <a:pt x="2724" y="0"/>
                  </a:moveTo>
                  <a:lnTo>
                    <a:pt x="2164" y="51"/>
                  </a:lnTo>
                  <a:lnTo>
                    <a:pt x="1197" y="459"/>
                  </a:lnTo>
                  <a:lnTo>
                    <a:pt x="459" y="1197"/>
                  </a:lnTo>
                  <a:lnTo>
                    <a:pt x="26" y="2190"/>
                  </a:lnTo>
                  <a:lnTo>
                    <a:pt x="0" y="2750"/>
                  </a:lnTo>
                  <a:lnTo>
                    <a:pt x="0" y="4914"/>
                  </a:lnTo>
                  <a:lnTo>
                    <a:pt x="26" y="5474"/>
                  </a:lnTo>
                  <a:lnTo>
                    <a:pt x="459" y="6467"/>
                  </a:lnTo>
                  <a:lnTo>
                    <a:pt x="1197" y="7205"/>
                  </a:lnTo>
                  <a:lnTo>
                    <a:pt x="2164" y="7613"/>
                  </a:lnTo>
                  <a:lnTo>
                    <a:pt x="2724" y="7638"/>
                  </a:lnTo>
                  <a:lnTo>
                    <a:pt x="2724" y="0"/>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43"/>
            <p:cNvSpPr/>
            <p:nvPr/>
          </p:nvSpPr>
          <p:spPr>
            <a:xfrm>
              <a:off x="5022475" y="866600"/>
              <a:ext cx="68125" cy="190975"/>
            </a:xfrm>
            <a:custGeom>
              <a:rect b="b" l="l" r="r" t="t"/>
              <a:pathLst>
                <a:path extrusionOk="0" h="7639" w="2725">
                  <a:moveTo>
                    <a:pt x="0" y="0"/>
                  </a:moveTo>
                  <a:lnTo>
                    <a:pt x="0" y="7638"/>
                  </a:lnTo>
                  <a:lnTo>
                    <a:pt x="560" y="7613"/>
                  </a:lnTo>
                  <a:lnTo>
                    <a:pt x="1528" y="7205"/>
                  </a:lnTo>
                  <a:lnTo>
                    <a:pt x="2266" y="6467"/>
                  </a:lnTo>
                  <a:lnTo>
                    <a:pt x="2699" y="5474"/>
                  </a:lnTo>
                  <a:lnTo>
                    <a:pt x="2724" y="4914"/>
                  </a:lnTo>
                  <a:lnTo>
                    <a:pt x="2724" y="2750"/>
                  </a:lnTo>
                  <a:lnTo>
                    <a:pt x="2699" y="2190"/>
                  </a:lnTo>
                  <a:lnTo>
                    <a:pt x="2266" y="1197"/>
                  </a:lnTo>
                  <a:lnTo>
                    <a:pt x="1528" y="459"/>
                  </a:lnTo>
                  <a:lnTo>
                    <a:pt x="560" y="51"/>
                  </a:lnTo>
                  <a:lnTo>
                    <a:pt x="0" y="0"/>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43"/>
            <p:cNvSpPr/>
            <p:nvPr/>
          </p:nvSpPr>
          <p:spPr>
            <a:xfrm>
              <a:off x="4579475" y="1254850"/>
              <a:ext cx="210075" cy="264150"/>
            </a:xfrm>
            <a:custGeom>
              <a:rect b="b" l="l" r="r" t="t"/>
              <a:pathLst>
                <a:path extrusionOk="0" h="10566" w="8403">
                  <a:moveTo>
                    <a:pt x="1" y="0"/>
                  </a:moveTo>
                  <a:lnTo>
                    <a:pt x="1" y="10566"/>
                  </a:lnTo>
                  <a:lnTo>
                    <a:pt x="8402" y="10566"/>
                  </a:lnTo>
                  <a:lnTo>
                    <a:pt x="8402" y="0"/>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43"/>
            <p:cNvSpPr/>
            <p:nvPr/>
          </p:nvSpPr>
          <p:spPr>
            <a:xfrm>
              <a:off x="4333800" y="439525"/>
              <a:ext cx="700775" cy="875800"/>
            </a:xfrm>
            <a:custGeom>
              <a:rect b="b" l="l" r="r" t="t"/>
              <a:pathLst>
                <a:path extrusionOk="0" h="35032" w="28031">
                  <a:moveTo>
                    <a:pt x="14028" y="1"/>
                  </a:moveTo>
                  <a:lnTo>
                    <a:pt x="13290" y="26"/>
                  </a:lnTo>
                  <a:lnTo>
                    <a:pt x="11890" y="153"/>
                  </a:lnTo>
                  <a:lnTo>
                    <a:pt x="10515" y="433"/>
                  </a:lnTo>
                  <a:lnTo>
                    <a:pt x="9191" y="841"/>
                  </a:lnTo>
                  <a:lnTo>
                    <a:pt x="7944" y="1375"/>
                  </a:lnTo>
                  <a:lnTo>
                    <a:pt x="6747" y="2037"/>
                  </a:lnTo>
                  <a:lnTo>
                    <a:pt x="5627" y="2776"/>
                  </a:lnTo>
                  <a:lnTo>
                    <a:pt x="4583" y="3641"/>
                  </a:lnTo>
                  <a:lnTo>
                    <a:pt x="3641" y="4583"/>
                  </a:lnTo>
                  <a:lnTo>
                    <a:pt x="2776" y="5627"/>
                  </a:lnTo>
                  <a:lnTo>
                    <a:pt x="2012" y="6747"/>
                  </a:lnTo>
                  <a:lnTo>
                    <a:pt x="1375" y="7944"/>
                  </a:lnTo>
                  <a:lnTo>
                    <a:pt x="841" y="9191"/>
                  </a:lnTo>
                  <a:lnTo>
                    <a:pt x="433" y="10515"/>
                  </a:lnTo>
                  <a:lnTo>
                    <a:pt x="153" y="11890"/>
                  </a:lnTo>
                  <a:lnTo>
                    <a:pt x="1" y="13316"/>
                  </a:lnTo>
                  <a:lnTo>
                    <a:pt x="1" y="14028"/>
                  </a:lnTo>
                  <a:lnTo>
                    <a:pt x="1" y="21004"/>
                  </a:lnTo>
                  <a:lnTo>
                    <a:pt x="1" y="21717"/>
                  </a:lnTo>
                  <a:lnTo>
                    <a:pt x="153" y="23143"/>
                  </a:lnTo>
                  <a:lnTo>
                    <a:pt x="433" y="24517"/>
                  </a:lnTo>
                  <a:lnTo>
                    <a:pt x="841" y="25841"/>
                  </a:lnTo>
                  <a:lnTo>
                    <a:pt x="1375" y="27089"/>
                  </a:lnTo>
                  <a:lnTo>
                    <a:pt x="2012" y="28285"/>
                  </a:lnTo>
                  <a:lnTo>
                    <a:pt x="2776" y="29405"/>
                  </a:lnTo>
                  <a:lnTo>
                    <a:pt x="3641" y="30449"/>
                  </a:lnTo>
                  <a:lnTo>
                    <a:pt x="4583" y="31391"/>
                  </a:lnTo>
                  <a:lnTo>
                    <a:pt x="5627" y="32257"/>
                  </a:lnTo>
                  <a:lnTo>
                    <a:pt x="6747" y="32995"/>
                  </a:lnTo>
                  <a:lnTo>
                    <a:pt x="7944" y="33657"/>
                  </a:lnTo>
                  <a:lnTo>
                    <a:pt x="9191" y="34192"/>
                  </a:lnTo>
                  <a:lnTo>
                    <a:pt x="10515" y="34599"/>
                  </a:lnTo>
                  <a:lnTo>
                    <a:pt x="11890" y="34879"/>
                  </a:lnTo>
                  <a:lnTo>
                    <a:pt x="13290" y="35006"/>
                  </a:lnTo>
                  <a:lnTo>
                    <a:pt x="14028" y="35032"/>
                  </a:lnTo>
                  <a:lnTo>
                    <a:pt x="14741" y="35006"/>
                  </a:lnTo>
                  <a:lnTo>
                    <a:pt x="16167" y="34879"/>
                  </a:lnTo>
                  <a:lnTo>
                    <a:pt x="17516" y="34599"/>
                  </a:lnTo>
                  <a:lnTo>
                    <a:pt x="18840" y="34192"/>
                  </a:lnTo>
                  <a:lnTo>
                    <a:pt x="20088" y="33657"/>
                  </a:lnTo>
                  <a:lnTo>
                    <a:pt x="21284" y="32995"/>
                  </a:lnTo>
                  <a:lnTo>
                    <a:pt x="22404" y="32257"/>
                  </a:lnTo>
                  <a:lnTo>
                    <a:pt x="23448" y="31391"/>
                  </a:lnTo>
                  <a:lnTo>
                    <a:pt x="24390" y="30449"/>
                  </a:lnTo>
                  <a:lnTo>
                    <a:pt x="25256" y="29405"/>
                  </a:lnTo>
                  <a:lnTo>
                    <a:pt x="26020" y="28285"/>
                  </a:lnTo>
                  <a:lnTo>
                    <a:pt x="26656" y="27089"/>
                  </a:lnTo>
                  <a:lnTo>
                    <a:pt x="27191" y="25841"/>
                  </a:lnTo>
                  <a:lnTo>
                    <a:pt x="27598" y="24517"/>
                  </a:lnTo>
                  <a:lnTo>
                    <a:pt x="27878" y="23143"/>
                  </a:lnTo>
                  <a:lnTo>
                    <a:pt x="28031" y="21717"/>
                  </a:lnTo>
                  <a:lnTo>
                    <a:pt x="28031" y="21004"/>
                  </a:lnTo>
                  <a:lnTo>
                    <a:pt x="28031" y="14028"/>
                  </a:lnTo>
                  <a:lnTo>
                    <a:pt x="28031" y="13316"/>
                  </a:lnTo>
                  <a:lnTo>
                    <a:pt x="27878" y="11890"/>
                  </a:lnTo>
                  <a:lnTo>
                    <a:pt x="27598" y="10515"/>
                  </a:lnTo>
                  <a:lnTo>
                    <a:pt x="27191" y="9191"/>
                  </a:lnTo>
                  <a:lnTo>
                    <a:pt x="26656" y="7944"/>
                  </a:lnTo>
                  <a:lnTo>
                    <a:pt x="26020" y="6747"/>
                  </a:lnTo>
                  <a:lnTo>
                    <a:pt x="25256" y="5627"/>
                  </a:lnTo>
                  <a:lnTo>
                    <a:pt x="24390" y="4583"/>
                  </a:lnTo>
                  <a:lnTo>
                    <a:pt x="23448" y="3641"/>
                  </a:lnTo>
                  <a:lnTo>
                    <a:pt x="22404" y="2776"/>
                  </a:lnTo>
                  <a:lnTo>
                    <a:pt x="21284" y="2037"/>
                  </a:lnTo>
                  <a:lnTo>
                    <a:pt x="20088" y="1375"/>
                  </a:lnTo>
                  <a:lnTo>
                    <a:pt x="18840" y="841"/>
                  </a:lnTo>
                  <a:lnTo>
                    <a:pt x="17516" y="433"/>
                  </a:lnTo>
                  <a:lnTo>
                    <a:pt x="16167" y="153"/>
                  </a:lnTo>
                  <a:lnTo>
                    <a:pt x="14741" y="26"/>
                  </a:lnTo>
                  <a:lnTo>
                    <a:pt x="14028" y="1"/>
                  </a:lnTo>
                  <a:close/>
                </a:path>
              </a:pathLst>
            </a:custGeom>
            <a:solidFill>
              <a:srgbClr val="6B3F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43"/>
            <p:cNvSpPr/>
            <p:nvPr/>
          </p:nvSpPr>
          <p:spPr>
            <a:xfrm>
              <a:off x="4458550" y="933425"/>
              <a:ext cx="91050" cy="90400"/>
            </a:xfrm>
            <a:custGeom>
              <a:rect b="b" l="l" r="r" t="t"/>
              <a:pathLst>
                <a:path extrusionOk="0" h="3616" w="3642">
                  <a:moveTo>
                    <a:pt x="1808" y="1"/>
                  </a:moveTo>
                  <a:lnTo>
                    <a:pt x="1452" y="26"/>
                  </a:lnTo>
                  <a:lnTo>
                    <a:pt x="790" y="281"/>
                  </a:lnTo>
                  <a:lnTo>
                    <a:pt x="306" y="790"/>
                  </a:lnTo>
                  <a:lnTo>
                    <a:pt x="26" y="1426"/>
                  </a:lnTo>
                  <a:lnTo>
                    <a:pt x="1" y="1808"/>
                  </a:lnTo>
                  <a:lnTo>
                    <a:pt x="26" y="2165"/>
                  </a:lnTo>
                  <a:lnTo>
                    <a:pt x="306" y="2827"/>
                  </a:lnTo>
                  <a:lnTo>
                    <a:pt x="790" y="3310"/>
                  </a:lnTo>
                  <a:lnTo>
                    <a:pt x="1452" y="3590"/>
                  </a:lnTo>
                  <a:lnTo>
                    <a:pt x="1808" y="3616"/>
                  </a:lnTo>
                  <a:lnTo>
                    <a:pt x="2190" y="3590"/>
                  </a:lnTo>
                  <a:lnTo>
                    <a:pt x="2826" y="3310"/>
                  </a:lnTo>
                  <a:lnTo>
                    <a:pt x="3336" y="2827"/>
                  </a:lnTo>
                  <a:lnTo>
                    <a:pt x="3616" y="2165"/>
                  </a:lnTo>
                  <a:lnTo>
                    <a:pt x="3641" y="1808"/>
                  </a:lnTo>
                  <a:lnTo>
                    <a:pt x="3616" y="1426"/>
                  </a:lnTo>
                  <a:lnTo>
                    <a:pt x="3336" y="790"/>
                  </a:lnTo>
                  <a:lnTo>
                    <a:pt x="2826" y="281"/>
                  </a:lnTo>
                  <a:lnTo>
                    <a:pt x="2190" y="26"/>
                  </a:lnTo>
                  <a:lnTo>
                    <a:pt x="1808"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43"/>
            <p:cNvSpPr/>
            <p:nvPr/>
          </p:nvSpPr>
          <p:spPr>
            <a:xfrm>
              <a:off x="4818800" y="933425"/>
              <a:ext cx="91025" cy="90400"/>
            </a:xfrm>
            <a:custGeom>
              <a:rect b="b" l="l" r="r" t="t"/>
              <a:pathLst>
                <a:path extrusionOk="0" h="3616" w="3641">
                  <a:moveTo>
                    <a:pt x="1833" y="1"/>
                  </a:moveTo>
                  <a:lnTo>
                    <a:pt x="1451" y="26"/>
                  </a:lnTo>
                  <a:lnTo>
                    <a:pt x="815" y="281"/>
                  </a:lnTo>
                  <a:lnTo>
                    <a:pt x="306" y="790"/>
                  </a:lnTo>
                  <a:lnTo>
                    <a:pt x="26" y="1426"/>
                  </a:lnTo>
                  <a:lnTo>
                    <a:pt x="0" y="1808"/>
                  </a:lnTo>
                  <a:lnTo>
                    <a:pt x="26" y="2165"/>
                  </a:lnTo>
                  <a:lnTo>
                    <a:pt x="306" y="2827"/>
                  </a:lnTo>
                  <a:lnTo>
                    <a:pt x="815" y="3310"/>
                  </a:lnTo>
                  <a:lnTo>
                    <a:pt x="1451" y="3590"/>
                  </a:lnTo>
                  <a:lnTo>
                    <a:pt x="1833" y="3616"/>
                  </a:lnTo>
                  <a:lnTo>
                    <a:pt x="2190" y="3590"/>
                  </a:lnTo>
                  <a:lnTo>
                    <a:pt x="2852" y="3310"/>
                  </a:lnTo>
                  <a:lnTo>
                    <a:pt x="3335" y="2827"/>
                  </a:lnTo>
                  <a:lnTo>
                    <a:pt x="3615" y="2165"/>
                  </a:lnTo>
                  <a:lnTo>
                    <a:pt x="3641" y="1808"/>
                  </a:lnTo>
                  <a:lnTo>
                    <a:pt x="3615" y="1426"/>
                  </a:lnTo>
                  <a:lnTo>
                    <a:pt x="3335" y="790"/>
                  </a:lnTo>
                  <a:lnTo>
                    <a:pt x="2852" y="281"/>
                  </a:lnTo>
                  <a:lnTo>
                    <a:pt x="2190" y="26"/>
                  </a:lnTo>
                  <a:lnTo>
                    <a:pt x="1833" y="1"/>
                  </a:lnTo>
                  <a:close/>
                </a:path>
              </a:pathLst>
            </a:custGeom>
            <a:solidFill>
              <a:srgbClr val="25151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43"/>
            <p:cNvSpPr/>
            <p:nvPr/>
          </p:nvSpPr>
          <p:spPr>
            <a:xfrm>
              <a:off x="4163225" y="1359225"/>
              <a:ext cx="1041925" cy="210050"/>
            </a:xfrm>
            <a:custGeom>
              <a:rect b="b" l="l" r="r" t="t"/>
              <a:pathLst>
                <a:path extrusionOk="0" h="8402" w="41677">
                  <a:moveTo>
                    <a:pt x="16625" y="1"/>
                  </a:moveTo>
                  <a:lnTo>
                    <a:pt x="12297" y="153"/>
                  </a:lnTo>
                  <a:lnTo>
                    <a:pt x="11177" y="179"/>
                  </a:lnTo>
                  <a:lnTo>
                    <a:pt x="9115" y="484"/>
                  </a:lnTo>
                  <a:lnTo>
                    <a:pt x="7307" y="1070"/>
                  </a:lnTo>
                  <a:lnTo>
                    <a:pt x="5678" y="1910"/>
                  </a:lnTo>
                  <a:lnTo>
                    <a:pt x="4227" y="2979"/>
                  </a:lnTo>
                  <a:lnTo>
                    <a:pt x="2903" y="4303"/>
                  </a:lnTo>
                  <a:lnTo>
                    <a:pt x="1681" y="5805"/>
                  </a:lnTo>
                  <a:lnTo>
                    <a:pt x="535" y="7485"/>
                  </a:lnTo>
                  <a:lnTo>
                    <a:pt x="1" y="8402"/>
                  </a:lnTo>
                  <a:lnTo>
                    <a:pt x="41677" y="8402"/>
                  </a:lnTo>
                  <a:lnTo>
                    <a:pt x="41142" y="7485"/>
                  </a:lnTo>
                  <a:lnTo>
                    <a:pt x="39996" y="5805"/>
                  </a:lnTo>
                  <a:lnTo>
                    <a:pt x="38774" y="4303"/>
                  </a:lnTo>
                  <a:lnTo>
                    <a:pt x="37451" y="2979"/>
                  </a:lnTo>
                  <a:lnTo>
                    <a:pt x="35999" y="1910"/>
                  </a:lnTo>
                  <a:lnTo>
                    <a:pt x="34370" y="1070"/>
                  </a:lnTo>
                  <a:lnTo>
                    <a:pt x="32563" y="484"/>
                  </a:lnTo>
                  <a:lnTo>
                    <a:pt x="30500" y="179"/>
                  </a:lnTo>
                  <a:lnTo>
                    <a:pt x="29380" y="153"/>
                  </a:lnTo>
                  <a:lnTo>
                    <a:pt x="25052" y="1"/>
                  </a:lnTo>
                  <a:lnTo>
                    <a:pt x="25027" y="433"/>
                  </a:lnTo>
                  <a:lnTo>
                    <a:pt x="24874" y="1248"/>
                  </a:lnTo>
                  <a:lnTo>
                    <a:pt x="24543" y="2012"/>
                  </a:lnTo>
                  <a:lnTo>
                    <a:pt x="24085" y="2674"/>
                  </a:lnTo>
                  <a:lnTo>
                    <a:pt x="23525" y="3259"/>
                  </a:lnTo>
                  <a:lnTo>
                    <a:pt x="22863" y="3692"/>
                  </a:lnTo>
                  <a:lnTo>
                    <a:pt x="22099" y="4023"/>
                  </a:lnTo>
                  <a:lnTo>
                    <a:pt x="21284" y="4201"/>
                  </a:lnTo>
                  <a:lnTo>
                    <a:pt x="20419" y="4201"/>
                  </a:lnTo>
                  <a:lnTo>
                    <a:pt x="19579" y="4023"/>
                  </a:lnTo>
                  <a:lnTo>
                    <a:pt x="18840" y="3692"/>
                  </a:lnTo>
                  <a:lnTo>
                    <a:pt x="18153" y="3259"/>
                  </a:lnTo>
                  <a:lnTo>
                    <a:pt x="17593" y="2674"/>
                  </a:lnTo>
                  <a:lnTo>
                    <a:pt x="17134" y="2012"/>
                  </a:lnTo>
                  <a:lnTo>
                    <a:pt x="16803" y="1248"/>
                  </a:lnTo>
                  <a:lnTo>
                    <a:pt x="16651" y="433"/>
                  </a:lnTo>
                  <a:lnTo>
                    <a:pt x="16625" y="1"/>
                  </a:lnTo>
                  <a:close/>
                </a:path>
              </a:pathLst>
            </a:custGeom>
            <a:solidFill>
              <a:srgbClr val="4679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43"/>
            <p:cNvSpPr/>
            <p:nvPr/>
          </p:nvSpPr>
          <p:spPr>
            <a:xfrm>
              <a:off x="4540025" y="1359225"/>
              <a:ext cx="288350" cy="148950"/>
            </a:xfrm>
            <a:custGeom>
              <a:rect b="b" l="l" r="r" t="t"/>
              <a:pathLst>
                <a:path extrusionOk="0" h="5958" w="11534">
                  <a:moveTo>
                    <a:pt x="1553" y="1"/>
                  </a:moveTo>
                  <a:lnTo>
                    <a:pt x="0" y="51"/>
                  </a:lnTo>
                  <a:lnTo>
                    <a:pt x="0" y="128"/>
                  </a:lnTo>
                  <a:lnTo>
                    <a:pt x="0" y="179"/>
                  </a:lnTo>
                  <a:lnTo>
                    <a:pt x="0" y="790"/>
                  </a:lnTo>
                  <a:lnTo>
                    <a:pt x="255" y="1910"/>
                  </a:lnTo>
                  <a:lnTo>
                    <a:pt x="688" y="2954"/>
                  </a:lnTo>
                  <a:lnTo>
                    <a:pt x="1299" y="3870"/>
                  </a:lnTo>
                  <a:lnTo>
                    <a:pt x="2088" y="4659"/>
                  </a:lnTo>
                  <a:lnTo>
                    <a:pt x="3004" y="5270"/>
                  </a:lnTo>
                  <a:lnTo>
                    <a:pt x="4048" y="5703"/>
                  </a:lnTo>
                  <a:lnTo>
                    <a:pt x="5168" y="5958"/>
                  </a:lnTo>
                  <a:lnTo>
                    <a:pt x="6365" y="5958"/>
                  </a:lnTo>
                  <a:lnTo>
                    <a:pt x="7485" y="5703"/>
                  </a:lnTo>
                  <a:lnTo>
                    <a:pt x="8529" y="5270"/>
                  </a:lnTo>
                  <a:lnTo>
                    <a:pt x="9446" y="4659"/>
                  </a:lnTo>
                  <a:lnTo>
                    <a:pt x="10235" y="3870"/>
                  </a:lnTo>
                  <a:lnTo>
                    <a:pt x="10846" y="2954"/>
                  </a:lnTo>
                  <a:lnTo>
                    <a:pt x="11304" y="1910"/>
                  </a:lnTo>
                  <a:lnTo>
                    <a:pt x="11533" y="790"/>
                  </a:lnTo>
                  <a:lnTo>
                    <a:pt x="11533" y="179"/>
                  </a:lnTo>
                  <a:lnTo>
                    <a:pt x="11533" y="128"/>
                  </a:lnTo>
                  <a:lnTo>
                    <a:pt x="11533" y="51"/>
                  </a:lnTo>
                  <a:lnTo>
                    <a:pt x="9980" y="1"/>
                  </a:lnTo>
                  <a:lnTo>
                    <a:pt x="9955" y="433"/>
                  </a:lnTo>
                  <a:lnTo>
                    <a:pt x="9802" y="1248"/>
                  </a:lnTo>
                  <a:lnTo>
                    <a:pt x="9471" y="2012"/>
                  </a:lnTo>
                  <a:lnTo>
                    <a:pt x="9013" y="2674"/>
                  </a:lnTo>
                  <a:lnTo>
                    <a:pt x="8453" y="3259"/>
                  </a:lnTo>
                  <a:lnTo>
                    <a:pt x="7791" y="3692"/>
                  </a:lnTo>
                  <a:lnTo>
                    <a:pt x="7027" y="4023"/>
                  </a:lnTo>
                  <a:lnTo>
                    <a:pt x="6212" y="4201"/>
                  </a:lnTo>
                  <a:lnTo>
                    <a:pt x="5347" y="4201"/>
                  </a:lnTo>
                  <a:lnTo>
                    <a:pt x="4507" y="4023"/>
                  </a:lnTo>
                  <a:lnTo>
                    <a:pt x="3768" y="3692"/>
                  </a:lnTo>
                  <a:lnTo>
                    <a:pt x="3081" y="3259"/>
                  </a:lnTo>
                  <a:lnTo>
                    <a:pt x="2521" y="2674"/>
                  </a:lnTo>
                  <a:lnTo>
                    <a:pt x="2062" y="2012"/>
                  </a:lnTo>
                  <a:lnTo>
                    <a:pt x="1731" y="1248"/>
                  </a:lnTo>
                  <a:lnTo>
                    <a:pt x="1579" y="433"/>
                  </a:lnTo>
                  <a:lnTo>
                    <a:pt x="1553" y="1"/>
                  </a:lnTo>
                  <a:close/>
                </a:path>
              </a:pathLst>
            </a:custGeom>
            <a:solidFill>
              <a:srgbClr val="6CAE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43"/>
            <p:cNvSpPr/>
            <p:nvPr/>
          </p:nvSpPr>
          <p:spPr>
            <a:xfrm>
              <a:off x="4632300" y="974800"/>
              <a:ext cx="99950" cy="119675"/>
            </a:xfrm>
            <a:custGeom>
              <a:rect b="b" l="l" r="r" t="t"/>
              <a:pathLst>
                <a:path extrusionOk="0" h="4787" w="3998">
                  <a:moveTo>
                    <a:pt x="1885" y="0"/>
                  </a:moveTo>
                  <a:lnTo>
                    <a:pt x="1656" y="306"/>
                  </a:lnTo>
                  <a:lnTo>
                    <a:pt x="1579" y="586"/>
                  </a:lnTo>
                  <a:lnTo>
                    <a:pt x="26" y="4252"/>
                  </a:lnTo>
                  <a:lnTo>
                    <a:pt x="1" y="4303"/>
                  </a:lnTo>
                  <a:lnTo>
                    <a:pt x="1" y="4354"/>
                  </a:lnTo>
                  <a:lnTo>
                    <a:pt x="485" y="4558"/>
                  </a:lnTo>
                  <a:lnTo>
                    <a:pt x="1503" y="4787"/>
                  </a:lnTo>
                  <a:lnTo>
                    <a:pt x="2521" y="4787"/>
                  </a:lnTo>
                  <a:lnTo>
                    <a:pt x="3514" y="4558"/>
                  </a:lnTo>
                  <a:lnTo>
                    <a:pt x="3998" y="4354"/>
                  </a:lnTo>
                  <a:lnTo>
                    <a:pt x="3998" y="4303"/>
                  </a:lnTo>
                  <a:lnTo>
                    <a:pt x="3998" y="4252"/>
                  </a:lnTo>
                  <a:lnTo>
                    <a:pt x="2445" y="586"/>
                  </a:lnTo>
                  <a:lnTo>
                    <a:pt x="2343" y="306"/>
                  </a:lnTo>
                  <a:lnTo>
                    <a:pt x="2114" y="0"/>
                  </a:lnTo>
                  <a:close/>
                </a:path>
              </a:pathLst>
            </a:custGeom>
            <a:solidFill>
              <a:srgbClr val="8255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43"/>
            <p:cNvSpPr/>
            <p:nvPr/>
          </p:nvSpPr>
          <p:spPr>
            <a:xfrm>
              <a:off x="4632300" y="1083625"/>
              <a:ext cx="99950" cy="37575"/>
            </a:xfrm>
            <a:custGeom>
              <a:rect b="b" l="l" r="r" t="t"/>
              <a:pathLst>
                <a:path extrusionOk="0" h="1503" w="3998">
                  <a:moveTo>
                    <a:pt x="1" y="1"/>
                  </a:moveTo>
                  <a:lnTo>
                    <a:pt x="1" y="306"/>
                  </a:lnTo>
                  <a:lnTo>
                    <a:pt x="357" y="841"/>
                  </a:lnTo>
                  <a:lnTo>
                    <a:pt x="917" y="1248"/>
                  </a:lnTo>
                  <a:lnTo>
                    <a:pt x="1579" y="1477"/>
                  </a:lnTo>
                  <a:lnTo>
                    <a:pt x="1834" y="1503"/>
                  </a:lnTo>
                  <a:lnTo>
                    <a:pt x="2165" y="1503"/>
                  </a:lnTo>
                  <a:lnTo>
                    <a:pt x="2445" y="1477"/>
                  </a:lnTo>
                  <a:lnTo>
                    <a:pt x="3081" y="1248"/>
                  </a:lnTo>
                  <a:lnTo>
                    <a:pt x="3667" y="841"/>
                  </a:lnTo>
                  <a:lnTo>
                    <a:pt x="3998" y="306"/>
                  </a:lnTo>
                  <a:lnTo>
                    <a:pt x="3998" y="1"/>
                  </a:lnTo>
                  <a:lnTo>
                    <a:pt x="3514" y="205"/>
                  </a:lnTo>
                  <a:lnTo>
                    <a:pt x="2521" y="434"/>
                  </a:lnTo>
                  <a:lnTo>
                    <a:pt x="1503" y="434"/>
                  </a:lnTo>
                  <a:lnTo>
                    <a:pt x="485" y="205"/>
                  </a:lnTo>
                  <a:lnTo>
                    <a:pt x="1" y="1"/>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43"/>
            <p:cNvSpPr/>
            <p:nvPr/>
          </p:nvSpPr>
          <p:spPr>
            <a:xfrm>
              <a:off x="4477650" y="949350"/>
              <a:ext cx="26125" cy="26100"/>
            </a:xfrm>
            <a:custGeom>
              <a:rect b="b" l="l" r="r" t="t"/>
              <a:pathLst>
                <a:path extrusionOk="0" h="1044" w="1045">
                  <a:moveTo>
                    <a:pt x="510" y="0"/>
                  </a:moveTo>
                  <a:lnTo>
                    <a:pt x="306" y="26"/>
                  </a:lnTo>
                  <a:lnTo>
                    <a:pt x="26" y="306"/>
                  </a:lnTo>
                  <a:lnTo>
                    <a:pt x="0" y="509"/>
                  </a:lnTo>
                  <a:lnTo>
                    <a:pt x="26" y="738"/>
                  </a:lnTo>
                  <a:lnTo>
                    <a:pt x="306" y="1018"/>
                  </a:lnTo>
                  <a:lnTo>
                    <a:pt x="510" y="1044"/>
                  </a:lnTo>
                  <a:lnTo>
                    <a:pt x="739" y="1018"/>
                  </a:lnTo>
                  <a:lnTo>
                    <a:pt x="1019" y="738"/>
                  </a:lnTo>
                  <a:lnTo>
                    <a:pt x="1044" y="509"/>
                  </a:lnTo>
                  <a:lnTo>
                    <a:pt x="1019" y="306"/>
                  </a:lnTo>
                  <a:lnTo>
                    <a:pt x="739" y="26"/>
                  </a:lnTo>
                  <a:lnTo>
                    <a:pt x="51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43"/>
            <p:cNvSpPr/>
            <p:nvPr/>
          </p:nvSpPr>
          <p:spPr>
            <a:xfrm>
              <a:off x="4837900" y="949350"/>
              <a:ext cx="26750" cy="26100"/>
            </a:xfrm>
            <a:custGeom>
              <a:rect b="b" l="l" r="r" t="t"/>
              <a:pathLst>
                <a:path extrusionOk="0" h="1044" w="1070">
                  <a:moveTo>
                    <a:pt x="535" y="0"/>
                  </a:moveTo>
                  <a:lnTo>
                    <a:pt x="331" y="26"/>
                  </a:lnTo>
                  <a:lnTo>
                    <a:pt x="25" y="306"/>
                  </a:lnTo>
                  <a:lnTo>
                    <a:pt x="0" y="509"/>
                  </a:lnTo>
                  <a:lnTo>
                    <a:pt x="25" y="738"/>
                  </a:lnTo>
                  <a:lnTo>
                    <a:pt x="331" y="1018"/>
                  </a:lnTo>
                  <a:lnTo>
                    <a:pt x="535" y="1044"/>
                  </a:lnTo>
                  <a:lnTo>
                    <a:pt x="738" y="1018"/>
                  </a:lnTo>
                  <a:lnTo>
                    <a:pt x="1044" y="738"/>
                  </a:lnTo>
                  <a:lnTo>
                    <a:pt x="1069" y="509"/>
                  </a:lnTo>
                  <a:lnTo>
                    <a:pt x="1044" y="306"/>
                  </a:lnTo>
                  <a:lnTo>
                    <a:pt x="738"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43"/>
            <p:cNvSpPr/>
            <p:nvPr/>
          </p:nvSpPr>
          <p:spPr>
            <a:xfrm>
              <a:off x="4431175" y="1037175"/>
              <a:ext cx="145775" cy="68750"/>
            </a:xfrm>
            <a:custGeom>
              <a:rect b="b" l="l" r="r" t="t"/>
              <a:pathLst>
                <a:path extrusionOk="0" h="2750" w="5831">
                  <a:moveTo>
                    <a:pt x="1350" y="0"/>
                  </a:moveTo>
                  <a:lnTo>
                    <a:pt x="1096" y="26"/>
                  </a:lnTo>
                  <a:lnTo>
                    <a:pt x="586" y="229"/>
                  </a:lnTo>
                  <a:lnTo>
                    <a:pt x="230" y="611"/>
                  </a:lnTo>
                  <a:lnTo>
                    <a:pt x="1" y="1095"/>
                  </a:lnTo>
                  <a:lnTo>
                    <a:pt x="1" y="1375"/>
                  </a:lnTo>
                  <a:lnTo>
                    <a:pt x="1" y="1655"/>
                  </a:lnTo>
                  <a:lnTo>
                    <a:pt x="230" y="2164"/>
                  </a:lnTo>
                  <a:lnTo>
                    <a:pt x="586" y="2521"/>
                  </a:lnTo>
                  <a:lnTo>
                    <a:pt x="1096" y="2750"/>
                  </a:lnTo>
                  <a:lnTo>
                    <a:pt x="4736" y="2750"/>
                  </a:lnTo>
                  <a:lnTo>
                    <a:pt x="5220" y="2521"/>
                  </a:lnTo>
                  <a:lnTo>
                    <a:pt x="5602" y="2164"/>
                  </a:lnTo>
                  <a:lnTo>
                    <a:pt x="5805" y="1655"/>
                  </a:lnTo>
                  <a:lnTo>
                    <a:pt x="5831" y="1375"/>
                  </a:lnTo>
                  <a:lnTo>
                    <a:pt x="5805" y="1095"/>
                  </a:lnTo>
                  <a:lnTo>
                    <a:pt x="5602" y="611"/>
                  </a:lnTo>
                  <a:lnTo>
                    <a:pt x="5220" y="229"/>
                  </a:lnTo>
                  <a:lnTo>
                    <a:pt x="4736" y="26"/>
                  </a:lnTo>
                  <a:lnTo>
                    <a:pt x="4456" y="0"/>
                  </a:lnTo>
                  <a:close/>
                </a:path>
              </a:pathLst>
            </a:custGeom>
            <a:solidFill>
              <a:srgbClr val="6E24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43"/>
            <p:cNvSpPr/>
            <p:nvPr/>
          </p:nvSpPr>
          <p:spPr>
            <a:xfrm>
              <a:off x="4791425" y="1037175"/>
              <a:ext cx="146425" cy="68750"/>
            </a:xfrm>
            <a:custGeom>
              <a:rect b="b" l="l" r="r" t="t"/>
              <a:pathLst>
                <a:path extrusionOk="0" h="2750" w="5857">
                  <a:moveTo>
                    <a:pt x="1375" y="0"/>
                  </a:moveTo>
                  <a:lnTo>
                    <a:pt x="1095" y="26"/>
                  </a:lnTo>
                  <a:lnTo>
                    <a:pt x="612" y="229"/>
                  </a:lnTo>
                  <a:lnTo>
                    <a:pt x="230" y="611"/>
                  </a:lnTo>
                  <a:lnTo>
                    <a:pt x="26" y="1095"/>
                  </a:lnTo>
                  <a:lnTo>
                    <a:pt x="1" y="1375"/>
                  </a:lnTo>
                  <a:lnTo>
                    <a:pt x="26" y="1655"/>
                  </a:lnTo>
                  <a:lnTo>
                    <a:pt x="230" y="2164"/>
                  </a:lnTo>
                  <a:lnTo>
                    <a:pt x="612" y="2521"/>
                  </a:lnTo>
                  <a:lnTo>
                    <a:pt x="1095" y="2750"/>
                  </a:lnTo>
                  <a:lnTo>
                    <a:pt x="4761" y="2750"/>
                  </a:lnTo>
                  <a:lnTo>
                    <a:pt x="5245" y="2521"/>
                  </a:lnTo>
                  <a:lnTo>
                    <a:pt x="5627" y="2164"/>
                  </a:lnTo>
                  <a:lnTo>
                    <a:pt x="5831" y="1655"/>
                  </a:lnTo>
                  <a:lnTo>
                    <a:pt x="5856" y="1375"/>
                  </a:lnTo>
                  <a:lnTo>
                    <a:pt x="5831" y="1095"/>
                  </a:lnTo>
                  <a:lnTo>
                    <a:pt x="5627" y="611"/>
                  </a:lnTo>
                  <a:lnTo>
                    <a:pt x="5245" y="229"/>
                  </a:lnTo>
                  <a:lnTo>
                    <a:pt x="4761" y="26"/>
                  </a:lnTo>
                  <a:lnTo>
                    <a:pt x="4481" y="0"/>
                  </a:lnTo>
                  <a:close/>
                </a:path>
              </a:pathLst>
            </a:custGeom>
            <a:solidFill>
              <a:srgbClr val="6E243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43"/>
            <p:cNvSpPr/>
            <p:nvPr/>
          </p:nvSpPr>
          <p:spPr>
            <a:xfrm>
              <a:off x="4448375" y="857050"/>
              <a:ext cx="110775" cy="21675"/>
            </a:xfrm>
            <a:custGeom>
              <a:rect b="b" l="l" r="r" t="t"/>
              <a:pathLst>
                <a:path extrusionOk="0" fill="none" h="867" w="4431">
                  <a:moveTo>
                    <a:pt x="4430" y="866"/>
                  </a:moveTo>
                  <a:lnTo>
                    <a:pt x="4201" y="662"/>
                  </a:lnTo>
                  <a:lnTo>
                    <a:pt x="3666" y="306"/>
                  </a:lnTo>
                  <a:lnTo>
                    <a:pt x="2826" y="1"/>
                  </a:lnTo>
                  <a:lnTo>
                    <a:pt x="1630" y="1"/>
                  </a:lnTo>
                  <a:lnTo>
                    <a:pt x="764" y="306"/>
                  </a:lnTo>
                  <a:lnTo>
                    <a:pt x="255" y="662"/>
                  </a:lnTo>
                  <a:lnTo>
                    <a:pt x="0" y="866"/>
                  </a:lnTo>
                </a:path>
              </a:pathLst>
            </a:custGeom>
            <a:noFill/>
            <a:ln cap="rnd" cmpd="sng" w="21000">
              <a:solidFill>
                <a:srgbClr val="14090B"/>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43"/>
            <p:cNvSpPr/>
            <p:nvPr/>
          </p:nvSpPr>
          <p:spPr>
            <a:xfrm>
              <a:off x="4809250" y="857050"/>
              <a:ext cx="110775" cy="21675"/>
            </a:xfrm>
            <a:custGeom>
              <a:rect b="b" l="l" r="r" t="t"/>
              <a:pathLst>
                <a:path extrusionOk="0" fill="none" h="867" w="4431">
                  <a:moveTo>
                    <a:pt x="4430" y="866"/>
                  </a:moveTo>
                  <a:lnTo>
                    <a:pt x="4176" y="662"/>
                  </a:lnTo>
                  <a:lnTo>
                    <a:pt x="3666" y="306"/>
                  </a:lnTo>
                  <a:lnTo>
                    <a:pt x="2801" y="1"/>
                  </a:lnTo>
                  <a:lnTo>
                    <a:pt x="1604" y="1"/>
                  </a:lnTo>
                  <a:lnTo>
                    <a:pt x="764" y="306"/>
                  </a:lnTo>
                  <a:lnTo>
                    <a:pt x="230" y="662"/>
                  </a:lnTo>
                  <a:lnTo>
                    <a:pt x="0" y="866"/>
                  </a:lnTo>
                </a:path>
              </a:pathLst>
            </a:custGeom>
            <a:noFill/>
            <a:ln cap="rnd" cmpd="sng" w="21000">
              <a:solidFill>
                <a:srgbClr val="14090B"/>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43"/>
            <p:cNvSpPr/>
            <p:nvPr/>
          </p:nvSpPr>
          <p:spPr>
            <a:xfrm>
              <a:off x="4622125" y="1161925"/>
              <a:ext cx="124125" cy="35650"/>
            </a:xfrm>
            <a:custGeom>
              <a:rect b="b" l="l" r="r" t="t"/>
              <a:pathLst>
                <a:path extrusionOk="0" fill="none" h="1426" w="4965">
                  <a:moveTo>
                    <a:pt x="0" y="0"/>
                  </a:moveTo>
                  <a:lnTo>
                    <a:pt x="153" y="306"/>
                  </a:lnTo>
                  <a:lnTo>
                    <a:pt x="637" y="815"/>
                  </a:lnTo>
                  <a:lnTo>
                    <a:pt x="1273" y="1197"/>
                  </a:lnTo>
                  <a:lnTo>
                    <a:pt x="2063" y="1426"/>
                  </a:lnTo>
                  <a:lnTo>
                    <a:pt x="2495" y="1426"/>
                  </a:lnTo>
                  <a:lnTo>
                    <a:pt x="2903" y="1426"/>
                  </a:lnTo>
                  <a:lnTo>
                    <a:pt x="3692" y="1222"/>
                  </a:lnTo>
                  <a:lnTo>
                    <a:pt x="4328" y="840"/>
                  </a:lnTo>
                  <a:lnTo>
                    <a:pt x="4812" y="331"/>
                  </a:lnTo>
                  <a:lnTo>
                    <a:pt x="4965" y="26"/>
                  </a:lnTo>
                </a:path>
              </a:pathLst>
            </a:custGeom>
            <a:noFill/>
            <a:ln cap="rnd" cmpd="sng" w="21000">
              <a:solidFill>
                <a:srgbClr val="5A1016"/>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43"/>
            <p:cNvSpPr/>
            <p:nvPr/>
          </p:nvSpPr>
          <p:spPr>
            <a:xfrm>
              <a:off x="4258075" y="405800"/>
              <a:ext cx="852250" cy="528300"/>
            </a:xfrm>
            <a:custGeom>
              <a:rect b="b" l="l" r="r" t="t"/>
              <a:pathLst>
                <a:path extrusionOk="0" h="21132" w="34090">
                  <a:moveTo>
                    <a:pt x="17185" y="0"/>
                  </a:moveTo>
                  <a:lnTo>
                    <a:pt x="16370" y="51"/>
                  </a:lnTo>
                  <a:lnTo>
                    <a:pt x="14741" y="153"/>
                  </a:lnTo>
                  <a:lnTo>
                    <a:pt x="11864" y="739"/>
                  </a:lnTo>
                  <a:lnTo>
                    <a:pt x="9369" y="1681"/>
                  </a:lnTo>
                  <a:lnTo>
                    <a:pt x="7256" y="2928"/>
                  </a:lnTo>
                  <a:lnTo>
                    <a:pt x="5499" y="4430"/>
                  </a:lnTo>
                  <a:lnTo>
                    <a:pt x="4023" y="6110"/>
                  </a:lnTo>
                  <a:lnTo>
                    <a:pt x="2851" y="7943"/>
                  </a:lnTo>
                  <a:lnTo>
                    <a:pt x="1935" y="9827"/>
                  </a:lnTo>
                  <a:lnTo>
                    <a:pt x="1222" y="11762"/>
                  </a:lnTo>
                  <a:lnTo>
                    <a:pt x="738" y="13621"/>
                  </a:lnTo>
                  <a:lnTo>
                    <a:pt x="255" y="16268"/>
                  </a:lnTo>
                  <a:lnTo>
                    <a:pt x="0" y="20291"/>
                  </a:lnTo>
                  <a:lnTo>
                    <a:pt x="51" y="20902"/>
                  </a:lnTo>
                  <a:lnTo>
                    <a:pt x="407" y="20978"/>
                  </a:lnTo>
                  <a:lnTo>
                    <a:pt x="1171" y="20978"/>
                  </a:lnTo>
                  <a:lnTo>
                    <a:pt x="1909" y="20826"/>
                  </a:lnTo>
                  <a:lnTo>
                    <a:pt x="2622" y="20520"/>
                  </a:lnTo>
                  <a:lnTo>
                    <a:pt x="3259" y="20087"/>
                  </a:lnTo>
                  <a:lnTo>
                    <a:pt x="3768" y="19502"/>
                  </a:lnTo>
                  <a:lnTo>
                    <a:pt x="4175" y="18814"/>
                  </a:lnTo>
                  <a:lnTo>
                    <a:pt x="4379" y="18000"/>
                  </a:lnTo>
                  <a:lnTo>
                    <a:pt x="4379" y="17541"/>
                  </a:lnTo>
                  <a:lnTo>
                    <a:pt x="4812" y="17363"/>
                  </a:lnTo>
                  <a:lnTo>
                    <a:pt x="5499" y="16727"/>
                  </a:lnTo>
                  <a:lnTo>
                    <a:pt x="5703" y="16294"/>
                  </a:lnTo>
                  <a:lnTo>
                    <a:pt x="5830" y="15810"/>
                  </a:lnTo>
                  <a:lnTo>
                    <a:pt x="5728" y="14868"/>
                  </a:lnTo>
                  <a:lnTo>
                    <a:pt x="5525" y="14461"/>
                  </a:lnTo>
                  <a:lnTo>
                    <a:pt x="5983" y="14435"/>
                  </a:lnTo>
                  <a:lnTo>
                    <a:pt x="6848" y="14028"/>
                  </a:lnTo>
                  <a:lnTo>
                    <a:pt x="7205" y="13672"/>
                  </a:lnTo>
                  <a:lnTo>
                    <a:pt x="7485" y="13264"/>
                  </a:lnTo>
                  <a:lnTo>
                    <a:pt x="7689" y="12297"/>
                  </a:lnTo>
                  <a:lnTo>
                    <a:pt x="7612" y="11839"/>
                  </a:lnTo>
                  <a:lnTo>
                    <a:pt x="8070" y="11940"/>
                  </a:lnTo>
                  <a:lnTo>
                    <a:pt x="9038" y="11813"/>
                  </a:lnTo>
                  <a:lnTo>
                    <a:pt x="9496" y="11559"/>
                  </a:lnTo>
                  <a:lnTo>
                    <a:pt x="9700" y="11406"/>
                  </a:lnTo>
                  <a:lnTo>
                    <a:pt x="10031" y="11024"/>
                  </a:lnTo>
                  <a:lnTo>
                    <a:pt x="10362" y="10362"/>
                  </a:lnTo>
                  <a:lnTo>
                    <a:pt x="10413" y="9878"/>
                  </a:lnTo>
                  <a:lnTo>
                    <a:pt x="10820" y="10133"/>
                  </a:lnTo>
                  <a:lnTo>
                    <a:pt x="11558" y="10235"/>
                  </a:lnTo>
                  <a:lnTo>
                    <a:pt x="12068" y="10184"/>
                  </a:lnTo>
                  <a:lnTo>
                    <a:pt x="12322" y="10107"/>
                  </a:lnTo>
                  <a:lnTo>
                    <a:pt x="12551" y="10006"/>
                  </a:lnTo>
                  <a:lnTo>
                    <a:pt x="12984" y="9725"/>
                  </a:lnTo>
                  <a:lnTo>
                    <a:pt x="13468" y="9165"/>
                  </a:lnTo>
                  <a:lnTo>
                    <a:pt x="13621" y="8707"/>
                  </a:lnTo>
                  <a:lnTo>
                    <a:pt x="13977" y="9038"/>
                  </a:lnTo>
                  <a:lnTo>
                    <a:pt x="14664" y="9318"/>
                  </a:lnTo>
                  <a:lnTo>
                    <a:pt x="15173" y="9395"/>
                  </a:lnTo>
                  <a:lnTo>
                    <a:pt x="15454" y="9369"/>
                  </a:lnTo>
                  <a:lnTo>
                    <a:pt x="15708" y="9344"/>
                  </a:lnTo>
                  <a:lnTo>
                    <a:pt x="16192" y="9165"/>
                  </a:lnTo>
                  <a:lnTo>
                    <a:pt x="16777" y="8707"/>
                  </a:lnTo>
                  <a:lnTo>
                    <a:pt x="17057" y="8300"/>
                  </a:lnTo>
                  <a:lnTo>
                    <a:pt x="17337" y="8707"/>
                  </a:lnTo>
                  <a:lnTo>
                    <a:pt x="17949" y="9165"/>
                  </a:lnTo>
                  <a:lnTo>
                    <a:pt x="18432" y="9344"/>
                  </a:lnTo>
                  <a:lnTo>
                    <a:pt x="18687" y="9369"/>
                  </a:lnTo>
                  <a:lnTo>
                    <a:pt x="18941" y="9395"/>
                  </a:lnTo>
                  <a:lnTo>
                    <a:pt x="19451" y="9318"/>
                  </a:lnTo>
                  <a:lnTo>
                    <a:pt x="20138" y="9038"/>
                  </a:lnTo>
                  <a:lnTo>
                    <a:pt x="20494" y="8682"/>
                  </a:lnTo>
                  <a:lnTo>
                    <a:pt x="20673" y="9165"/>
                  </a:lnTo>
                  <a:lnTo>
                    <a:pt x="21156" y="9725"/>
                  </a:lnTo>
                  <a:lnTo>
                    <a:pt x="21564" y="10006"/>
                  </a:lnTo>
                  <a:lnTo>
                    <a:pt x="21818" y="10107"/>
                  </a:lnTo>
                  <a:lnTo>
                    <a:pt x="22073" y="10184"/>
                  </a:lnTo>
                  <a:lnTo>
                    <a:pt x="22557" y="10235"/>
                  </a:lnTo>
                  <a:lnTo>
                    <a:pt x="23295" y="10107"/>
                  </a:lnTo>
                  <a:lnTo>
                    <a:pt x="23728" y="9878"/>
                  </a:lnTo>
                  <a:lnTo>
                    <a:pt x="23779" y="10362"/>
                  </a:lnTo>
                  <a:lnTo>
                    <a:pt x="24110" y="11024"/>
                  </a:lnTo>
                  <a:lnTo>
                    <a:pt x="24441" y="11406"/>
                  </a:lnTo>
                  <a:lnTo>
                    <a:pt x="24644" y="11559"/>
                  </a:lnTo>
                  <a:lnTo>
                    <a:pt x="25077" y="11813"/>
                  </a:lnTo>
                  <a:lnTo>
                    <a:pt x="26044" y="11940"/>
                  </a:lnTo>
                  <a:lnTo>
                    <a:pt x="26528" y="11813"/>
                  </a:lnTo>
                  <a:lnTo>
                    <a:pt x="26452" y="12297"/>
                  </a:lnTo>
                  <a:lnTo>
                    <a:pt x="26655" y="13239"/>
                  </a:lnTo>
                  <a:lnTo>
                    <a:pt x="26935" y="13672"/>
                  </a:lnTo>
                  <a:lnTo>
                    <a:pt x="27292" y="14028"/>
                  </a:lnTo>
                  <a:lnTo>
                    <a:pt x="28158" y="14410"/>
                  </a:lnTo>
                  <a:lnTo>
                    <a:pt x="28616" y="14435"/>
                  </a:lnTo>
                  <a:lnTo>
                    <a:pt x="28412" y="14868"/>
                  </a:lnTo>
                  <a:lnTo>
                    <a:pt x="28310" y="15785"/>
                  </a:lnTo>
                  <a:lnTo>
                    <a:pt x="28438" y="16268"/>
                  </a:lnTo>
                  <a:lnTo>
                    <a:pt x="28667" y="16727"/>
                  </a:lnTo>
                  <a:lnTo>
                    <a:pt x="29329" y="17363"/>
                  </a:lnTo>
                  <a:lnTo>
                    <a:pt x="29761" y="17541"/>
                  </a:lnTo>
                  <a:lnTo>
                    <a:pt x="29787" y="18000"/>
                  </a:lnTo>
                  <a:lnTo>
                    <a:pt x="30016" y="18840"/>
                  </a:lnTo>
                  <a:lnTo>
                    <a:pt x="30398" y="19578"/>
                  </a:lnTo>
                  <a:lnTo>
                    <a:pt x="30933" y="20189"/>
                  </a:lnTo>
                  <a:lnTo>
                    <a:pt x="31569" y="20673"/>
                  </a:lnTo>
                  <a:lnTo>
                    <a:pt x="32282" y="20978"/>
                  </a:lnTo>
                  <a:lnTo>
                    <a:pt x="33020" y="21131"/>
                  </a:lnTo>
                  <a:lnTo>
                    <a:pt x="33733" y="21055"/>
                  </a:lnTo>
                  <a:lnTo>
                    <a:pt x="34089" y="20902"/>
                  </a:lnTo>
                  <a:lnTo>
                    <a:pt x="34089" y="20240"/>
                  </a:lnTo>
                  <a:lnTo>
                    <a:pt x="33580" y="15937"/>
                  </a:lnTo>
                  <a:lnTo>
                    <a:pt x="32918" y="13137"/>
                  </a:lnTo>
                  <a:lnTo>
                    <a:pt x="32282" y="11151"/>
                  </a:lnTo>
                  <a:lnTo>
                    <a:pt x="31442" y="9165"/>
                  </a:lnTo>
                  <a:lnTo>
                    <a:pt x="30398" y="7205"/>
                  </a:lnTo>
                  <a:lnTo>
                    <a:pt x="29099" y="5372"/>
                  </a:lnTo>
                  <a:lnTo>
                    <a:pt x="27521" y="3692"/>
                  </a:lnTo>
                  <a:lnTo>
                    <a:pt x="25663" y="2241"/>
                  </a:lnTo>
                  <a:lnTo>
                    <a:pt x="23448" y="1120"/>
                  </a:lnTo>
                  <a:lnTo>
                    <a:pt x="21564" y="509"/>
                  </a:lnTo>
                  <a:lnTo>
                    <a:pt x="20214" y="229"/>
                  </a:lnTo>
                  <a:lnTo>
                    <a:pt x="18738" y="51"/>
                  </a:lnTo>
                  <a:lnTo>
                    <a:pt x="17185" y="0"/>
                  </a:lnTo>
                  <a:close/>
                </a:path>
              </a:pathLst>
            </a:custGeom>
            <a:solidFill>
              <a:srgbClr val="14090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43"/>
            <p:cNvSpPr/>
            <p:nvPr/>
          </p:nvSpPr>
          <p:spPr>
            <a:xfrm>
              <a:off x="5205775" y="970350"/>
              <a:ext cx="357075" cy="585575"/>
            </a:xfrm>
            <a:custGeom>
              <a:rect b="b" l="l" r="r" t="t"/>
              <a:pathLst>
                <a:path extrusionOk="0" h="23423" w="14283">
                  <a:moveTo>
                    <a:pt x="9216" y="0"/>
                  </a:moveTo>
                  <a:lnTo>
                    <a:pt x="8784" y="77"/>
                  </a:lnTo>
                  <a:lnTo>
                    <a:pt x="8427" y="357"/>
                  </a:lnTo>
                  <a:lnTo>
                    <a:pt x="8173" y="738"/>
                  </a:lnTo>
                  <a:lnTo>
                    <a:pt x="8096" y="993"/>
                  </a:lnTo>
                  <a:lnTo>
                    <a:pt x="6339" y="8529"/>
                  </a:lnTo>
                  <a:lnTo>
                    <a:pt x="6034" y="8453"/>
                  </a:lnTo>
                  <a:lnTo>
                    <a:pt x="7587" y="1757"/>
                  </a:lnTo>
                  <a:lnTo>
                    <a:pt x="7638" y="1502"/>
                  </a:lnTo>
                  <a:lnTo>
                    <a:pt x="7587" y="1019"/>
                  </a:lnTo>
                  <a:lnTo>
                    <a:pt x="7358" y="637"/>
                  </a:lnTo>
                  <a:lnTo>
                    <a:pt x="7027" y="357"/>
                  </a:lnTo>
                  <a:lnTo>
                    <a:pt x="6823" y="280"/>
                  </a:lnTo>
                  <a:lnTo>
                    <a:pt x="6594" y="255"/>
                  </a:lnTo>
                  <a:lnTo>
                    <a:pt x="6187" y="357"/>
                  </a:lnTo>
                  <a:lnTo>
                    <a:pt x="5830" y="611"/>
                  </a:lnTo>
                  <a:lnTo>
                    <a:pt x="5550" y="1019"/>
                  </a:lnTo>
                  <a:lnTo>
                    <a:pt x="5474" y="1273"/>
                  </a:lnTo>
                  <a:lnTo>
                    <a:pt x="3386" y="10413"/>
                  </a:lnTo>
                  <a:lnTo>
                    <a:pt x="3132" y="9547"/>
                  </a:lnTo>
                  <a:lnTo>
                    <a:pt x="2648" y="8172"/>
                  </a:lnTo>
                  <a:lnTo>
                    <a:pt x="2139" y="7205"/>
                  </a:lnTo>
                  <a:lnTo>
                    <a:pt x="1630" y="6594"/>
                  </a:lnTo>
                  <a:lnTo>
                    <a:pt x="968" y="6110"/>
                  </a:lnTo>
                  <a:lnTo>
                    <a:pt x="382" y="6034"/>
                  </a:lnTo>
                  <a:lnTo>
                    <a:pt x="331" y="6059"/>
                  </a:lnTo>
                  <a:lnTo>
                    <a:pt x="153" y="6136"/>
                  </a:lnTo>
                  <a:lnTo>
                    <a:pt x="0" y="6441"/>
                  </a:lnTo>
                  <a:lnTo>
                    <a:pt x="0" y="6950"/>
                  </a:lnTo>
                  <a:lnTo>
                    <a:pt x="26" y="7052"/>
                  </a:lnTo>
                  <a:lnTo>
                    <a:pt x="560" y="9980"/>
                  </a:lnTo>
                  <a:lnTo>
                    <a:pt x="1146" y="13493"/>
                  </a:lnTo>
                  <a:lnTo>
                    <a:pt x="1222" y="13875"/>
                  </a:lnTo>
                  <a:lnTo>
                    <a:pt x="1426" y="14537"/>
                  </a:lnTo>
                  <a:lnTo>
                    <a:pt x="1910" y="15301"/>
                  </a:lnTo>
                  <a:lnTo>
                    <a:pt x="2953" y="16116"/>
                  </a:lnTo>
                  <a:lnTo>
                    <a:pt x="3157" y="16192"/>
                  </a:lnTo>
                  <a:lnTo>
                    <a:pt x="1859" y="21844"/>
                  </a:lnTo>
                  <a:lnTo>
                    <a:pt x="8784" y="23422"/>
                  </a:lnTo>
                  <a:lnTo>
                    <a:pt x="10158" y="17669"/>
                  </a:lnTo>
                  <a:lnTo>
                    <a:pt x="10286" y="17694"/>
                  </a:lnTo>
                  <a:lnTo>
                    <a:pt x="10693" y="17592"/>
                  </a:lnTo>
                  <a:lnTo>
                    <a:pt x="11202" y="17312"/>
                  </a:lnTo>
                  <a:lnTo>
                    <a:pt x="11635" y="16778"/>
                  </a:lnTo>
                  <a:lnTo>
                    <a:pt x="11762" y="16396"/>
                  </a:lnTo>
                  <a:lnTo>
                    <a:pt x="12093" y="14944"/>
                  </a:lnTo>
                  <a:lnTo>
                    <a:pt x="12831" y="11737"/>
                  </a:lnTo>
                  <a:lnTo>
                    <a:pt x="13086" y="10617"/>
                  </a:lnTo>
                  <a:lnTo>
                    <a:pt x="13213" y="10107"/>
                  </a:lnTo>
                  <a:lnTo>
                    <a:pt x="14232" y="5627"/>
                  </a:lnTo>
                  <a:lnTo>
                    <a:pt x="14283" y="5397"/>
                  </a:lnTo>
                  <a:lnTo>
                    <a:pt x="14232" y="4965"/>
                  </a:lnTo>
                  <a:lnTo>
                    <a:pt x="14028" y="4608"/>
                  </a:lnTo>
                  <a:lnTo>
                    <a:pt x="13723" y="4354"/>
                  </a:lnTo>
                  <a:lnTo>
                    <a:pt x="13519" y="4277"/>
                  </a:lnTo>
                  <a:lnTo>
                    <a:pt x="13315" y="4252"/>
                  </a:lnTo>
                  <a:lnTo>
                    <a:pt x="12933" y="4354"/>
                  </a:lnTo>
                  <a:lnTo>
                    <a:pt x="12602" y="4583"/>
                  </a:lnTo>
                  <a:lnTo>
                    <a:pt x="12348" y="4965"/>
                  </a:lnTo>
                  <a:lnTo>
                    <a:pt x="12297" y="5194"/>
                  </a:lnTo>
                  <a:lnTo>
                    <a:pt x="11253" y="9649"/>
                  </a:lnTo>
                  <a:lnTo>
                    <a:pt x="10871" y="9573"/>
                  </a:lnTo>
                  <a:lnTo>
                    <a:pt x="12322" y="3284"/>
                  </a:lnTo>
                  <a:lnTo>
                    <a:pt x="12373" y="3030"/>
                  </a:lnTo>
                  <a:lnTo>
                    <a:pt x="12297" y="2546"/>
                  </a:lnTo>
                  <a:lnTo>
                    <a:pt x="12093" y="2164"/>
                  </a:lnTo>
                  <a:lnTo>
                    <a:pt x="11762" y="1884"/>
                  </a:lnTo>
                  <a:lnTo>
                    <a:pt x="11559" y="1808"/>
                  </a:lnTo>
                  <a:lnTo>
                    <a:pt x="11329" y="1782"/>
                  </a:lnTo>
                  <a:lnTo>
                    <a:pt x="10922" y="1884"/>
                  </a:lnTo>
                  <a:lnTo>
                    <a:pt x="10540" y="2139"/>
                  </a:lnTo>
                  <a:lnTo>
                    <a:pt x="10286" y="2546"/>
                  </a:lnTo>
                  <a:lnTo>
                    <a:pt x="10209" y="2801"/>
                  </a:lnTo>
                  <a:lnTo>
                    <a:pt x="8758" y="9089"/>
                  </a:lnTo>
                  <a:lnTo>
                    <a:pt x="8453" y="9013"/>
                  </a:lnTo>
                  <a:lnTo>
                    <a:pt x="10184" y="1477"/>
                  </a:lnTo>
                  <a:lnTo>
                    <a:pt x="10235" y="1222"/>
                  </a:lnTo>
                  <a:lnTo>
                    <a:pt x="10184" y="764"/>
                  </a:lnTo>
                  <a:lnTo>
                    <a:pt x="9980" y="357"/>
                  </a:lnTo>
                  <a:lnTo>
                    <a:pt x="9624" y="77"/>
                  </a:lnTo>
                  <a:lnTo>
                    <a:pt x="9420" y="26"/>
                  </a:lnTo>
                  <a:lnTo>
                    <a:pt x="9216" y="0"/>
                  </a:lnTo>
                  <a:close/>
                </a:path>
              </a:pathLst>
            </a:custGeom>
            <a:solidFill>
              <a:srgbClr val="6B3F2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43"/>
            <p:cNvSpPr/>
            <p:nvPr/>
          </p:nvSpPr>
          <p:spPr>
            <a:xfrm>
              <a:off x="5289775" y="1230025"/>
              <a:ext cx="25" cy="25"/>
            </a:xfrm>
            <a:custGeom>
              <a:rect b="b" l="l" r="r" t="t"/>
              <a:pathLst>
                <a:path extrusionOk="0" h="1" w="1">
                  <a:moveTo>
                    <a:pt x="1" y="0"/>
                  </a:moveTo>
                  <a:lnTo>
                    <a:pt x="1" y="0"/>
                  </a:lnTo>
                  <a:lnTo>
                    <a:pt x="1" y="0"/>
                  </a:lnTo>
                  <a:lnTo>
                    <a:pt x="1" y="0"/>
                  </a:lnTo>
                  <a:lnTo>
                    <a:pt x="1"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43"/>
            <p:cNvSpPr/>
            <p:nvPr/>
          </p:nvSpPr>
          <p:spPr>
            <a:xfrm>
              <a:off x="5322875" y="1174650"/>
              <a:ext cx="191600" cy="55400"/>
            </a:xfrm>
            <a:custGeom>
              <a:rect b="b" l="l" r="r" t="t"/>
              <a:pathLst>
                <a:path extrusionOk="0" h="2216" w="7664">
                  <a:moveTo>
                    <a:pt x="128" y="0"/>
                  </a:moveTo>
                  <a:lnTo>
                    <a:pt x="1" y="484"/>
                  </a:lnTo>
                  <a:lnTo>
                    <a:pt x="7536" y="2215"/>
                  </a:lnTo>
                  <a:lnTo>
                    <a:pt x="7664" y="1732"/>
                  </a:lnTo>
                  <a:lnTo>
                    <a:pt x="6569" y="1477"/>
                  </a:lnTo>
                  <a:lnTo>
                    <a:pt x="6187" y="1401"/>
                  </a:lnTo>
                  <a:lnTo>
                    <a:pt x="4074" y="917"/>
                  </a:lnTo>
                  <a:lnTo>
                    <a:pt x="3769" y="841"/>
                  </a:lnTo>
                  <a:lnTo>
                    <a:pt x="1681" y="357"/>
                  </a:lnTo>
                  <a:lnTo>
                    <a:pt x="1655" y="357"/>
                  </a:lnTo>
                  <a:lnTo>
                    <a:pt x="1350" y="281"/>
                  </a:lnTo>
                  <a:lnTo>
                    <a:pt x="128" y="0"/>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43"/>
            <p:cNvSpPr/>
            <p:nvPr/>
          </p:nvSpPr>
          <p:spPr>
            <a:xfrm>
              <a:off x="5290425" y="1223650"/>
              <a:ext cx="105675" cy="159150"/>
            </a:xfrm>
            <a:custGeom>
              <a:rect b="b" l="l" r="r" t="t"/>
              <a:pathLst>
                <a:path extrusionOk="0" h="6366" w="4227">
                  <a:moveTo>
                    <a:pt x="51" y="1"/>
                  </a:moveTo>
                  <a:lnTo>
                    <a:pt x="51" y="26"/>
                  </a:lnTo>
                  <a:lnTo>
                    <a:pt x="0" y="255"/>
                  </a:lnTo>
                  <a:lnTo>
                    <a:pt x="204" y="306"/>
                  </a:lnTo>
                  <a:lnTo>
                    <a:pt x="1120" y="612"/>
                  </a:lnTo>
                  <a:lnTo>
                    <a:pt x="1833" y="1019"/>
                  </a:lnTo>
                  <a:lnTo>
                    <a:pt x="2597" y="1656"/>
                  </a:lnTo>
                  <a:lnTo>
                    <a:pt x="3234" y="2572"/>
                  </a:lnTo>
                  <a:lnTo>
                    <a:pt x="3717" y="3794"/>
                  </a:lnTo>
                  <a:lnTo>
                    <a:pt x="3870" y="5347"/>
                  </a:lnTo>
                  <a:lnTo>
                    <a:pt x="3794" y="6315"/>
                  </a:lnTo>
                  <a:lnTo>
                    <a:pt x="4099" y="6365"/>
                  </a:lnTo>
                  <a:lnTo>
                    <a:pt x="4125" y="6213"/>
                  </a:lnTo>
                  <a:lnTo>
                    <a:pt x="4226" y="5118"/>
                  </a:lnTo>
                  <a:lnTo>
                    <a:pt x="4150" y="4125"/>
                  </a:lnTo>
                  <a:lnTo>
                    <a:pt x="3895" y="3005"/>
                  </a:lnTo>
                  <a:lnTo>
                    <a:pt x="3335" y="1936"/>
                  </a:lnTo>
                  <a:lnTo>
                    <a:pt x="2393" y="968"/>
                  </a:lnTo>
                  <a:lnTo>
                    <a:pt x="1375" y="383"/>
                  </a:lnTo>
                  <a:lnTo>
                    <a:pt x="535" y="103"/>
                  </a:lnTo>
                  <a:lnTo>
                    <a:pt x="51" y="1"/>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43"/>
            <p:cNvSpPr/>
            <p:nvPr/>
          </p:nvSpPr>
          <p:spPr>
            <a:xfrm>
              <a:off x="5268150" y="1403775"/>
              <a:ext cx="183950" cy="84675"/>
            </a:xfrm>
            <a:custGeom>
              <a:rect b="b" l="l" r="r" t="t"/>
              <a:pathLst>
                <a:path extrusionOk="0" h="3387" w="7358">
                  <a:moveTo>
                    <a:pt x="408" y="1"/>
                  </a:moveTo>
                  <a:lnTo>
                    <a:pt x="0" y="1783"/>
                  </a:lnTo>
                  <a:lnTo>
                    <a:pt x="6950" y="3387"/>
                  </a:lnTo>
                  <a:lnTo>
                    <a:pt x="7358" y="1605"/>
                  </a:lnTo>
                  <a:lnTo>
                    <a:pt x="408" y="1"/>
                  </a:lnTo>
                  <a:close/>
                </a:path>
              </a:pathLst>
            </a:custGeom>
            <a:solidFill>
              <a:srgbClr val="5124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43"/>
            <p:cNvSpPr/>
            <p:nvPr/>
          </p:nvSpPr>
          <p:spPr>
            <a:xfrm>
              <a:off x="5228050" y="1425425"/>
              <a:ext cx="238050" cy="100575"/>
            </a:xfrm>
            <a:custGeom>
              <a:rect b="b" l="l" r="r" t="t"/>
              <a:pathLst>
                <a:path extrusionOk="0" h="4023" w="9522">
                  <a:moveTo>
                    <a:pt x="459" y="0"/>
                  </a:moveTo>
                  <a:lnTo>
                    <a:pt x="0" y="1935"/>
                  </a:lnTo>
                  <a:lnTo>
                    <a:pt x="9089" y="4023"/>
                  </a:lnTo>
                  <a:lnTo>
                    <a:pt x="9522" y="2113"/>
                  </a:lnTo>
                  <a:lnTo>
                    <a:pt x="459" y="0"/>
                  </a:lnTo>
                  <a:close/>
                </a:path>
              </a:pathLst>
            </a:custGeom>
            <a:solidFill>
              <a:srgbClr val="6CAEE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43"/>
            <p:cNvSpPr/>
            <p:nvPr/>
          </p:nvSpPr>
          <p:spPr>
            <a:xfrm>
              <a:off x="5206400" y="1463600"/>
              <a:ext cx="250800" cy="105675"/>
            </a:xfrm>
            <a:custGeom>
              <a:rect b="b" l="l" r="r" t="t"/>
              <a:pathLst>
                <a:path extrusionOk="0" h="4227" w="10032">
                  <a:moveTo>
                    <a:pt x="968" y="1"/>
                  </a:moveTo>
                  <a:lnTo>
                    <a:pt x="1" y="4227"/>
                  </a:lnTo>
                  <a:lnTo>
                    <a:pt x="9548" y="4227"/>
                  </a:lnTo>
                  <a:lnTo>
                    <a:pt x="10031" y="2088"/>
                  </a:lnTo>
                  <a:lnTo>
                    <a:pt x="968" y="1"/>
                  </a:lnTo>
                  <a:close/>
                </a:path>
              </a:pathLst>
            </a:custGeom>
            <a:solidFill>
              <a:srgbClr val="4679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9" name="Google Shape;739;p43"/>
          <p:cNvGrpSpPr/>
          <p:nvPr/>
        </p:nvGrpSpPr>
        <p:grpSpPr>
          <a:xfrm flipH="1">
            <a:off x="4978810" y="1322128"/>
            <a:ext cx="1649444" cy="1389731"/>
            <a:chOff x="2062875" y="394325"/>
            <a:chExt cx="1394525" cy="1174950"/>
          </a:xfrm>
        </p:grpSpPr>
        <p:sp>
          <p:nvSpPr>
            <p:cNvPr id="740" name="Google Shape;740;p43"/>
            <p:cNvSpPr/>
            <p:nvPr/>
          </p:nvSpPr>
          <p:spPr>
            <a:xfrm>
              <a:off x="2154525" y="1037175"/>
              <a:ext cx="357725" cy="437275"/>
            </a:xfrm>
            <a:custGeom>
              <a:rect b="b" l="l" r="r" t="t"/>
              <a:pathLst>
                <a:path extrusionOk="0" h="17491" w="14309">
                  <a:moveTo>
                    <a:pt x="1706" y="0"/>
                  </a:moveTo>
                  <a:lnTo>
                    <a:pt x="1" y="17491"/>
                  </a:lnTo>
                  <a:lnTo>
                    <a:pt x="14308" y="17491"/>
                  </a:lnTo>
                  <a:lnTo>
                    <a:pt x="14308" y="0"/>
                  </a:lnTo>
                  <a:close/>
                </a:path>
              </a:pathLst>
            </a:custGeom>
            <a:solidFill>
              <a:srgbClr val="542D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43"/>
            <p:cNvSpPr/>
            <p:nvPr/>
          </p:nvSpPr>
          <p:spPr>
            <a:xfrm>
              <a:off x="2652250" y="1037175"/>
              <a:ext cx="357075" cy="437275"/>
            </a:xfrm>
            <a:custGeom>
              <a:rect b="b" l="l" r="r" t="t"/>
              <a:pathLst>
                <a:path extrusionOk="0" h="17491" w="14283">
                  <a:moveTo>
                    <a:pt x="0" y="0"/>
                  </a:moveTo>
                  <a:lnTo>
                    <a:pt x="0" y="17491"/>
                  </a:lnTo>
                  <a:lnTo>
                    <a:pt x="14283" y="17491"/>
                  </a:lnTo>
                  <a:lnTo>
                    <a:pt x="12603" y="0"/>
                  </a:lnTo>
                  <a:close/>
                </a:path>
              </a:pathLst>
            </a:custGeom>
            <a:solidFill>
              <a:srgbClr val="542D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43"/>
            <p:cNvSpPr/>
            <p:nvPr/>
          </p:nvSpPr>
          <p:spPr>
            <a:xfrm>
              <a:off x="2177450" y="866600"/>
              <a:ext cx="68125" cy="190975"/>
            </a:xfrm>
            <a:custGeom>
              <a:rect b="b" l="l" r="r" t="t"/>
              <a:pathLst>
                <a:path extrusionOk="0" h="7639" w="2725">
                  <a:moveTo>
                    <a:pt x="2724" y="0"/>
                  </a:moveTo>
                  <a:lnTo>
                    <a:pt x="2164" y="51"/>
                  </a:lnTo>
                  <a:lnTo>
                    <a:pt x="1197" y="459"/>
                  </a:lnTo>
                  <a:lnTo>
                    <a:pt x="458" y="1197"/>
                  </a:lnTo>
                  <a:lnTo>
                    <a:pt x="26" y="2190"/>
                  </a:lnTo>
                  <a:lnTo>
                    <a:pt x="0" y="2750"/>
                  </a:lnTo>
                  <a:lnTo>
                    <a:pt x="0" y="4914"/>
                  </a:lnTo>
                  <a:lnTo>
                    <a:pt x="26" y="5474"/>
                  </a:lnTo>
                  <a:lnTo>
                    <a:pt x="458" y="6467"/>
                  </a:lnTo>
                  <a:lnTo>
                    <a:pt x="1197" y="7205"/>
                  </a:lnTo>
                  <a:lnTo>
                    <a:pt x="2164" y="7613"/>
                  </a:lnTo>
                  <a:lnTo>
                    <a:pt x="2724" y="7638"/>
                  </a:lnTo>
                  <a:lnTo>
                    <a:pt x="2724"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43"/>
            <p:cNvSpPr/>
            <p:nvPr/>
          </p:nvSpPr>
          <p:spPr>
            <a:xfrm>
              <a:off x="2922100" y="866600"/>
              <a:ext cx="68150" cy="190975"/>
            </a:xfrm>
            <a:custGeom>
              <a:rect b="b" l="l" r="r" t="t"/>
              <a:pathLst>
                <a:path extrusionOk="0" h="7639" w="2726">
                  <a:moveTo>
                    <a:pt x="1" y="0"/>
                  </a:moveTo>
                  <a:lnTo>
                    <a:pt x="1" y="7638"/>
                  </a:lnTo>
                  <a:lnTo>
                    <a:pt x="561" y="7613"/>
                  </a:lnTo>
                  <a:lnTo>
                    <a:pt x="1528" y="7205"/>
                  </a:lnTo>
                  <a:lnTo>
                    <a:pt x="2267" y="6467"/>
                  </a:lnTo>
                  <a:lnTo>
                    <a:pt x="2700" y="5474"/>
                  </a:lnTo>
                  <a:lnTo>
                    <a:pt x="2725" y="4914"/>
                  </a:lnTo>
                  <a:lnTo>
                    <a:pt x="2725" y="2750"/>
                  </a:lnTo>
                  <a:lnTo>
                    <a:pt x="2700" y="2190"/>
                  </a:lnTo>
                  <a:lnTo>
                    <a:pt x="2267" y="1197"/>
                  </a:lnTo>
                  <a:lnTo>
                    <a:pt x="1528" y="459"/>
                  </a:lnTo>
                  <a:lnTo>
                    <a:pt x="561" y="51"/>
                  </a:lnTo>
                  <a:lnTo>
                    <a:pt x="1"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43"/>
            <p:cNvSpPr/>
            <p:nvPr/>
          </p:nvSpPr>
          <p:spPr>
            <a:xfrm>
              <a:off x="2479125" y="1254850"/>
              <a:ext cx="210050" cy="264150"/>
            </a:xfrm>
            <a:custGeom>
              <a:rect b="b" l="l" r="r" t="t"/>
              <a:pathLst>
                <a:path extrusionOk="0" h="10566" w="8402">
                  <a:moveTo>
                    <a:pt x="1" y="0"/>
                  </a:moveTo>
                  <a:lnTo>
                    <a:pt x="1" y="10566"/>
                  </a:lnTo>
                  <a:lnTo>
                    <a:pt x="8402" y="10566"/>
                  </a:lnTo>
                  <a:lnTo>
                    <a:pt x="8402"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43"/>
            <p:cNvSpPr/>
            <p:nvPr/>
          </p:nvSpPr>
          <p:spPr>
            <a:xfrm>
              <a:off x="2233450" y="439525"/>
              <a:ext cx="700775" cy="875800"/>
            </a:xfrm>
            <a:custGeom>
              <a:rect b="b" l="l" r="r" t="t"/>
              <a:pathLst>
                <a:path extrusionOk="0" h="35032" w="28031">
                  <a:moveTo>
                    <a:pt x="14028" y="1"/>
                  </a:moveTo>
                  <a:lnTo>
                    <a:pt x="13290" y="26"/>
                  </a:lnTo>
                  <a:lnTo>
                    <a:pt x="11890" y="153"/>
                  </a:lnTo>
                  <a:lnTo>
                    <a:pt x="10515" y="433"/>
                  </a:lnTo>
                  <a:lnTo>
                    <a:pt x="9191" y="841"/>
                  </a:lnTo>
                  <a:lnTo>
                    <a:pt x="7944" y="1375"/>
                  </a:lnTo>
                  <a:lnTo>
                    <a:pt x="6747" y="2037"/>
                  </a:lnTo>
                  <a:lnTo>
                    <a:pt x="5627" y="2776"/>
                  </a:lnTo>
                  <a:lnTo>
                    <a:pt x="4583" y="3641"/>
                  </a:lnTo>
                  <a:lnTo>
                    <a:pt x="3641" y="4583"/>
                  </a:lnTo>
                  <a:lnTo>
                    <a:pt x="2775" y="5627"/>
                  </a:lnTo>
                  <a:lnTo>
                    <a:pt x="2012" y="6747"/>
                  </a:lnTo>
                  <a:lnTo>
                    <a:pt x="1375" y="7944"/>
                  </a:lnTo>
                  <a:lnTo>
                    <a:pt x="841" y="9191"/>
                  </a:lnTo>
                  <a:lnTo>
                    <a:pt x="433" y="10515"/>
                  </a:lnTo>
                  <a:lnTo>
                    <a:pt x="153" y="11890"/>
                  </a:lnTo>
                  <a:lnTo>
                    <a:pt x="0" y="13316"/>
                  </a:lnTo>
                  <a:lnTo>
                    <a:pt x="0" y="14028"/>
                  </a:lnTo>
                  <a:lnTo>
                    <a:pt x="0" y="21004"/>
                  </a:lnTo>
                  <a:lnTo>
                    <a:pt x="0" y="21717"/>
                  </a:lnTo>
                  <a:lnTo>
                    <a:pt x="153" y="23143"/>
                  </a:lnTo>
                  <a:lnTo>
                    <a:pt x="433" y="24517"/>
                  </a:lnTo>
                  <a:lnTo>
                    <a:pt x="841" y="25841"/>
                  </a:lnTo>
                  <a:lnTo>
                    <a:pt x="1375" y="27089"/>
                  </a:lnTo>
                  <a:lnTo>
                    <a:pt x="2012" y="28285"/>
                  </a:lnTo>
                  <a:lnTo>
                    <a:pt x="2775" y="29405"/>
                  </a:lnTo>
                  <a:lnTo>
                    <a:pt x="3641" y="30449"/>
                  </a:lnTo>
                  <a:lnTo>
                    <a:pt x="4583" y="31391"/>
                  </a:lnTo>
                  <a:lnTo>
                    <a:pt x="5627" y="32257"/>
                  </a:lnTo>
                  <a:lnTo>
                    <a:pt x="6747" y="32995"/>
                  </a:lnTo>
                  <a:lnTo>
                    <a:pt x="7944" y="33657"/>
                  </a:lnTo>
                  <a:lnTo>
                    <a:pt x="9191" y="34192"/>
                  </a:lnTo>
                  <a:lnTo>
                    <a:pt x="10515" y="34599"/>
                  </a:lnTo>
                  <a:lnTo>
                    <a:pt x="11890" y="34879"/>
                  </a:lnTo>
                  <a:lnTo>
                    <a:pt x="13290" y="35006"/>
                  </a:lnTo>
                  <a:lnTo>
                    <a:pt x="14028" y="35032"/>
                  </a:lnTo>
                  <a:lnTo>
                    <a:pt x="14741" y="35006"/>
                  </a:lnTo>
                  <a:lnTo>
                    <a:pt x="16167" y="34879"/>
                  </a:lnTo>
                  <a:lnTo>
                    <a:pt x="17516" y="34599"/>
                  </a:lnTo>
                  <a:lnTo>
                    <a:pt x="18840" y="34192"/>
                  </a:lnTo>
                  <a:lnTo>
                    <a:pt x="20087" y="33657"/>
                  </a:lnTo>
                  <a:lnTo>
                    <a:pt x="21284" y="32995"/>
                  </a:lnTo>
                  <a:lnTo>
                    <a:pt x="22404" y="32257"/>
                  </a:lnTo>
                  <a:lnTo>
                    <a:pt x="23448" y="31391"/>
                  </a:lnTo>
                  <a:lnTo>
                    <a:pt x="24390" y="30449"/>
                  </a:lnTo>
                  <a:lnTo>
                    <a:pt x="25256" y="29405"/>
                  </a:lnTo>
                  <a:lnTo>
                    <a:pt x="26019" y="28285"/>
                  </a:lnTo>
                  <a:lnTo>
                    <a:pt x="26656" y="27089"/>
                  </a:lnTo>
                  <a:lnTo>
                    <a:pt x="27191" y="25841"/>
                  </a:lnTo>
                  <a:lnTo>
                    <a:pt x="27598" y="24517"/>
                  </a:lnTo>
                  <a:lnTo>
                    <a:pt x="27878" y="23143"/>
                  </a:lnTo>
                  <a:lnTo>
                    <a:pt x="28031" y="21717"/>
                  </a:lnTo>
                  <a:lnTo>
                    <a:pt x="28031" y="21004"/>
                  </a:lnTo>
                  <a:lnTo>
                    <a:pt x="28031" y="14028"/>
                  </a:lnTo>
                  <a:lnTo>
                    <a:pt x="28031" y="13316"/>
                  </a:lnTo>
                  <a:lnTo>
                    <a:pt x="27878" y="11890"/>
                  </a:lnTo>
                  <a:lnTo>
                    <a:pt x="27598" y="10515"/>
                  </a:lnTo>
                  <a:lnTo>
                    <a:pt x="27191" y="9191"/>
                  </a:lnTo>
                  <a:lnTo>
                    <a:pt x="26656" y="7944"/>
                  </a:lnTo>
                  <a:lnTo>
                    <a:pt x="26019" y="6747"/>
                  </a:lnTo>
                  <a:lnTo>
                    <a:pt x="25256" y="5627"/>
                  </a:lnTo>
                  <a:lnTo>
                    <a:pt x="24390" y="4583"/>
                  </a:lnTo>
                  <a:lnTo>
                    <a:pt x="23448" y="3641"/>
                  </a:lnTo>
                  <a:lnTo>
                    <a:pt x="22404" y="2776"/>
                  </a:lnTo>
                  <a:lnTo>
                    <a:pt x="21284" y="2037"/>
                  </a:lnTo>
                  <a:lnTo>
                    <a:pt x="20087" y="1375"/>
                  </a:lnTo>
                  <a:lnTo>
                    <a:pt x="18840" y="841"/>
                  </a:lnTo>
                  <a:lnTo>
                    <a:pt x="17516" y="433"/>
                  </a:lnTo>
                  <a:lnTo>
                    <a:pt x="16167" y="153"/>
                  </a:lnTo>
                  <a:lnTo>
                    <a:pt x="14741" y="26"/>
                  </a:lnTo>
                  <a:lnTo>
                    <a:pt x="14028" y="1"/>
                  </a:lnTo>
                  <a:close/>
                </a:path>
              </a:pathLst>
            </a:custGeom>
            <a:solidFill>
              <a:srgbClr val="C08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43"/>
            <p:cNvSpPr/>
            <p:nvPr/>
          </p:nvSpPr>
          <p:spPr>
            <a:xfrm>
              <a:off x="2358200" y="933425"/>
              <a:ext cx="91050" cy="90400"/>
            </a:xfrm>
            <a:custGeom>
              <a:rect b="b" l="l" r="r" t="t"/>
              <a:pathLst>
                <a:path extrusionOk="0" h="3616" w="3642">
                  <a:moveTo>
                    <a:pt x="1808" y="1"/>
                  </a:moveTo>
                  <a:lnTo>
                    <a:pt x="1452" y="26"/>
                  </a:lnTo>
                  <a:lnTo>
                    <a:pt x="790" y="281"/>
                  </a:lnTo>
                  <a:lnTo>
                    <a:pt x="306" y="790"/>
                  </a:lnTo>
                  <a:lnTo>
                    <a:pt x="26" y="1426"/>
                  </a:lnTo>
                  <a:lnTo>
                    <a:pt x="0" y="1808"/>
                  </a:lnTo>
                  <a:lnTo>
                    <a:pt x="26" y="2165"/>
                  </a:lnTo>
                  <a:lnTo>
                    <a:pt x="306" y="2827"/>
                  </a:lnTo>
                  <a:lnTo>
                    <a:pt x="790" y="3310"/>
                  </a:lnTo>
                  <a:lnTo>
                    <a:pt x="1452" y="3590"/>
                  </a:lnTo>
                  <a:lnTo>
                    <a:pt x="1808" y="3616"/>
                  </a:lnTo>
                  <a:lnTo>
                    <a:pt x="2190" y="3590"/>
                  </a:lnTo>
                  <a:lnTo>
                    <a:pt x="2826" y="3310"/>
                  </a:lnTo>
                  <a:lnTo>
                    <a:pt x="3336" y="2827"/>
                  </a:lnTo>
                  <a:lnTo>
                    <a:pt x="3616" y="2165"/>
                  </a:lnTo>
                  <a:lnTo>
                    <a:pt x="3641" y="1808"/>
                  </a:lnTo>
                  <a:lnTo>
                    <a:pt x="3616" y="1426"/>
                  </a:lnTo>
                  <a:lnTo>
                    <a:pt x="3336" y="790"/>
                  </a:lnTo>
                  <a:lnTo>
                    <a:pt x="2826" y="281"/>
                  </a:lnTo>
                  <a:lnTo>
                    <a:pt x="2190" y="26"/>
                  </a:lnTo>
                  <a:lnTo>
                    <a:pt x="1808" y="1"/>
                  </a:lnTo>
                  <a:close/>
                </a:path>
              </a:pathLst>
            </a:custGeom>
            <a:solidFill>
              <a:srgbClr val="5931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43"/>
            <p:cNvSpPr/>
            <p:nvPr/>
          </p:nvSpPr>
          <p:spPr>
            <a:xfrm>
              <a:off x="2718450" y="933425"/>
              <a:ext cx="91025" cy="90400"/>
            </a:xfrm>
            <a:custGeom>
              <a:rect b="b" l="l" r="r" t="t"/>
              <a:pathLst>
                <a:path extrusionOk="0" h="3616" w="3641">
                  <a:moveTo>
                    <a:pt x="1833" y="1"/>
                  </a:moveTo>
                  <a:lnTo>
                    <a:pt x="1451" y="26"/>
                  </a:lnTo>
                  <a:lnTo>
                    <a:pt x="815" y="281"/>
                  </a:lnTo>
                  <a:lnTo>
                    <a:pt x="306" y="790"/>
                  </a:lnTo>
                  <a:lnTo>
                    <a:pt x="26" y="1426"/>
                  </a:lnTo>
                  <a:lnTo>
                    <a:pt x="0" y="1808"/>
                  </a:lnTo>
                  <a:lnTo>
                    <a:pt x="26" y="2165"/>
                  </a:lnTo>
                  <a:lnTo>
                    <a:pt x="306" y="2827"/>
                  </a:lnTo>
                  <a:lnTo>
                    <a:pt x="815" y="3310"/>
                  </a:lnTo>
                  <a:lnTo>
                    <a:pt x="1451" y="3590"/>
                  </a:lnTo>
                  <a:lnTo>
                    <a:pt x="1833" y="3616"/>
                  </a:lnTo>
                  <a:lnTo>
                    <a:pt x="2190" y="3590"/>
                  </a:lnTo>
                  <a:lnTo>
                    <a:pt x="2851" y="3310"/>
                  </a:lnTo>
                  <a:lnTo>
                    <a:pt x="3335" y="2827"/>
                  </a:lnTo>
                  <a:lnTo>
                    <a:pt x="3615" y="2165"/>
                  </a:lnTo>
                  <a:lnTo>
                    <a:pt x="3641" y="1808"/>
                  </a:lnTo>
                  <a:lnTo>
                    <a:pt x="3615" y="1426"/>
                  </a:lnTo>
                  <a:lnTo>
                    <a:pt x="3335" y="790"/>
                  </a:lnTo>
                  <a:lnTo>
                    <a:pt x="2851" y="281"/>
                  </a:lnTo>
                  <a:lnTo>
                    <a:pt x="2190" y="26"/>
                  </a:lnTo>
                  <a:lnTo>
                    <a:pt x="1833" y="1"/>
                  </a:lnTo>
                  <a:close/>
                </a:path>
              </a:pathLst>
            </a:custGeom>
            <a:solidFill>
              <a:srgbClr val="5931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43"/>
            <p:cNvSpPr/>
            <p:nvPr/>
          </p:nvSpPr>
          <p:spPr>
            <a:xfrm>
              <a:off x="2062875" y="1359225"/>
              <a:ext cx="1041925" cy="210050"/>
            </a:xfrm>
            <a:custGeom>
              <a:rect b="b" l="l" r="r" t="t"/>
              <a:pathLst>
                <a:path extrusionOk="0" h="8402" w="41677">
                  <a:moveTo>
                    <a:pt x="16625" y="1"/>
                  </a:moveTo>
                  <a:lnTo>
                    <a:pt x="12297" y="153"/>
                  </a:lnTo>
                  <a:lnTo>
                    <a:pt x="11177" y="179"/>
                  </a:lnTo>
                  <a:lnTo>
                    <a:pt x="9115" y="484"/>
                  </a:lnTo>
                  <a:lnTo>
                    <a:pt x="7307" y="1070"/>
                  </a:lnTo>
                  <a:lnTo>
                    <a:pt x="5678" y="1910"/>
                  </a:lnTo>
                  <a:lnTo>
                    <a:pt x="4227" y="2979"/>
                  </a:lnTo>
                  <a:lnTo>
                    <a:pt x="2903" y="4303"/>
                  </a:lnTo>
                  <a:lnTo>
                    <a:pt x="1681" y="5805"/>
                  </a:lnTo>
                  <a:lnTo>
                    <a:pt x="535" y="7485"/>
                  </a:lnTo>
                  <a:lnTo>
                    <a:pt x="0" y="8402"/>
                  </a:lnTo>
                  <a:lnTo>
                    <a:pt x="41677" y="8402"/>
                  </a:lnTo>
                  <a:lnTo>
                    <a:pt x="41142" y="7485"/>
                  </a:lnTo>
                  <a:lnTo>
                    <a:pt x="39996" y="5805"/>
                  </a:lnTo>
                  <a:lnTo>
                    <a:pt x="38774" y="4303"/>
                  </a:lnTo>
                  <a:lnTo>
                    <a:pt x="37450" y="2979"/>
                  </a:lnTo>
                  <a:lnTo>
                    <a:pt x="35999" y="1910"/>
                  </a:lnTo>
                  <a:lnTo>
                    <a:pt x="34370" y="1070"/>
                  </a:lnTo>
                  <a:lnTo>
                    <a:pt x="32562" y="484"/>
                  </a:lnTo>
                  <a:lnTo>
                    <a:pt x="30500" y="179"/>
                  </a:lnTo>
                  <a:lnTo>
                    <a:pt x="29380" y="153"/>
                  </a:lnTo>
                  <a:lnTo>
                    <a:pt x="25052" y="1"/>
                  </a:lnTo>
                  <a:lnTo>
                    <a:pt x="25027" y="433"/>
                  </a:lnTo>
                  <a:lnTo>
                    <a:pt x="24874" y="1248"/>
                  </a:lnTo>
                  <a:lnTo>
                    <a:pt x="24543" y="2012"/>
                  </a:lnTo>
                  <a:lnTo>
                    <a:pt x="24085" y="2674"/>
                  </a:lnTo>
                  <a:lnTo>
                    <a:pt x="23524" y="3259"/>
                  </a:lnTo>
                  <a:lnTo>
                    <a:pt x="22863" y="3692"/>
                  </a:lnTo>
                  <a:lnTo>
                    <a:pt x="22099" y="4023"/>
                  </a:lnTo>
                  <a:lnTo>
                    <a:pt x="21284" y="4201"/>
                  </a:lnTo>
                  <a:lnTo>
                    <a:pt x="20418" y="4201"/>
                  </a:lnTo>
                  <a:lnTo>
                    <a:pt x="19578" y="4023"/>
                  </a:lnTo>
                  <a:lnTo>
                    <a:pt x="18840" y="3692"/>
                  </a:lnTo>
                  <a:lnTo>
                    <a:pt x="18153" y="3259"/>
                  </a:lnTo>
                  <a:lnTo>
                    <a:pt x="17593" y="2674"/>
                  </a:lnTo>
                  <a:lnTo>
                    <a:pt x="17134" y="2012"/>
                  </a:lnTo>
                  <a:lnTo>
                    <a:pt x="16803" y="1248"/>
                  </a:lnTo>
                  <a:lnTo>
                    <a:pt x="16651" y="433"/>
                  </a:lnTo>
                  <a:lnTo>
                    <a:pt x="16625" y="1"/>
                  </a:lnTo>
                  <a:close/>
                </a:path>
              </a:pathLst>
            </a:custGeom>
            <a:solidFill>
              <a:srgbClr val="F586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43"/>
            <p:cNvSpPr/>
            <p:nvPr/>
          </p:nvSpPr>
          <p:spPr>
            <a:xfrm>
              <a:off x="2439675" y="1359225"/>
              <a:ext cx="288325" cy="148950"/>
            </a:xfrm>
            <a:custGeom>
              <a:rect b="b" l="l" r="r" t="t"/>
              <a:pathLst>
                <a:path extrusionOk="0" h="5958" w="11533">
                  <a:moveTo>
                    <a:pt x="1553" y="1"/>
                  </a:moveTo>
                  <a:lnTo>
                    <a:pt x="0" y="51"/>
                  </a:lnTo>
                  <a:lnTo>
                    <a:pt x="0" y="128"/>
                  </a:lnTo>
                  <a:lnTo>
                    <a:pt x="0" y="179"/>
                  </a:lnTo>
                  <a:lnTo>
                    <a:pt x="0" y="790"/>
                  </a:lnTo>
                  <a:lnTo>
                    <a:pt x="255" y="1910"/>
                  </a:lnTo>
                  <a:lnTo>
                    <a:pt x="688" y="2954"/>
                  </a:lnTo>
                  <a:lnTo>
                    <a:pt x="1299" y="3870"/>
                  </a:lnTo>
                  <a:lnTo>
                    <a:pt x="2088" y="4659"/>
                  </a:lnTo>
                  <a:lnTo>
                    <a:pt x="3004" y="5270"/>
                  </a:lnTo>
                  <a:lnTo>
                    <a:pt x="4048" y="5703"/>
                  </a:lnTo>
                  <a:lnTo>
                    <a:pt x="5168" y="5958"/>
                  </a:lnTo>
                  <a:lnTo>
                    <a:pt x="6365" y="5958"/>
                  </a:lnTo>
                  <a:lnTo>
                    <a:pt x="7485" y="5703"/>
                  </a:lnTo>
                  <a:lnTo>
                    <a:pt x="8529" y="5270"/>
                  </a:lnTo>
                  <a:lnTo>
                    <a:pt x="9445" y="4659"/>
                  </a:lnTo>
                  <a:lnTo>
                    <a:pt x="10235" y="3870"/>
                  </a:lnTo>
                  <a:lnTo>
                    <a:pt x="10846" y="2954"/>
                  </a:lnTo>
                  <a:lnTo>
                    <a:pt x="11304" y="1910"/>
                  </a:lnTo>
                  <a:lnTo>
                    <a:pt x="11533" y="790"/>
                  </a:lnTo>
                  <a:lnTo>
                    <a:pt x="11533" y="179"/>
                  </a:lnTo>
                  <a:lnTo>
                    <a:pt x="11533" y="128"/>
                  </a:lnTo>
                  <a:lnTo>
                    <a:pt x="11533" y="51"/>
                  </a:lnTo>
                  <a:lnTo>
                    <a:pt x="9980" y="1"/>
                  </a:lnTo>
                  <a:lnTo>
                    <a:pt x="9955" y="433"/>
                  </a:lnTo>
                  <a:lnTo>
                    <a:pt x="9802" y="1248"/>
                  </a:lnTo>
                  <a:lnTo>
                    <a:pt x="9471" y="2012"/>
                  </a:lnTo>
                  <a:lnTo>
                    <a:pt x="9013" y="2674"/>
                  </a:lnTo>
                  <a:lnTo>
                    <a:pt x="8452" y="3259"/>
                  </a:lnTo>
                  <a:lnTo>
                    <a:pt x="7791" y="3692"/>
                  </a:lnTo>
                  <a:lnTo>
                    <a:pt x="7027" y="4023"/>
                  </a:lnTo>
                  <a:lnTo>
                    <a:pt x="6212" y="4201"/>
                  </a:lnTo>
                  <a:lnTo>
                    <a:pt x="5346" y="4201"/>
                  </a:lnTo>
                  <a:lnTo>
                    <a:pt x="4506" y="4023"/>
                  </a:lnTo>
                  <a:lnTo>
                    <a:pt x="3768" y="3692"/>
                  </a:lnTo>
                  <a:lnTo>
                    <a:pt x="3081" y="3259"/>
                  </a:lnTo>
                  <a:lnTo>
                    <a:pt x="2521" y="2674"/>
                  </a:lnTo>
                  <a:lnTo>
                    <a:pt x="2062" y="2012"/>
                  </a:lnTo>
                  <a:lnTo>
                    <a:pt x="1731" y="1248"/>
                  </a:lnTo>
                  <a:lnTo>
                    <a:pt x="1579" y="433"/>
                  </a:lnTo>
                  <a:lnTo>
                    <a:pt x="1553" y="1"/>
                  </a:lnTo>
                  <a:close/>
                </a:path>
              </a:pathLst>
            </a:custGeom>
            <a:solidFill>
              <a:srgbClr val="E5C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43"/>
            <p:cNvSpPr/>
            <p:nvPr/>
          </p:nvSpPr>
          <p:spPr>
            <a:xfrm>
              <a:off x="2540875" y="974800"/>
              <a:ext cx="82125" cy="119675"/>
            </a:xfrm>
            <a:custGeom>
              <a:rect b="b" l="l" r="r" t="t"/>
              <a:pathLst>
                <a:path extrusionOk="0" h="4787" w="3285">
                  <a:moveTo>
                    <a:pt x="1553" y="0"/>
                  </a:moveTo>
                  <a:lnTo>
                    <a:pt x="1375" y="306"/>
                  </a:lnTo>
                  <a:lnTo>
                    <a:pt x="1298" y="586"/>
                  </a:lnTo>
                  <a:lnTo>
                    <a:pt x="0" y="4252"/>
                  </a:lnTo>
                  <a:lnTo>
                    <a:pt x="0" y="4303"/>
                  </a:lnTo>
                  <a:lnTo>
                    <a:pt x="0" y="4354"/>
                  </a:lnTo>
                  <a:lnTo>
                    <a:pt x="407" y="4558"/>
                  </a:lnTo>
                  <a:lnTo>
                    <a:pt x="1222" y="4787"/>
                  </a:lnTo>
                  <a:lnTo>
                    <a:pt x="2062" y="4787"/>
                  </a:lnTo>
                  <a:lnTo>
                    <a:pt x="2902" y="4558"/>
                  </a:lnTo>
                  <a:lnTo>
                    <a:pt x="3284" y="4354"/>
                  </a:lnTo>
                  <a:lnTo>
                    <a:pt x="3284" y="4303"/>
                  </a:lnTo>
                  <a:lnTo>
                    <a:pt x="3284" y="4252"/>
                  </a:lnTo>
                  <a:lnTo>
                    <a:pt x="2011" y="586"/>
                  </a:lnTo>
                  <a:lnTo>
                    <a:pt x="1935" y="306"/>
                  </a:lnTo>
                  <a:lnTo>
                    <a:pt x="1731" y="0"/>
                  </a:lnTo>
                  <a:close/>
                </a:path>
              </a:pathLst>
            </a:custGeom>
            <a:solidFill>
              <a:srgbClr val="D3A6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43"/>
            <p:cNvSpPr/>
            <p:nvPr/>
          </p:nvSpPr>
          <p:spPr>
            <a:xfrm>
              <a:off x="2540875" y="1083625"/>
              <a:ext cx="82125" cy="37575"/>
            </a:xfrm>
            <a:custGeom>
              <a:rect b="b" l="l" r="r" t="t"/>
              <a:pathLst>
                <a:path extrusionOk="0" h="1503" w="3285">
                  <a:moveTo>
                    <a:pt x="0" y="1"/>
                  </a:moveTo>
                  <a:lnTo>
                    <a:pt x="0" y="306"/>
                  </a:lnTo>
                  <a:lnTo>
                    <a:pt x="280" y="841"/>
                  </a:lnTo>
                  <a:lnTo>
                    <a:pt x="764" y="1248"/>
                  </a:lnTo>
                  <a:lnTo>
                    <a:pt x="1298" y="1477"/>
                  </a:lnTo>
                  <a:lnTo>
                    <a:pt x="1528" y="1503"/>
                  </a:lnTo>
                  <a:lnTo>
                    <a:pt x="1782" y="1503"/>
                  </a:lnTo>
                  <a:lnTo>
                    <a:pt x="2011" y="1477"/>
                  </a:lnTo>
                  <a:lnTo>
                    <a:pt x="2521" y="1248"/>
                  </a:lnTo>
                  <a:lnTo>
                    <a:pt x="3004" y="841"/>
                  </a:lnTo>
                  <a:lnTo>
                    <a:pt x="3284" y="306"/>
                  </a:lnTo>
                  <a:lnTo>
                    <a:pt x="3284" y="1"/>
                  </a:lnTo>
                  <a:lnTo>
                    <a:pt x="2902" y="205"/>
                  </a:lnTo>
                  <a:lnTo>
                    <a:pt x="2062" y="434"/>
                  </a:lnTo>
                  <a:lnTo>
                    <a:pt x="1222" y="434"/>
                  </a:lnTo>
                  <a:lnTo>
                    <a:pt x="407" y="205"/>
                  </a:lnTo>
                  <a:lnTo>
                    <a:pt x="0" y="1"/>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43"/>
            <p:cNvSpPr/>
            <p:nvPr/>
          </p:nvSpPr>
          <p:spPr>
            <a:xfrm>
              <a:off x="2377300" y="949350"/>
              <a:ext cx="26100" cy="26100"/>
            </a:xfrm>
            <a:custGeom>
              <a:rect b="b" l="l" r="r" t="t"/>
              <a:pathLst>
                <a:path extrusionOk="0" h="1044" w="1044">
                  <a:moveTo>
                    <a:pt x="509" y="0"/>
                  </a:moveTo>
                  <a:lnTo>
                    <a:pt x="306" y="26"/>
                  </a:lnTo>
                  <a:lnTo>
                    <a:pt x="26" y="306"/>
                  </a:lnTo>
                  <a:lnTo>
                    <a:pt x="0" y="509"/>
                  </a:lnTo>
                  <a:lnTo>
                    <a:pt x="26" y="738"/>
                  </a:lnTo>
                  <a:lnTo>
                    <a:pt x="306" y="1018"/>
                  </a:lnTo>
                  <a:lnTo>
                    <a:pt x="509" y="1044"/>
                  </a:lnTo>
                  <a:lnTo>
                    <a:pt x="738" y="1018"/>
                  </a:lnTo>
                  <a:lnTo>
                    <a:pt x="1019" y="738"/>
                  </a:lnTo>
                  <a:lnTo>
                    <a:pt x="1044" y="509"/>
                  </a:lnTo>
                  <a:lnTo>
                    <a:pt x="1019" y="306"/>
                  </a:lnTo>
                  <a:lnTo>
                    <a:pt x="738" y="26"/>
                  </a:lnTo>
                  <a:lnTo>
                    <a:pt x="509"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43"/>
            <p:cNvSpPr/>
            <p:nvPr/>
          </p:nvSpPr>
          <p:spPr>
            <a:xfrm>
              <a:off x="2737525" y="949350"/>
              <a:ext cx="26775" cy="26100"/>
            </a:xfrm>
            <a:custGeom>
              <a:rect b="b" l="l" r="r" t="t"/>
              <a:pathLst>
                <a:path extrusionOk="0" h="1044" w="1071">
                  <a:moveTo>
                    <a:pt x="535" y="0"/>
                  </a:moveTo>
                  <a:lnTo>
                    <a:pt x="332" y="26"/>
                  </a:lnTo>
                  <a:lnTo>
                    <a:pt x="26" y="306"/>
                  </a:lnTo>
                  <a:lnTo>
                    <a:pt x="1" y="509"/>
                  </a:lnTo>
                  <a:lnTo>
                    <a:pt x="26" y="738"/>
                  </a:lnTo>
                  <a:lnTo>
                    <a:pt x="332" y="1018"/>
                  </a:lnTo>
                  <a:lnTo>
                    <a:pt x="535" y="1044"/>
                  </a:lnTo>
                  <a:lnTo>
                    <a:pt x="739" y="1018"/>
                  </a:lnTo>
                  <a:lnTo>
                    <a:pt x="1045" y="738"/>
                  </a:lnTo>
                  <a:lnTo>
                    <a:pt x="1070" y="509"/>
                  </a:lnTo>
                  <a:lnTo>
                    <a:pt x="1045" y="306"/>
                  </a:lnTo>
                  <a:lnTo>
                    <a:pt x="739"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43"/>
            <p:cNvSpPr/>
            <p:nvPr/>
          </p:nvSpPr>
          <p:spPr>
            <a:xfrm>
              <a:off x="2330825" y="1037175"/>
              <a:ext cx="145775" cy="68750"/>
            </a:xfrm>
            <a:custGeom>
              <a:rect b="b" l="l" r="r" t="t"/>
              <a:pathLst>
                <a:path extrusionOk="0" h="2750" w="5831">
                  <a:moveTo>
                    <a:pt x="1350" y="0"/>
                  </a:moveTo>
                  <a:lnTo>
                    <a:pt x="1095" y="26"/>
                  </a:lnTo>
                  <a:lnTo>
                    <a:pt x="586" y="229"/>
                  </a:lnTo>
                  <a:lnTo>
                    <a:pt x="230" y="611"/>
                  </a:lnTo>
                  <a:lnTo>
                    <a:pt x="1" y="1095"/>
                  </a:lnTo>
                  <a:lnTo>
                    <a:pt x="1" y="1375"/>
                  </a:lnTo>
                  <a:lnTo>
                    <a:pt x="1" y="1655"/>
                  </a:lnTo>
                  <a:lnTo>
                    <a:pt x="230" y="2164"/>
                  </a:lnTo>
                  <a:lnTo>
                    <a:pt x="586" y="2521"/>
                  </a:lnTo>
                  <a:lnTo>
                    <a:pt x="1095" y="2750"/>
                  </a:lnTo>
                  <a:lnTo>
                    <a:pt x="4736" y="2750"/>
                  </a:lnTo>
                  <a:lnTo>
                    <a:pt x="5220" y="2521"/>
                  </a:lnTo>
                  <a:lnTo>
                    <a:pt x="5602" y="2164"/>
                  </a:lnTo>
                  <a:lnTo>
                    <a:pt x="5805" y="1655"/>
                  </a:lnTo>
                  <a:lnTo>
                    <a:pt x="5831" y="1375"/>
                  </a:lnTo>
                  <a:lnTo>
                    <a:pt x="5805" y="1095"/>
                  </a:lnTo>
                  <a:lnTo>
                    <a:pt x="5602" y="611"/>
                  </a:lnTo>
                  <a:lnTo>
                    <a:pt x="5220" y="229"/>
                  </a:lnTo>
                  <a:lnTo>
                    <a:pt x="4736" y="26"/>
                  </a:lnTo>
                  <a:lnTo>
                    <a:pt x="4456" y="0"/>
                  </a:lnTo>
                  <a:close/>
                </a:path>
              </a:pathLst>
            </a:custGeom>
            <a:solidFill>
              <a:srgbClr val="C66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43"/>
            <p:cNvSpPr/>
            <p:nvPr/>
          </p:nvSpPr>
          <p:spPr>
            <a:xfrm>
              <a:off x="2691075" y="1037175"/>
              <a:ext cx="146400" cy="68750"/>
            </a:xfrm>
            <a:custGeom>
              <a:rect b="b" l="l" r="r" t="t"/>
              <a:pathLst>
                <a:path extrusionOk="0" h="2750" w="5856">
                  <a:moveTo>
                    <a:pt x="1375" y="0"/>
                  </a:moveTo>
                  <a:lnTo>
                    <a:pt x="1095" y="26"/>
                  </a:lnTo>
                  <a:lnTo>
                    <a:pt x="611" y="229"/>
                  </a:lnTo>
                  <a:lnTo>
                    <a:pt x="229" y="611"/>
                  </a:lnTo>
                  <a:lnTo>
                    <a:pt x="26" y="1095"/>
                  </a:lnTo>
                  <a:lnTo>
                    <a:pt x="0" y="1375"/>
                  </a:lnTo>
                  <a:lnTo>
                    <a:pt x="26" y="1655"/>
                  </a:lnTo>
                  <a:lnTo>
                    <a:pt x="229" y="2164"/>
                  </a:lnTo>
                  <a:lnTo>
                    <a:pt x="611" y="2521"/>
                  </a:lnTo>
                  <a:lnTo>
                    <a:pt x="1095" y="2750"/>
                  </a:lnTo>
                  <a:lnTo>
                    <a:pt x="4761" y="2750"/>
                  </a:lnTo>
                  <a:lnTo>
                    <a:pt x="5245" y="2521"/>
                  </a:lnTo>
                  <a:lnTo>
                    <a:pt x="5627" y="2164"/>
                  </a:lnTo>
                  <a:lnTo>
                    <a:pt x="5830" y="1655"/>
                  </a:lnTo>
                  <a:lnTo>
                    <a:pt x="5856" y="1375"/>
                  </a:lnTo>
                  <a:lnTo>
                    <a:pt x="5830" y="1095"/>
                  </a:lnTo>
                  <a:lnTo>
                    <a:pt x="5627" y="611"/>
                  </a:lnTo>
                  <a:lnTo>
                    <a:pt x="5245" y="229"/>
                  </a:lnTo>
                  <a:lnTo>
                    <a:pt x="4761" y="26"/>
                  </a:lnTo>
                  <a:lnTo>
                    <a:pt x="4481" y="0"/>
                  </a:lnTo>
                  <a:close/>
                </a:path>
              </a:pathLst>
            </a:custGeom>
            <a:solidFill>
              <a:srgbClr val="C66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43"/>
            <p:cNvSpPr/>
            <p:nvPr/>
          </p:nvSpPr>
          <p:spPr>
            <a:xfrm>
              <a:off x="2188250" y="394325"/>
              <a:ext cx="791175" cy="526400"/>
            </a:xfrm>
            <a:custGeom>
              <a:rect b="b" l="l" r="r" t="t"/>
              <a:pathLst>
                <a:path extrusionOk="0" h="21056" w="31647">
                  <a:moveTo>
                    <a:pt x="15836" y="1"/>
                  </a:moveTo>
                  <a:lnTo>
                    <a:pt x="15022" y="26"/>
                  </a:lnTo>
                  <a:lnTo>
                    <a:pt x="13418" y="179"/>
                  </a:lnTo>
                  <a:lnTo>
                    <a:pt x="11865" y="510"/>
                  </a:lnTo>
                  <a:lnTo>
                    <a:pt x="10388" y="968"/>
                  </a:lnTo>
                  <a:lnTo>
                    <a:pt x="8962" y="1554"/>
                  </a:lnTo>
                  <a:lnTo>
                    <a:pt x="7613" y="2292"/>
                  </a:lnTo>
                  <a:lnTo>
                    <a:pt x="6366" y="3158"/>
                  </a:lnTo>
                  <a:lnTo>
                    <a:pt x="5194" y="4125"/>
                  </a:lnTo>
                  <a:lnTo>
                    <a:pt x="4100" y="5195"/>
                  </a:lnTo>
                  <a:lnTo>
                    <a:pt x="3132" y="6366"/>
                  </a:lnTo>
                  <a:lnTo>
                    <a:pt x="2292" y="7639"/>
                  </a:lnTo>
                  <a:lnTo>
                    <a:pt x="1554" y="8988"/>
                  </a:lnTo>
                  <a:lnTo>
                    <a:pt x="943" y="10388"/>
                  </a:lnTo>
                  <a:lnTo>
                    <a:pt x="485" y="11890"/>
                  </a:lnTo>
                  <a:lnTo>
                    <a:pt x="179" y="13418"/>
                  </a:lnTo>
                  <a:lnTo>
                    <a:pt x="1" y="15022"/>
                  </a:lnTo>
                  <a:lnTo>
                    <a:pt x="1" y="15836"/>
                  </a:lnTo>
                  <a:lnTo>
                    <a:pt x="1" y="21055"/>
                  </a:lnTo>
                  <a:lnTo>
                    <a:pt x="739" y="20597"/>
                  </a:lnTo>
                  <a:lnTo>
                    <a:pt x="2954" y="19044"/>
                  </a:lnTo>
                  <a:lnTo>
                    <a:pt x="5704" y="16702"/>
                  </a:lnTo>
                  <a:lnTo>
                    <a:pt x="7893" y="14411"/>
                  </a:lnTo>
                  <a:lnTo>
                    <a:pt x="9293" y="12654"/>
                  </a:lnTo>
                  <a:lnTo>
                    <a:pt x="9955" y="11687"/>
                  </a:lnTo>
                  <a:lnTo>
                    <a:pt x="10006" y="11839"/>
                  </a:lnTo>
                  <a:lnTo>
                    <a:pt x="10592" y="12883"/>
                  </a:lnTo>
                  <a:lnTo>
                    <a:pt x="11279" y="13825"/>
                  </a:lnTo>
                  <a:lnTo>
                    <a:pt x="12247" y="14894"/>
                  </a:lnTo>
                  <a:lnTo>
                    <a:pt x="13570" y="15989"/>
                  </a:lnTo>
                  <a:lnTo>
                    <a:pt x="15276" y="17007"/>
                  </a:lnTo>
                  <a:lnTo>
                    <a:pt x="17415" y="17822"/>
                  </a:lnTo>
                  <a:lnTo>
                    <a:pt x="18662" y="18102"/>
                  </a:lnTo>
                  <a:lnTo>
                    <a:pt x="18713" y="17440"/>
                  </a:lnTo>
                  <a:lnTo>
                    <a:pt x="18611" y="14971"/>
                  </a:lnTo>
                  <a:lnTo>
                    <a:pt x="18739" y="15098"/>
                  </a:lnTo>
                  <a:lnTo>
                    <a:pt x="20393" y="16346"/>
                  </a:lnTo>
                  <a:lnTo>
                    <a:pt x="22736" y="17720"/>
                  </a:lnTo>
                  <a:lnTo>
                    <a:pt x="24772" y="18662"/>
                  </a:lnTo>
                  <a:lnTo>
                    <a:pt x="27216" y="19579"/>
                  </a:lnTo>
                  <a:lnTo>
                    <a:pt x="30068" y="20368"/>
                  </a:lnTo>
                  <a:lnTo>
                    <a:pt x="31646" y="20674"/>
                  </a:lnTo>
                  <a:lnTo>
                    <a:pt x="31646" y="15836"/>
                  </a:lnTo>
                  <a:lnTo>
                    <a:pt x="31646" y="15022"/>
                  </a:lnTo>
                  <a:lnTo>
                    <a:pt x="31468" y="13418"/>
                  </a:lnTo>
                  <a:lnTo>
                    <a:pt x="31163" y="11890"/>
                  </a:lnTo>
                  <a:lnTo>
                    <a:pt x="30704" y="10388"/>
                  </a:lnTo>
                  <a:lnTo>
                    <a:pt x="30093" y="8988"/>
                  </a:lnTo>
                  <a:lnTo>
                    <a:pt x="29355" y="7639"/>
                  </a:lnTo>
                  <a:lnTo>
                    <a:pt x="28515" y="6366"/>
                  </a:lnTo>
                  <a:lnTo>
                    <a:pt x="27547" y="5195"/>
                  </a:lnTo>
                  <a:lnTo>
                    <a:pt x="26478" y="4125"/>
                  </a:lnTo>
                  <a:lnTo>
                    <a:pt x="25282" y="3158"/>
                  </a:lnTo>
                  <a:lnTo>
                    <a:pt x="24034" y="2292"/>
                  </a:lnTo>
                  <a:lnTo>
                    <a:pt x="22685" y="1554"/>
                  </a:lnTo>
                  <a:lnTo>
                    <a:pt x="21259" y="968"/>
                  </a:lnTo>
                  <a:lnTo>
                    <a:pt x="19782" y="510"/>
                  </a:lnTo>
                  <a:lnTo>
                    <a:pt x="18229" y="179"/>
                  </a:lnTo>
                  <a:lnTo>
                    <a:pt x="16651" y="26"/>
                  </a:lnTo>
                  <a:lnTo>
                    <a:pt x="15836" y="1"/>
                  </a:lnTo>
                  <a:close/>
                </a:path>
              </a:pathLst>
            </a:custGeom>
            <a:solidFill>
              <a:srgbClr val="542D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43"/>
            <p:cNvSpPr/>
            <p:nvPr/>
          </p:nvSpPr>
          <p:spPr>
            <a:xfrm>
              <a:off x="2348025" y="857050"/>
              <a:ext cx="110750" cy="21675"/>
            </a:xfrm>
            <a:custGeom>
              <a:rect b="b" l="l" r="r" t="t"/>
              <a:pathLst>
                <a:path extrusionOk="0" fill="none" h="867" w="4430">
                  <a:moveTo>
                    <a:pt x="4430" y="866"/>
                  </a:moveTo>
                  <a:lnTo>
                    <a:pt x="4201" y="662"/>
                  </a:lnTo>
                  <a:lnTo>
                    <a:pt x="3666" y="306"/>
                  </a:lnTo>
                  <a:lnTo>
                    <a:pt x="2826" y="1"/>
                  </a:lnTo>
                  <a:lnTo>
                    <a:pt x="1629" y="1"/>
                  </a:lnTo>
                  <a:lnTo>
                    <a:pt x="764" y="306"/>
                  </a:lnTo>
                  <a:lnTo>
                    <a:pt x="255" y="662"/>
                  </a:lnTo>
                  <a:lnTo>
                    <a:pt x="0" y="866"/>
                  </a:lnTo>
                </a:path>
              </a:pathLst>
            </a:custGeom>
            <a:noFill/>
            <a:ln cap="rnd" cmpd="sng" w="21000">
              <a:solidFill>
                <a:srgbClr val="713C23"/>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43"/>
            <p:cNvSpPr/>
            <p:nvPr/>
          </p:nvSpPr>
          <p:spPr>
            <a:xfrm>
              <a:off x="2708900" y="857050"/>
              <a:ext cx="110775" cy="21675"/>
            </a:xfrm>
            <a:custGeom>
              <a:rect b="b" l="l" r="r" t="t"/>
              <a:pathLst>
                <a:path extrusionOk="0" fill="none" h="867" w="4431">
                  <a:moveTo>
                    <a:pt x="4430" y="866"/>
                  </a:moveTo>
                  <a:lnTo>
                    <a:pt x="4175" y="662"/>
                  </a:lnTo>
                  <a:lnTo>
                    <a:pt x="3666" y="306"/>
                  </a:lnTo>
                  <a:lnTo>
                    <a:pt x="2801" y="1"/>
                  </a:lnTo>
                  <a:lnTo>
                    <a:pt x="1604" y="1"/>
                  </a:lnTo>
                  <a:lnTo>
                    <a:pt x="764" y="306"/>
                  </a:lnTo>
                  <a:lnTo>
                    <a:pt x="229" y="662"/>
                  </a:lnTo>
                  <a:lnTo>
                    <a:pt x="0" y="866"/>
                  </a:lnTo>
                </a:path>
              </a:pathLst>
            </a:custGeom>
            <a:noFill/>
            <a:ln cap="rnd" cmpd="sng" w="21000">
              <a:solidFill>
                <a:srgbClr val="713C23"/>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43"/>
            <p:cNvSpPr/>
            <p:nvPr/>
          </p:nvSpPr>
          <p:spPr>
            <a:xfrm>
              <a:off x="2521775" y="1172750"/>
              <a:ext cx="124125" cy="35650"/>
            </a:xfrm>
            <a:custGeom>
              <a:rect b="b" l="l" r="r" t="t"/>
              <a:pathLst>
                <a:path extrusionOk="0" h="1426" w="4965">
                  <a:moveTo>
                    <a:pt x="0" y="0"/>
                  </a:moveTo>
                  <a:lnTo>
                    <a:pt x="153" y="306"/>
                  </a:lnTo>
                  <a:lnTo>
                    <a:pt x="637" y="815"/>
                  </a:lnTo>
                  <a:lnTo>
                    <a:pt x="1273" y="1197"/>
                  </a:lnTo>
                  <a:lnTo>
                    <a:pt x="2062" y="1400"/>
                  </a:lnTo>
                  <a:lnTo>
                    <a:pt x="2495" y="1426"/>
                  </a:lnTo>
                  <a:lnTo>
                    <a:pt x="2903" y="1400"/>
                  </a:lnTo>
                  <a:lnTo>
                    <a:pt x="3692" y="1197"/>
                  </a:lnTo>
                  <a:lnTo>
                    <a:pt x="4328" y="815"/>
                  </a:lnTo>
                  <a:lnTo>
                    <a:pt x="4812" y="306"/>
                  </a:lnTo>
                  <a:lnTo>
                    <a:pt x="4965" y="0"/>
                  </a:lnTo>
                  <a:close/>
                </a:path>
              </a:pathLst>
            </a:custGeom>
            <a:solidFill>
              <a:srgbClr val="AE4C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43"/>
            <p:cNvSpPr/>
            <p:nvPr/>
          </p:nvSpPr>
          <p:spPr>
            <a:xfrm>
              <a:off x="3100950" y="970350"/>
              <a:ext cx="356450" cy="585575"/>
            </a:xfrm>
            <a:custGeom>
              <a:rect b="b" l="l" r="r" t="t"/>
              <a:pathLst>
                <a:path extrusionOk="0" h="23423" w="14258">
                  <a:moveTo>
                    <a:pt x="9192" y="0"/>
                  </a:moveTo>
                  <a:lnTo>
                    <a:pt x="8784" y="77"/>
                  </a:lnTo>
                  <a:lnTo>
                    <a:pt x="8402" y="357"/>
                  </a:lnTo>
                  <a:lnTo>
                    <a:pt x="8148" y="738"/>
                  </a:lnTo>
                  <a:lnTo>
                    <a:pt x="8071" y="993"/>
                  </a:lnTo>
                  <a:lnTo>
                    <a:pt x="6340" y="8529"/>
                  </a:lnTo>
                  <a:lnTo>
                    <a:pt x="6035" y="8453"/>
                  </a:lnTo>
                  <a:lnTo>
                    <a:pt x="7588" y="1757"/>
                  </a:lnTo>
                  <a:lnTo>
                    <a:pt x="7613" y="1502"/>
                  </a:lnTo>
                  <a:lnTo>
                    <a:pt x="7562" y="1019"/>
                  </a:lnTo>
                  <a:lnTo>
                    <a:pt x="7358" y="637"/>
                  </a:lnTo>
                  <a:lnTo>
                    <a:pt x="7027" y="357"/>
                  </a:lnTo>
                  <a:lnTo>
                    <a:pt x="6798" y="280"/>
                  </a:lnTo>
                  <a:lnTo>
                    <a:pt x="6595" y="255"/>
                  </a:lnTo>
                  <a:lnTo>
                    <a:pt x="6162" y="357"/>
                  </a:lnTo>
                  <a:lnTo>
                    <a:pt x="5805" y="611"/>
                  </a:lnTo>
                  <a:lnTo>
                    <a:pt x="5551" y="1019"/>
                  </a:lnTo>
                  <a:lnTo>
                    <a:pt x="5475" y="1273"/>
                  </a:lnTo>
                  <a:lnTo>
                    <a:pt x="3361" y="10413"/>
                  </a:lnTo>
                  <a:lnTo>
                    <a:pt x="3132" y="9547"/>
                  </a:lnTo>
                  <a:lnTo>
                    <a:pt x="2623" y="8172"/>
                  </a:lnTo>
                  <a:lnTo>
                    <a:pt x="2114" y="7205"/>
                  </a:lnTo>
                  <a:lnTo>
                    <a:pt x="1630" y="6594"/>
                  </a:lnTo>
                  <a:lnTo>
                    <a:pt x="943" y="6110"/>
                  </a:lnTo>
                  <a:lnTo>
                    <a:pt x="383" y="6034"/>
                  </a:lnTo>
                  <a:lnTo>
                    <a:pt x="332" y="6059"/>
                  </a:lnTo>
                  <a:lnTo>
                    <a:pt x="154" y="6136"/>
                  </a:lnTo>
                  <a:lnTo>
                    <a:pt x="1" y="6441"/>
                  </a:lnTo>
                  <a:lnTo>
                    <a:pt x="1" y="6950"/>
                  </a:lnTo>
                  <a:lnTo>
                    <a:pt x="26" y="7052"/>
                  </a:lnTo>
                  <a:lnTo>
                    <a:pt x="561" y="9980"/>
                  </a:lnTo>
                  <a:lnTo>
                    <a:pt x="1147" y="13493"/>
                  </a:lnTo>
                  <a:lnTo>
                    <a:pt x="1197" y="13875"/>
                  </a:lnTo>
                  <a:lnTo>
                    <a:pt x="1427" y="14537"/>
                  </a:lnTo>
                  <a:lnTo>
                    <a:pt x="1885" y="15301"/>
                  </a:lnTo>
                  <a:lnTo>
                    <a:pt x="2929" y="16116"/>
                  </a:lnTo>
                  <a:lnTo>
                    <a:pt x="3158" y="16192"/>
                  </a:lnTo>
                  <a:lnTo>
                    <a:pt x="1859" y="21844"/>
                  </a:lnTo>
                  <a:lnTo>
                    <a:pt x="8784" y="23422"/>
                  </a:lnTo>
                  <a:lnTo>
                    <a:pt x="10133" y="17669"/>
                  </a:lnTo>
                  <a:lnTo>
                    <a:pt x="10261" y="17694"/>
                  </a:lnTo>
                  <a:lnTo>
                    <a:pt x="10694" y="17592"/>
                  </a:lnTo>
                  <a:lnTo>
                    <a:pt x="11203" y="17312"/>
                  </a:lnTo>
                  <a:lnTo>
                    <a:pt x="11610" y="16778"/>
                  </a:lnTo>
                  <a:lnTo>
                    <a:pt x="11737" y="16396"/>
                  </a:lnTo>
                  <a:lnTo>
                    <a:pt x="12068" y="14944"/>
                  </a:lnTo>
                  <a:lnTo>
                    <a:pt x="12832" y="11737"/>
                  </a:lnTo>
                  <a:lnTo>
                    <a:pt x="13087" y="10617"/>
                  </a:lnTo>
                  <a:lnTo>
                    <a:pt x="13189" y="10107"/>
                  </a:lnTo>
                  <a:lnTo>
                    <a:pt x="14232" y="5627"/>
                  </a:lnTo>
                  <a:lnTo>
                    <a:pt x="14258" y="5397"/>
                  </a:lnTo>
                  <a:lnTo>
                    <a:pt x="14207" y="4965"/>
                  </a:lnTo>
                  <a:lnTo>
                    <a:pt x="14029" y="4608"/>
                  </a:lnTo>
                  <a:lnTo>
                    <a:pt x="13698" y="4354"/>
                  </a:lnTo>
                  <a:lnTo>
                    <a:pt x="13520" y="4277"/>
                  </a:lnTo>
                  <a:lnTo>
                    <a:pt x="13316" y="4252"/>
                  </a:lnTo>
                  <a:lnTo>
                    <a:pt x="12908" y="4354"/>
                  </a:lnTo>
                  <a:lnTo>
                    <a:pt x="12578" y="4583"/>
                  </a:lnTo>
                  <a:lnTo>
                    <a:pt x="12348" y="4965"/>
                  </a:lnTo>
                  <a:lnTo>
                    <a:pt x="12272" y="5194"/>
                  </a:lnTo>
                  <a:lnTo>
                    <a:pt x="11254" y="9649"/>
                  </a:lnTo>
                  <a:lnTo>
                    <a:pt x="10872" y="9573"/>
                  </a:lnTo>
                  <a:lnTo>
                    <a:pt x="12323" y="3284"/>
                  </a:lnTo>
                  <a:lnTo>
                    <a:pt x="12348" y="3030"/>
                  </a:lnTo>
                  <a:lnTo>
                    <a:pt x="12297" y="2546"/>
                  </a:lnTo>
                  <a:lnTo>
                    <a:pt x="12094" y="2164"/>
                  </a:lnTo>
                  <a:lnTo>
                    <a:pt x="11763" y="1884"/>
                  </a:lnTo>
                  <a:lnTo>
                    <a:pt x="11534" y="1808"/>
                  </a:lnTo>
                  <a:lnTo>
                    <a:pt x="11330" y="1782"/>
                  </a:lnTo>
                  <a:lnTo>
                    <a:pt x="10897" y="1884"/>
                  </a:lnTo>
                  <a:lnTo>
                    <a:pt x="10541" y="2139"/>
                  </a:lnTo>
                  <a:lnTo>
                    <a:pt x="10286" y="2546"/>
                  </a:lnTo>
                  <a:lnTo>
                    <a:pt x="10210" y="2801"/>
                  </a:lnTo>
                  <a:lnTo>
                    <a:pt x="8759" y="9089"/>
                  </a:lnTo>
                  <a:lnTo>
                    <a:pt x="8453" y="9013"/>
                  </a:lnTo>
                  <a:lnTo>
                    <a:pt x="10184" y="1477"/>
                  </a:lnTo>
                  <a:lnTo>
                    <a:pt x="10235" y="1222"/>
                  </a:lnTo>
                  <a:lnTo>
                    <a:pt x="10159" y="764"/>
                  </a:lnTo>
                  <a:lnTo>
                    <a:pt x="9955" y="357"/>
                  </a:lnTo>
                  <a:lnTo>
                    <a:pt x="9624" y="77"/>
                  </a:lnTo>
                  <a:lnTo>
                    <a:pt x="9421" y="26"/>
                  </a:lnTo>
                  <a:lnTo>
                    <a:pt x="9192" y="0"/>
                  </a:lnTo>
                  <a:close/>
                </a:path>
              </a:pathLst>
            </a:custGeom>
            <a:solidFill>
              <a:srgbClr val="C08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43"/>
            <p:cNvSpPr/>
            <p:nvPr/>
          </p:nvSpPr>
          <p:spPr>
            <a:xfrm>
              <a:off x="3184975" y="1230025"/>
              <a:ext cx="25" cy="25"/>
            </a:xfrm>
            <a:custGeom>
              <a:rect b="b" l="l" r="r" t="t"/>
              <a:pathLst>
                <a:path extrusionOk="0" h="1" w="1">
                  <a:moveTo>
                    <a:pt x="0" y="0"/>
                  </a:moveTo>
                  <a:lnTo>
                    <a:pt x="0" y="0"/>
                  </a:lnTo>
                  <a:lnTo>
                    <a:pt x="0" y="0"/>
                  </a:lnTo>
                  <a:lnTo>
                    <a:pt x="0" y="0"/>
                  </a:lnTo>
                  <a:lnTo>
                    <a:pt x="0"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43"/>
            <p:cNvSpPr/>
            <p:nvPr/>
          </p:nvSpPr>
          <p:spPr>
            <a:xfrm>
              <a:off x="3218075" y="1174650"/>
              <a:ext cx="190950" cy="55400"/>
            </a:xfrm>
            <a:custGeom>
              <a:rect b="b" l="l" r="r" t="t"/>
              <a:pathLst>
                <a:path extrusionOk="0" h="2216" w="7638">
                  <a:moveTo>
                    <a:pt x="102" y="0"/>
                  </a:moveTo>
                  <a:lnTo>
                    <a:pt x="0" y="484"/>
                  </a:lnTo>
                  <a:lnTo>
                    <a:pt x="7536" y="2215"/>
                  </a:lnTo>
                  <a:lnTo>
                    <a:pt x="7638" y="1732"/>
                  </a:lnTo>
                  <a:lnTo>
                    <a:pt x="6569" y="1477"/>
                  </a:lnTo>
                  <a:lnTo>
                    <a:pt x="6187" y="1401"/>
                  </a:lnTo>
                  <a:lnTo>
                    <a:pt x="4074" y="917"/>
                  </a:lnTo>
                  <a:lnTo>
                    <a:pt x="3768" y="841"/>
                  </a:lnTo>
                  <a:lnTo>
                    <a:pt x="1655" y="357"/>
                  </a:lnTo>
                  <a:lnTo>
                    <a:pt x="1350" y="281"/>
                  </a:lnTo>
                  <a:lnTo>
                    <a:pt x="102"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43"/>
            <p:cNvSpPr/>
            <p:nvPr/>
          </p:nvSpPr>
          <p:spPr>
            <a:xfrm>
              <a:off x="3184975" y="1223650"/>
              <a:ext cx="105675" cy="159150"/>
            </a:xfrm>
            <a:custGeom>
              <a:rect b="b" l="l" r="r" t="t"/>
              <a:pathLst>
                <a:path extrusionOk="0" h="6366" w="4227">
                  <a:moveTo>
                    <a:pt x="77" y="1"/>
                  </a:moveTo>
                  <a:lnTo>
                    <a:pt x="51" y="26"/>
                  </a:lnTo>
                  <a:lnTo>
                    <a:pt x="0" y="255"/>
                  </a:lnTo>
                  <a:lnTo>
                    <a:pt x="230" y="306"/>
                  </a:lnTo>
                  <a:lnTo>
                    <a:pt x="1121" y="612"/>
                  </a:lnTo>
                  <a:lnTo>
                    <a:pt x="1859" y="1019"/>
                  </a:lnTo>
                  <a:lnTo>
                    <a:pt x="2597" y="1656"/>
                  </a:lnTo>
                  <a:lnTo>
                    <a:pt x="3259" y="2572"/>
                  </a:lnTo>
                  <a:lnTo>
                    <a:pt x="3717" y="3794"/>
                  </a:lnTo>
                  <a:lnTo>
                    <a:pt x="3896" y="5347"/>
                  </a:lnTo>
                  <a:lnTo>
                    <a:pt x="3819" y="6315"/>
                  </a:lnTo>
                  <a:lnTo>
                    <a:pt x="4125" y="6365"/>
                  </a:lnTo>
                  <a:lnTo>
                    <a:pt x="4150" y="6213"/>
                  </a:lnTo>
                  <a:lnTo>
                    <a:pt x="4227" y="5118"/>
                  </a:lnTo>
                  <a:lnTo>
                    <a:pt x="4176" y="4125"/>
                  </a:lnTo>
                  <a:lnTo>
                    <a:pt x="3896" y="3005"/>
                  </a:lnTo>
                  <a:lnTo>
                    <a:pt x="3361" y="1936"/>
                  </a:lnTo>
                  <a:lnTo>
                    <a:pt x="2419" y="968"/>
                  </a:lnTo>
                  <a:lnTo>
                    <a:pt x="1401" y="383"/>
                  </a:lnTo>
                  <a:lnTo>
                    <a:pt x="561" y="103"/>
                  </a:lnTo>
                  <a:lnTo>
                    <a:pt x="77" y="1"/>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43"/>
            <p:cNvSpPr/>
            <p:nvPr/>
          </p:nvSpPr>
          <p:spPr>
            <a:xfrm>
              <a:off x="3162700" y="1403775"/>
              <a:ext cx="183950" cy="84675"/>
            </a:xfrm>
            <a:custGeom>
              <a:rect b="b" l="l" r="r" t="t"/>
              <a:pathLst>
                <a:path extrusionOk="0" h="3387" w="7358">
                  <a:moveTo>
                    <a:pt x="408" y="1"/>
                  </a:moveTo>
                  <a:lnTo>
                    <a:pt x="0" y="1783"/>
                  </a:lnTo>
                  <a:lnTo>
                    <a:pt x="6951" y="3387"/>
                  </a:lnTo>
                  <a:lnTo>
                    <a:pt x="7358" y="1605"/>
                  </a:lnTo>
                  <a:lnTo>
                    <a:pt x="408" y="1"/>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43"/>
            <p:cNvSpPr/>
            <p:nvPr/>
          </p:nvSpPr>
          <p:spPr>
            <a:xfrm>
              <a:off x="3123225" y="1425425"/>
              <a:ext cx="238075" cy="100575"/>
            </a:xfrm>
            <a:custGeom>
              <a:rect b="b" l="l" r="r" t="t"/>
              <a:pathLst>
                <a:path extrusionOk="0" h="4023" w="9523">
                  <a:moveTo>
                    <a:pt x="434" y="0"/>
                  </a:moveTo>
                  <a:lnTo>
                    <a:pt x="1" y="1935"/>
                  </a:lnTo>
                  <a:lnTo>
                    <a:pt x="9064" y="4023"/>
                  </a:lnTo>
                  <a:lnTo>
                    <a:pt x="9523" y="2113"/>
                  </a:lnTo>
                  <a:lnTo>
                    <a:pt x="434" y="0"/>
                  </a:lnTo>
                  <a:close/>
                </a:path>
              </a:pathLst>
            </a:custGeom>
            <a:solidFill>
              <a:srgbClr val="E5C11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43"/>
            <p:cNvSpPr/>
            <p:nvPr/>
          </p:nvSpPr>
          <p:spPr>
            <a:xfrm>
              <a:off x="3100950" y="1463600"/>
              <a:ext cx="251450" cy="105675"/>
            </a:xfrm>
            <a:custGeom>
              <a:rect b="b" l="l" r="r" t="t"/>
              <a:pathLst>
                <a:path extrusionOk="0" h="4227" w="10058">
                  <a:moveTo>
                    <a:pt x="994" y="1"/>
                  </a:moveTo>
                  <a:lnTo>
                    <a:pt x="1" y="4227"/>
                  </a:lnTo>
                  <a:lnTo>
                    <a:pt x="9573" y="4227"/>
                  </a:lnTo>
                  <a:lnTo>
                    <a:pt x="10057" y="2088"/>
                  </a:lnTo>
                  <a:lnTo>
                    <a:pt x="994" y="1"/>
                  </a:lnTo>
                  <a:close/>
                </a:path>
              </a:pathLst>
            </a:custGeom>
            <a:solidFill>
              <a:srgbClr val="F5861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7" name="Google Shape;767;p43"/>
          <p:cNvGrpSpPr/>
          <p:nvPr/>
        </p:nvGrpSpPr>
        <p:grpSpPr>
          <a:xfrm flipH="1">
            <a:off x="7131122" y="1322128"/>
            <a:ext cx="1655447" cy="1389731"/>
            <a:chOff x="238125" y="394325"/>
            <a:chExt cx="1399600" cy="1174950"/>
          </a:xfrm>
        </p:grpSpPr>
        <p:sp>
          <p:nvSpPr>
            <p:cNvPr id="768" name="Google Shape;768;p43"/>
            <p:cNvSpPr/>
            <p:nvPr/>
          </p:nvSpPr>
          <p:spPr>
            <a:xfrm>
              <a:off x="352675" y="866600"/>
              <a:ext cx="68125" cy="190975"/>
            </a:xfrm>
            <a:custGeom>
              <a:rect b="b" l="l" r="r" t="t"/>
              <a:pathLst>
                <a:path extrusionOk="0" h="7639" w="2725">
                  <a:moveTo>
                    <a:pt x="2725" y="0"/>
                  </a:moveTo>
                  <a:lnTo>
                    <a:pt x="2190" y="51"/>
                  </a:lnTo>
                  <a:lnTo>
                    <a:pt x="1197" y="459"/>
                  </a:lnTo>
                  <a:lnTo>
                    <a:pt x="459" y="1197"/>
                  </a:lnTo>
                  <a:lnTo>
                    <a:pt x="52" y="2190"/>
                  </a:lnTo>
                  <a:lnTo>
                    <a:pt x="1" y="2750"/>
                  </a:lnTo>
                  <a:lnTo>
                    <a:pt x="1" y="4914"/>
                  </a:lnTo>
                  <a:lnTo>
                    <a:pt x="52" y="5474"/>
                  </a:lnTo>
                  <a:lnTo>
                    <a:pt x="459" y="6467"/>
                  </a:lnTo>
                  <a:lnTo>
                    <a:pt x="1197" y="7205"/>
                  </a:lnTo>
                  <a:lnTo>
                    <a:pt x="2190" y="7613"/>
                  </a:lnTo>
                  <a:lnTo>
                    <a:pt x="2725" y="7638"/>
                  </a:lnTo>
                  <a:lnTo>
                    <a:pt x="2725"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43"/>
            <p:cNvSpPr/>
            <p:nvPr/>
          </p:nvSpPr>
          <p:spPr>
            <a:xfrm>
              <a:off x="1097350" y="866600"/>
              <a:ext cx="68125" cy="190975"/>
            </a:xfrm>
            <a:custGeom>
              <a:rect b="b" l="l" r="r" t="t"/>
              <a:pathLst>
                <a:path extrusionOk="0" h="7639" w="2725">
                  <a:moveTo>
                    <a:pt x="0" y="0"/>
                  </a:moveTo>
                  <a:lnTo>
                    <a:pt x="0" y="7638"/>
                  </a:lnTo>
                  <a:lnTo>
                    <a:pt x="561" y="7613"/>
                  </a:lnTo>
                  <a:lnTo>
                    <a:pt x="1553" y="7205"/>
                  </a:lnTo>
                  <a:lnTo>
                    <a:pt x="2292" y="6467"/>
                  </a:lnTo>
                  <a:lnTo>
                    <a:pt x="2699" y="5474"/>
                  </a:lnTo>
                  <a:lnTo>
                    <a:pt x="2725" y="4914"/>
                  </a:lnTo>
                  <a:lnTo>
                    <a:pt x="2725" y="2750"/>
                  </a:lnTo>
                  <a:lnTo>
                    <a:pt x="2699" y="2190"/>
                  </a:lnTo>
                  <a:lnTo>
                    <a:pt x="2292" y="1197"/>
                  </a:lnTo>
                  <a:lnTo>
                    <a:pt x="1553" y="459"/>
                  </a:lnTo>
                  <a:lnTo>
                    <a:pt x="561" y="51"/>
                  </a:lnTo>
                  <a:lnTo>
                    <a:pt x="0"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43"/>
            <p:cNvSpPr/>
            <p:nvPr/>
          </p:nvSpPr>
          <p:spPr>
            <a:xfrm>
              <a:off x="654375" y="1254850"/>
              <a:ext cx="210675" cy="264150"/>
            </a:xfrm>
            <a:custGeom>
              <a:rect b="b" l="l" r="r" t="t"/>
              <a:pathLst>
                <a:path extrusionOk="0" h="10566" w="8427">
                  <a:moveTo>
                    <a:pt x="0" y="0"/>
                  </a:moveTo>
                  <a:lnTo>
                    <a:pt x="0" y="10566"/>
                  </a:lnTo>
                  <a:lnTo>
                    <a:pt x="8427" y="10566"/>
                  </a:lnTo>
                  <a:lnTo>
                    <a:pt x="8427"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43"/>
            <p:cNvSpPr/>
            <p:nvPr/>
          </p:nvSpPr>
          <p:spPr>
            <a:xfrm>
              <a:off x="408675" y="439525"/>
              <a:ext cx="701425" cy="875800"/>
            </a:xfrm>
            <a:custGeom>
              <a:rect b="b" l="l" r="r" t="t"/>
              <a:pathLst>
                <a:path extrusionOk="0" h="35032" w="28057">
                  <a:moveTo>
                    <a:pt x="14029" y="1"/>
                  </a:moveTo>
                  <a:lnTo>
                    <a:pt x="13290" y="26"/>
                  </a:lnTo>
                  <a:lnTo>
                    <a:pt x="11890" y="153"/>
                  </a:lnTo>
                  <a:lnTo>
                    <a:pt x="10515" y="433"/>
                  </a:lnTo>
                  <a:lnTo>
                    <a:pt x="9192" y="841"/>
                  </a:lnTo>
                  <a:lnTo>
                    <a:pt x="7944" y="1375"/>
                  </a:lnTo>
                  <a:lnTo>
                    <a:pt x="6748" y="2037"/>
                  </a:lnTo>
                  <a:lnTo>
                    <a:pt x="5627" y="2776"/>
                  </a:lnTo>
                  <a:lnTo>
                    <a:pt x="4584" y="3641"/>
                  </a:lnTo>
                  <a:lnTo>
                    <a:pt x="3642" y="4583"/>
                  </a:lnTo>
                  <a:lnTo>
                    <a:pt x="2776" y="5627"/>
                  </a:lnTo>
                  <a:lnTo>
                    <a:pt x="2038" y="6747"/>
                  </a:lnTo>
                  <a:lnTo>
                    <a:pt x="1376" y="7944"/>
                  </a:lnTo>
                  <a:lnTo>
                    <a:pt x="841" y="9191"/>
                  </a:lnTo>
                  <a:lnTo>
                    <a:pt x="434" y="10515"/>
                  </a:lnTo>
                  <a:lnTo>
                    <a:pt x="154" y="11890"/>
                  </a:lnTo>
                  <a:lnTo>
                    <a:pt x="1" y="13316"/>
                  </a:lnTo>
                  <a:lnTo>
                    <a:pt x="1" y="14028"/>
                  </a:lnTo>
                  <a:lnTo>
                    <a:pt x="1" y="21004"/>
                  </a:lnTo>
                  <a:lnTo>
                    <a:pt x="1" y="21717"/>
                  </a:lnTo>
                  <a:lnTo>
                    <a:pt x="154" y="23143"/>
                  </a:lnTo>
                  <a:lnTo>
                    <a:pt x="434" y="24517"/>
                  </a:lnTo>
                  <a:lnTo>
                    <a:pt x="841" y="25841"/>
                  </a:lnTo>
                  <a:lnTo>
                    <a:pt x="1376" y="27089"/>
                  </a:lnTo>
                  <a:lnTo>
                    <a:pt x="2038" y="28285"/>
                  </a:lnTo>
                  <a:lnTo>
                    <a:pt x="2776" y="29405"/>
                  </a:lnTo>
                  <a:lnTo>
                    <a:pt x="3642" y="30449"/>
                  </a:lnTo>
                  <a:lnTo>
                    <a:pt x="4584" y="31391"/>
                  </a:lnTo>
                  <a:lnTo>
                    <a:pt x="5627" y="32257"/>
                  </a:lnTo>
                  <a:lnTo>
                    <a:pt x="6748" y="32995"/>
                  </a:lnTo>
                  <a:lnTo>
                    <a:pt x="7944" y="33657"/>
                  </a:lnTo>
                  <a:lnTo>
                    <a:pt x="9192" y="34192"/>
                  </a:lnTo>
                  <a:lnTo>
                    <a:pt x="10515" y="34599"/>
                  </a:lnTo>
                  <a:lnTo>
                    <a:pt x="11890" y="34879"/>
                  </a:lnTo>
                  <a:lnTo>
                    <a:pt x="13290" y="35006"/>
                  </a:lnTo>
                  <a:lnTo>
                    <a:pt x="14029" y="35032"/>
                  </a:lnTo>
                  <a:lnTo>
                    <a:pt x="14742" y="35006"/>
                  </a:lnTo>
                  <a:lnTo>
                    <a:pt x="16167" y="34879"/>
                  </a:lnTo>
                  <a:lnTo>
                    <a:pt x="17542" y="34599"/>
                  </a:lnTo>
                  <a:lnTo>
                    <a:pt x="18841" y="34192"/>
                  </a:lnTo>
                  <a:lnTo>
                    <a:pt x="20113" y="33657"/>
                  </a:lnTo>
                  <a:lnTo>
                    <a:pt x="21310" y="32995"/>
                  </a:lnTo>
                  <a:lnTo>
                    <a:pt x="22430" y="32257"/>
                  </a:lnTo>
                  <a:lnTo>
                    <a:pt x="23449" y="31391"/>
                  </a:lnTo>
                  <a:lnTo>
                    <a:pt x="24416" y="30449"/>
                  </a:lnTo>
                  <a:lnTo>
                    <a:pt x="25282" y="29405"/>
                  </a:lnTo>
                  <a:lnTo>
                    <a:pt x="26020" y="28285"/>
                  </a:lnTo>
                  <a:lnTo>
                    <a:pt x="26682" y="27089"/>
                  </a:lnTo>
                  <a:lnTo>
                    <a:pt x="27216" y="25841"/>
                  </a:lnTo>
                  <a:lnTo>
                    <a:pt x="27624" y="24517"/>
                  </a:lnTo>
                  <a:lnTo>
                    <a:pt x="27904" y="23143"/>
                  </a:lnTo>
                  <a:lnTo>
                    <a:pt x="28031" y="21717"/>
                  </a:lnTo>
                  <a:lnTo>
                    <a:pt x="28057" y="21004"/>
                  </a:lnTo>
                  <a:lnTo>
                    <a:pt x="28057" y="14028"/>
                  </a:lnTo>
                  <a:lnTo>
                    <a:pt x="28031" y="13316"/>
                  </a:lnTo>
                  <a:lnTo>
                    <a:pt x="27904" y="11890"/>
                  </a:lnTo>
                  <a:lnTo>
                    <a:pt x="27624" y="10515"/>
                  </a:lnTo>
                  <a:lnTo>
                    <a:pt x="27216" y="9191"/>
                  </a:lnTo>
                  <a:lnTo>
                    <a:pt x="26682" y="7944"/>
                  </a:lnTo>
                  <a:lnTo>
                    <a:pt x="26020" y="6747"/>
                  </a:lnTo>
                  <a:lnTo>
                    <a:pt x="25282" y="5627"/>
                  </a:lnTo>
                  <a:lnTo>
                    <a:pt x="24416" y="4583"/>
                  </a:lnTo>
                  <a:lnTo>
                    <a:pt x="23449" y="3641"/>
                  </a:lnTo>
                  <a:lnTo>
                    <a:pt x="22430" y="2776"/>
                  </a:lnTo>
                  <a:lnTo>
                    <a:pt x="21310" y="2037"/>
                  </a:lnTo>
                  <a:lnTo>
                    <a:pt x="20113" y="1375"/>
                  </a:lnTo>
                  <a:lnTo>
                    <a:pt x="18841" y="841"/>
                  </a:lnTo>
                  <a:lnTo>
                    <a:pt x="17542" y="433"/>
                  </a:lnTo>
                  <a:lnTo>
                    <a:pt x="16167" y="153"/>
                  </a:lnTo>
                  <a:lnTo>
                    <a:pt x="14742" y="26"/>
                  </a:lnTo>
                  <a:lnTo>
                    <a:pt x="14029" y="1"/>
                  </a:lnTo>
                  <a:close/>
                </a:path>
              </a:pathLst>
            </a:custGeom>
            <a:solidFill>
              <a:srgbClr val="C08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43"/>
            <p:cNvSpPr/>
            <p:nvPr/>
          </p:nvSpPr>
          <p:spPr>
            <a:xfrm>
              <a:off x="533425" y="933425"/>
              <a:ext cx="91050" cy="90400"/>
            </a:xfrm>
            <a:custGeom>
              <a:rect b="b" l="l" r="r" t="t"/>
              <a:pathLst>
                <a:path extrusionOk="0" h="3616" w="3642">
                  <a:moveTo>
                    <a:pt x="1834" y="1"/>
                  </a:moveTo>
                  <a:lnTo>
                    <a:pt x="1452" y="26"/>
                  </a:lnTo>
                  <a:lnTo>
                    <a:pt x="790" y="281"/>
                  </a:lnTo>
                  <a:lnTo>
                    <a:pt x="306" y="790"/>
                  </a:lnTo>
                  <a:lnTo>
                    <a:pt x="26" y="1426"/>
                  </a:lnTo>
                  <a:lnTo>
                    <a:pt x="1" y="1808"/>
                  </a:lnTo>
                  <a:lnTo>
                    <a:pt x="26" y="2165"/>
                  </a:lnTo>
                  <a:lnTo>
                    <a:pt x="306" y="2827"/>
                  </a:lnTo>
                  <a:lnTo>
                    <a:pt x="790" y="3310"/>
                  </a:lnTo>
                  <a:lnTo>
                    <a:pt x="1452" y="3590"/>
                  </a:lnTo>
                  <a:lnTo>
                    <a:pt x="1834" y="3616"/>
                  </a:lnTo>
                  <a:lnTo>
                    <a:pt x="2190" y="3590"/>
                  </a:lnTo>
                  <a:lnTo>
                    <a:pt x="2852" y="3310"/>
                  </a:lnTo>
                  <a:lnTo>
                    <a:pt x="3336" y="2827"/>
                  </a:lnTo>
                  <a:lnTo>
                    <a:pt x="3616" y="2165"/>
                  </a:lnTo>
                  <a:lnTo>
                    <a:pt x="3642" y="1808"/>
                  </a:lnTo>
                  <a:lnTo>
                    <a:pt x="3616" y="1426"/>
                  </a:lnTo>
                  <a:lnTo>
                    <a:pt x="3336" y="790"/>
                  </a:lnTo>
                  <a:lnTo>
                    <a:pt x="2852" y="281"/>
                  </a:lnTo>
                  <a:lnTo>
                    <a:pt x="2190" y="26"/>
                  </a:lnTo>
                  <a:lnTo>
                    <a:pt x="1834" y="1"/>
                  </a:lnTo>
                  <a:close/>
                </a:path>
              </a:pathLst>
            </a:custGeom>
            <a:solidFill>
              <a:srgbClr val="5931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43"/>
            <p:cNvSpPr/>
            <p:nvPr/>
          </p:nvSpPr>
          <p:spPr>
            <a:xfrm>
              <a:off x="894325" y="933425"/>
              <a:ext cx="91025" cy="90400"/>
            </a:xfrm>
            <a:custGeom>
              <a:rect b="b" l="l" r="r" t="t"/>
              <a:pathLst>
                <a:path extrusionOk="0" h="3616" w="3641">
                  <a:moveTo>
                    <a:pt x="1808" y="1"/>
                  </a:moveTo>
                  <a:lnTo>
                    <a:pt x="1451" y="26"/>
                  </a:lnTo>
                  <a:lnTo>
                    <a:pt x="789" y="281"/>
                  </a:lnTo>
                  <a:lnTo>
                    <a:pt x="306" y="790"/>
                  </a:lnTo>
                  <a:lnTo>
                    <a:pt x="26" y="1426"/>
                  </a:lnTo>
                  <a:lnTo>
                    <a:pt x="0" y="1808"/>
                  </a:lnTo>
                  <a:lnTo>
                    <a:pt x="26" y="2165"/>
                  </a:lnTo>
                  <a:lnTo>
                    <a:pt x="306" y="2827"/>
                  </a:lnTo>
                  <a:lnTo>
                    <a:pt x="789" y="3310"/>
                  </a:lnTo>
                  <a:lnTo>
                    <a:pt x="1451" y="3590"/>
                  </a:lnTo>
                  <a:lnTo>
                    <a:pt x="1808" y="3616"/>
                  </a:lnTo>
                  <a:lnTo>
                    <a:pt x="2190" y="3590"/>
                  </a:lnTo>
                  <a:lnTo>
                    <a:pt x="2826" y="3310"/>
                  </a:lnTo>
                  <a:lnTo>
                    <a:pt x="3335" y="2827"/>
                  </a:lnTo>
                  <a:lnTo>
                    <a:pt x="3615" y="2165"/>
                  </a:lnTo>
                  <a:lnTo>
                    <a:pt x="3641" y="1808"/>
                  </a:lnTo>
                  <a:lnTo>
                    <a:pt x="3615" y="1426"/>
                  </a:lnTo>
                  <a:lnTo>
                    <a:pt x="3335" y="790"/>
                  </a:lnTo>
                  <a:lnTo>
                    <a:pt x="2826" y="281"/>
                  </a:lnTo>
                  <a:lnTo>
                    <a:pt x="2190" y="26"/>
                  </a:lnTo>
                  <a:lnTo>
                    <a:pt x="1808" y="1"/>
                  </a:lnTo>
                  <a:close/>
                </a:path>
              </a:pathLst>
            </a:custGeom>
            <a:solidFill>
              <a:srgbClr val="59311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43"/>
            <p:cNvSpPr/>
            <p:nvPr/>
          </p:nvSpPr>
          <p:spPr>
            <a:xfrm>
              <a:off x="238125" y="1359225"/>
              <a:ext cx="1042550" cy="210050"/>
            </a:xfrm>
            <a:custGeom>
              <a:rect b="b" l="l" r="r" t="t"/>
              <a:pathLst>
                <a:path extrusionOk="0" h="8402" w="41702">
                  <a:moveTo>
                    <a:pt x="16625" y="1"/>
                  </a:moveTo>
                  <a:lnTo>
                    <a:pt x="12297" y="153"/>
                  </a:lnTo>
                  <a:lnTo>
                    <a:pt x="11176" y="179"/>
                  </a:lnTo>
                  <a:lnTo>
                    <a:pt x="9140" y="484"/>
                  </a:lnTo>
                  <a:lnTo>
                    <a:pt x="7307" y="1070"/>
                  </a:lnTo>
                  <a:lnTo>
                    <a:pt x="5677" y="1910"/>
                  </a:lnTo>
                  <a:lnTo>
                    <a:pt x="4226" y="2979"/>
                  </a:lnTo>
                  <a:lnTo>
                    <a:pt x="2902" y="4303"/>
                  </a:lnTo>
                  <a:lnTo>
                    <a:pt x="1680" y="5805"/>
                  </a:lnTo>
                  <a:lnTo>
                    <a:pt x="560" y="7485"/>
                  </a:lnTo>
                  <a:lnTo>
                    <a:pt x="0" y="8402"/>
                  </a:lnTo>
                  <a:lnTo>
                    <a:pt x="41702" y="8402"/>
                  </a:lnTo>
                  <a:lnTo>
                    <a:pt x="41141" y="7485"/>
                  </a:lnTo>
                  <a:lnTo>
                    <a:pt x="39996" y="5805"/>
                  </a:lnTo>
                  <a:lnTo>
                    <a:pt x="38799" y="4303"/>
                  </a:lnTo>
                  <a:lnTo>
                    <a:pt x="37475" y="2979"/>
                  </a:lnTo>
                  <a:lnTo>
                    <a:pt x="36024" y="1910"/>
                  </a:lnTo>
                  <a:lnTo>
                    <a:pt x="34395" y="1070"/>
                  </a:lnTo>
                  <a:lnTo>
                    <a:pt x="32562" y="484"/>
                  </a:lnTo>
                  <a:lnTo>
                    <a:pt x="30525" y="179"/>
                  </a:lnTo>
                  <a:lnTo>
                    <a:pt x="29380" y="153"/>
                  </a:lnTo>
                  <a:lnTo>
                    <a:pt x="25051" y="1"/>
                  </a:lnTo>
                  <a:lnTo>
                    <a:pt x="25051" y="433"/>
                  </a:lnTo>
                  <a:lnTo>
                    <a:pt x="24873" y="1248"/>
                  </a:lnTo>
                  <a:lnTo>
                    <a:pt x="24568" y="2012"/>
                  </a:lnTo>
                  <a:lnTo>
                    <a:pt x="24110" y="2674"/>
                  </a:lnTo>
                  <a:lnTo>
                    <a:pt x="23524" y="3259"/>
                  </a:lnTo>
                  <a:lnTo>
                    <a:pt x="22862" y="3692"/>
                  </a:lnTo>
                  <a:lnTo>
                    <a:pt x="22098" y="4023"/>
                  </a:lnTo>
                  <a:lnTo>
                    <a:pt x="21284" y="4201"/>
                  </a:lnTo>
                  <a:lnTo>
                    <a:pt x="20418" y="4201"/>
                  </a:lnTo>
                  <a:lnTo>
                    <a:pt x="19603" y="4023"/>
                  </a:lnTo>
                  <a:lnTo>
                    <a:pt x="18840" y="3692"/>
                  </a:lnTo>
                  <a:lnTo>
                    <a:pt x="18178" y="3259"/>
                  </a:lnTo>
                  <a:lnTo>
                    <a:pt x="17592" y="2674"/>
                  </a:lnTo>
                  <a:lnTo>
                    <a:pt x="17134" y="2012"/>
                  </a:lnTo>
                  <a:lnTo>
                    <a:pt x="16828" y="1248"/>
                  </a:lnTo>
                  <a:lnTo>
                    <a:pt x="16650" y="433"/>
                  </a:lnTo>
                  <a:lnTo>
                    <a:pt x="16625" y="1"/>
                  </a:lnTo>
                  <a:close/>
                </a:path>
              </a:pathLst>
            </a:custGeom>
            <a:solidFill>
              <a:srgbClr val="419C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43"/>
            <p:cNvSpPr/>
            <p:nvPr/>
          </p:nvSpPr>
          <p:spPr>
            <a:xfrm>
              <a:off x="614900" y="1359225"/>
              <a:ext cx="288975" cy="148950"/>
            </a:xfrm>
            <a:custGeom>
              <a:rect b="b" l="l" r="r" t="t"/>
              <a:pathLst>
                <a:path extrusionOk="0" h="5958" w="11559">
                  <a:moveTo>
                    <a:pt x="1554" y="1"/>
                  </a:moveTo>
                  <a:lnTo>
                    <a:pt x="1" y="51"/>
                  </a:lnTo>
                  <a:lnTo>
                    <a:pt x="1" y="128"/>
                  </a:lnTo>
                  <a:lnTo>
                    <a:pt x="1" y="179"/>
                  </a:lnTo>
                  <a:lnTo>
                    <a:pt x="26" y="790"/>
                  </a:lnTo>
                  <a:lnTo>
                    <a:pt x="255" y="1910"/>
                  </a:lnTo>
                  <a:lnTo>
                    <a:pt x="688" y="2954"/>
                  </a:lnTo>
                  <a:lnTo>
                    <a:pt x="1324" y="3870"/>
                  </a:lnTo>
                  <a:lnTo>
                    <a:pt x="2088" y="4659"/>
                  </a:lnTo>
                  <a:lnTo>
                    <a:pt x="3030" y="5270"/>
                  </a:lnTo>
                  <a:lnTo>
                    <a:pt x="4049" y="5703"/>
                  </a:lnTo>
                  <a:lnTo>
                    <a:pt x="5194" y="5958"/>
                  </a:lnTo>
                  <a:lnTo>
                    <a:pt x="6365" y="5958"/>
                  </a:lnTo>
                  <a:lnTo>
                    <a:pt x="7486" y="5703"/>
                  </a:lnTo>
                  <a:lnTo>
                    <a:pt x="8529" y="5270"/>
                  </a:lnTo>
                  <a:lnTo>
                    <a:pt x="9446" y="4659"/>
                  </a:lnTo>
                  <a:lnTo>
                    <a:pt x="10235" y="3870"/>
                  </a:lnTo>
                  <a:lnTo>
                    <a:pt x="10872" y="2954"/>
                  </a:lnTo>
                  <a:lnTo>
                    <a:pt x="11304" y="1910"/>
                  </a:lnTo>
                  <a:lnTo>
                    <a:pt x="11533" y="790"/>
                  </a:lnTo>
                  <a:lnTo>
                    <a:pt x="11559" y="179"/>
                  </a:lnTo>
                  <a:lnTo>
                    <a:pt x="11559" y="128"/>
                  </a:lnTo>
                  <a:lnTo>
                    <a:pt x="11533" y="51"/>
                  </a:lnTo>
                  <a:lnTo>
                    <a:pt x="9980" y="1"/>
                  </a:lnTo>
                  <a:lnTo>
                    <a:pt x="9980" y="433"/>
                  </a:lnTo>
                  <a:lnTo>
                    <a:pt x="9802" y="1248"/>
                  </a:lnTo>
                  <a:lnTo>
                    <a:pt x="9497" y="2012"/>
                  </a:lnTo>
                  <a:lnTo>
                    <a:pt x="9039" y="2674"/>
                  </a:lnTo>
                  <a:lnTo>
                    <a:pt x="8453" y="3259"/>
                  </a:lnTo>
                  <a:lnTo>
                    <a:pt x="7791" y="3692"/>
                  </a:lnTo>
                  <a:lnTo>
                    <a:pt x="7027" y="4023"/>
                  </a:lnTo>
                  <a:lnTo>
                    <a:pt x="6213" y="4201"/>
                  </a:lnTo>
                  <a:lnTo>
                    <a:pt x="5347" y="4201"/>
                  </a:lnTo>
                  <a:lnTo>
                    <a:pt x="4532" y="4023"/>
                  </a:lnTo>
                  <a:lnTo>
                    <a:pt x="3769" y="3692"/>
                  </a:lnTo>
                  <a:lnTo>
                    <a:pt x="3107" y="3259"/>
                  </a:lnTo>
                  <a:lnTo>
                    <a:pt x="2521" y="2674"/>
                  </a:lnTo>
                  <a:lnTo>
                    <a:pt x="2063" y="2012"/>
                  </a:lnTo>
                  <a:lnTo>
                    <a:pt x="1757" y="1248"/>
                  </a:lnTo>
                  <a:lnTo>
                    <a:pt x="1579" y="433"/>
                  </a:lnTo>
                  <a:lnTo>
                    <a:pt x="1554" y="1"/>
                  </a:lnTo>
                  <a:close/>
                </a:path>
              </a:pathLst>
            </a:custGeom>
            <a:solidFill>
              <a:srgbClr val="52C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43"/>
            <p:cNvSpPr/>
            <p:nvPr/>
          </p:nvSpPr>
          <p:spPr>
            <a:xfrm>
              <a:off x="716100" y="974800"/>
              <a:ext cx="82775" cy="119675"/>
            </a:xfrm>
            <a:custGeom>
              <a:rect b="b" l="l" r="r" t="t"/>
              <a:pathLst>
                <a:path extrusionOk="0" h="4787" w="3311">
                  <a:moveTo>
                    <a:pt x="1554" y="0"/>
                  </a:moveTo>
                  <a:lnTo>
                    <a:pt x="1375" y="306"/>
                  </a:lnTo>
                  <a:lnTo>
                    <a:pt x="1299" y="586"/>
                  </a:lnTo>
                  <a:lnTo>
                    <a:pt x="26" y="4252"/>
                  </a:lnTo>
                  <a:lnTo>
                    <a:pt x="1" y="4303"/>
                  </a:lnTo>
                  <a:lnTo>
                    <a:pt x="1" y="4354"/>
                  </a:lnTo>
                  <a:lnTo>
                    <a:pt x="408" y="4558"/>
                  </a:lnTo>
                  <a:lnTo>
                    <a:pt x="1223" y="4787"/>
                  </a:lnTo>
                  <a:lnTo>
                    <a:pt x="2063" y="4787"/>
                  </a:lnTo>
                  <a:lnTo>
                    <a:pt x="2903" y="4558"/>
                  </a:lnTo>
                  <a:lnTo>
                    <a:pt x="3310" y="4354"/>
                  </a:lnTo>
                  <a:lnTo>
                    <a:pt x="3310" y="4303"/>
                  </a:lnTo>
                  <a:lnTo>
                    <a:pt x="3285" y="4252"/>
                  </a:lnTo>
                  <a:lnTo>
                    <a:pt x="2012" y="586"/>
                  </a:lnTo>
                  <a:lnTo>
                    <a:pt x="1935" y="306"/>
                  </a:lnTo>
                  <a:lnTo>
                    <a:pt x="1757" y="0"/>
                  </a:lnTo>
                  <a:close/>
                </a:path>
              </a:pathLst>
            </a:custGeom>
            <a:solidFill>
              <a:srgbClr val="D3A69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43"/>
            <p:cNvSpPr/>
            <p:nvPr/>
          </p:nvSpPr>
          <p:spPr>
            <a:xfrm>
              <a:off x="716100" y="1083625"/>
              <a:ext cx="82775" cy="37575"/>
            </a:xfrm>
            <a:custGeom>
              <a:rect b="b" l="l" r="r" t="t"/>
              <a:pathLst>
                <a:path extrusionOk="0" h="1503" w="3311">
                  <a:moveTo>
                    <a:pt x="1" y="1"/>
                  </a:moveTo>
                  <a:lnTo>
                    <a:pt x="1" y="306"/>
                  </a:lnTo>
                  <a:lnTo>
                    <a:pt x="281" y="841"/>
                  </a:lnTo>
                  <a:lnTo>
                    <a:pt x="764" y="1248"/>
                  </a:lnTo>
                  <a:lnTo>
                    <a:pt x="1299" y="1477"/>
                  </a:lnTo>
                  <a:lnTo>
                    <a:pt x="1528" y="1503"/>
                  </a:lnTo>
                  <a:lnTo>
                    <a:pt x="1783" y="1503"/>
                  </a:lnTo>
                  <a:lnTo>
                    <a:pt x="2012" y="1477"/>
                  </a:lnTo>
                  <a:lnTo>
                    <a:pt x="2546" y="1248"/>
                  </a:lnTo>
                  <a:lnTo>
                    <a:pt x="3030" y="841"/>
                  </a:lnTo>
                  <a:lnTo>
                    <a:pt x="3310" y="306"/>
                  </a:lnTo>
                  <a:lnTo>
                    <a:pt x="3310" y="1"/>
                  </a:lnTo>
                  <a:lnTo>
                    <a:pt x="2903" y="205"/>
                  </a:lnTo>
                  <a:lnTo>
                    <a:pt x="2063" y="434"/>
                  </a:lnTo>
                  <a:lnTo>
                    <a:pt x="1223" y="434"/>
                  </a:lnTo>
                  <a:lnTo>
                    <a:pt x="408" y="205"/>
                  </a:lnTo>
                  <a:lnTo>
                    <a:pt x="1" y="1"/>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43"/>
            <p:cNvSpPr/>
            <p:nvPr/>
          </p:nvSpPr>
          <p:spPr>
            <a:xfrm>
              <a:off x="552525" y="949350"/>
              <a:ext cx="26750" cy="26100"/>
            </a:xfrm>
            <a:custGeom>
              <a:rect b="b" l="l" r="r" t="t"/>
              <a:pathLst>
                <a:path extrusionOk="0" h="1044" w="1070">
                  <a:moveTo>
                    <a:pt x="535" y="0"/>
                  </a:moveTo>
                  <a:lnTo>
                    <a:pt x="306" y="26"/>
                  </a:lnTo>
                  <a:lnTo>
                    <a:pt x="26" y="306"/>
                  </a:lnTo>
                  <a:lnTo>
                    <a:pt x="1" y="509"/>
                  </a:lnTo>
                  <a:lnTo>
                    <a:pt x="26" y="738"/>
                  </a:lnTo>
                  <a:lnTo>
                    <a:pt x="306" y="1018"/>
                  </a:lnTo>
                  <a:lnTo>
                    <a:pt x="535" y="1044"/>
                  </a:lnTo>
                  <a:lnTo>
                    <a:pt x="739" y="1018"/>
                  </a:lnTo>
                  <a:lnTo>
                    <a:pt x="1019" y="738"/>
                  </a:lnTo>
                  <a:lnTo>
                    <a:pt x="1070" y="509"/>
                  </a:lnTo>
                  <a:lnTo>
                    <a:pt x="1019" y="306"/>
                  </a:lnTo>
                  <a:lnTo>
                    <a:pt x="739" y="26"/>
                  </a:lnTo>
                  <a:lnTo>
                    <a:pt x="535"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43"/>
            <p:cNvSpPr/>
            <p:nvPr/>
          </p:nvSpPr>
          <p:spPr>
            <a:xfrm>
              <a:off x="913400" y="949350"/>
              <a:ext cx="26125" cy="26100"/>
            </a:xfrm>
            <a:custGeom>
              <a:rect b="b" l="l" r="r" t="t"/>
              <a:pathLst>
                <a:path extrusionOk="0" h="1044" w="1045">
                  <a:moveTo>
                    <a:pt x="510" y="0"/>
                  </a:moveTo>
                  <a:lnTo>
                    <a:pt x="306" y="26"/>
                  </a:lnTo>
                  <a:lnTo>
                    <a:pt x="26" y="306"/>
                  </a:lnTo>
                  <a:lnTo>
                    <a:pt x="1" y="509"/>
                  </a:lnTo>
                  <a:lnTo>
                    <a:pt x="26" y="738"/>
                  </a:lnTo>
                  <a:lnTo>
                    <a:pt x="306" y="1018"/>
                  </a:lnTo>
                  <a:lnTo>
                    <a:pt x="510" y="1044"/>
                  </a:lnTo>
                  <a:lnTo>
                    <a:pt x="739" y="1018"/>
                  </a:lnTo>
                  <a:lnTo>
                    <a:pt x="1019" y="738"/>
                  </a:lnTo>
                  <a:lnTo>
                    <a:pt x="1045" y="509"/>
                  </a:lnTo>
                  <a:lnTo>
                    <a:pt x="1019" y="306"/>
                  </a:lnTo>
                  <a:lnTo>
                    <a:pt x="739" y="26"/>
                  </a:lnTo>
                  <a:lnTo>
                    <a:pt x="510"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43"/>
            <p:cNvSpPr/>
            <p:nvPr/>
          </p:nvSpPr>
          <p:spPr>
            <a:xfrm>
              <a:off x="506075" y="1037175"/>
              <a:ext cx="145775" cy="68750"/>
            </a:xfrm>
            <a:custGeom>
              <a:rect b="b" l="l" r="r" t="t"/>
              <a:pathLst>
                <a:path extrusionOk="0" h="2750" w="5831">
                  <a:moveTo>
                    <a:pt x="1375" y="0"/>
                  </a:moveTo>
                  <a:lnTo>
                    <a:pt x="1095" y="26"/>
                  </a:lnTo>
                  <a:lnTo>
                    <a:pt x="586" y="229"/>
                  </a:lnTo>
                  <a:lnTo>
                    <a:pt x="229" y="611"/>
                  </a:lnTo>
                  <a:lnTo>
                    <a:pt x="26" y="1095"/>
                  </a:lnTo>
                  <a:lnTo>
                    <a:pt x="0" y="1375"/>
                  </a:lnTo>
                  <a:lnTo>
                    <a:pt x="26" y="1655"/>
                  </a:lnTo>
                  <a:lnTo>
                    <a:pt x="229" y="2164"/>
                  </a:lnTo>
                  <a:lnTo>
                    <a:pt x="586" y="2521"/>
                  </a:lnTo>
                  <a:lnTo>
                    <a:pt x="1095" y="2750"/>
                  </a:lnTo>
                  <a:lnTo>
                    <a:pt x="4736" y="2750"/>
                  </a:lnTo>
                  <a:lnTo>
                    <a:pt x="5245" y="2521"/>
                  </a:lnTo>
                  <a:lnTo>
                    <a:pt x="5601" y="2164"/>
                  </a:lnTo>
                  <a:lnTo>
                    <a:pt x="5805" y="1655"/>
                  </a:lnTo>
                  <a:lnTo>
                    <a:pt x="5830" y="1375"/>
                  </a:lnTo>
                  <a:lnTo>
                    <a:pt x="5805" y="1095"/>
                  </a:lnTo>
                  <a:lnTo>
                    <a:pt x="5601" y="611"/>
                  </a:lnTo>
                  <a:lnTo>
                    <a:pt x="5245" y="229"/>
                  </a:lnTo>
                  <a:lnTo>
                    <a:pt x="4736" y="26"/>
                  </a:lnTo>
                  <a:lnTo>
                    <a:pt x="4455" y="0"/>
                  </a:lnTo>
                  <a:close/>
                </a:path>
              </a:pathLst>
            </a:custGeom>
            <a:solidFill>
              <a:srgbClr val="C66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43"/>
            <p:cNvSpPr/>
            <p:nvPr/>
          </p:nvSpPr>
          <p:spPr>
            <a:xfrm>
              <a:off x="866950" y="1037175"/>
              <a:ext cx="145775" cy="68750"/>
            </a:xfrm>
            <a:custGeom>
              <a:rect b="b" l="l" r="r" t="t"/>
              <a:pathLst>
                <a:path extrusionOk="0" h="2750" w="5831">
                  <a:moveTo>
                    <a:pt x="1375" y="0"/>
                  </a:moveTo>
                  <a:lnTo>
                    <a:pt x="1095" y="26"/>
                  </a:lnTo>
                  <a:lnTo>
                    <a:pt x="586" y="229"/>
                  </a:lnTo>
                  <a:lnTo>
                    <a:pt x="229" y="611"/>
                  </a:lnTo>
                  <a:lnTo>
                    <a:pt x="0" y="1095"/>
                  </a:lnTo>
                  <a:lnTo>
                    <a:pt x="0" y="1375"/>
                  </a:lnTo>
                  <a:lnTo>
                    <a:pt x="0" y="1655"/>
                  </a:lnTo>
                  <a:lnTo>
                    <a:pt x="229" y="2164"/>
                  </a:lnTo>
                  <a:lnTo>
                    <a:pt x="586" y="2521"/>
                  </a:lnTo>
                  <a:lnTo>
                    <a:pt x="1095" y="2750"/>
                  </a:lnTo>
                  <a:lnTo>
                    <a:pt x="4736" y="2750"/>
                  </a:lnTo>
                  <a:lnTo>
                    <a:pt x="5219" y="2521"/>
                  </a:lnTo>
                  <a:lnTo>
                    <a:pt x="5601" y="2164"/>
                  </a:lnTo>
                  <a:lnTo>
                    <a:pt x="5805" y="1655"/>
                  </a:lnTo>
                  <a:lnTo>
                    <a:pt x="5830" y="1375"/>
                  </a:lnTo>
                  <a:lnTo>
                    <a:pt x="5805" y="1095"/>
                  </a:lnTo>
                  <a:lnTo>
                    <a:pt x="5601" y="611"/>
                  </a:lnTo>
                  <a:lnTo>
                    <a:pt x="5219" y="229"/>
                  </a:lnTo>
                  <a:lnTo>
                    <a:pt x="4736" y="26"/>
                  </a:lnTo>
                  <a:lnTo>
                    <a:pt x="4456" y="0"/>
                  </a:lnTo>
                  <a:close/>
                </a:path>
              </a:pathLst>
            </a:custGeom>
            <a:solidFill>
              <a:srgbClr val="C66C6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43"/>
            <p:cNvSpPr/>
            <p:nvPr/>
          </p:nvSpPr>
          <p:spPr>
            <a:xfrm>
              <a:off x="363500" y="394325"/>
              <a:ext cx="791800" cy="526400"/>
            </a:xfrm>
            <a:custGeom>
              <a:rect b="b" l="l" r="r" t="t"/>
              <a:pathLst>
                <a:path extrusionOk="0" h="21056" w="31672">
                  <a:moveTo>
                    <a:pt x="15836" y="1"/>
                  </a:moveTo>
                  <a:lnTo>
                    <a:pt x="15021" y="26"/>
                  </a:lnTo>
                  <a:lnTo>
                    <a:pt x="13417" y="179"/>
                  </a:lnTo>
                  <a:lnTo>
                    <a:pt x="11890" y="510"/>
                  </a:lnTo>
                  <a:lnTo>
                    <a:pt x="10388" y="968"/>
                  </a:lnTo>
                  <a:lnTo>
                    <a:pt x="8962" y="1554"/>
                  </a:lnTo>
                  <a:lnTo>
                    <a:pt x="7638" y="2292"/>
                  </a:lnTo>
                  <a:lnTo>
                    <a:pt x="6365" y="3158"/>
                  </a:lnTo>
                  <a:lnTo>
                    <a:pt x="5194" y="4125"/>
                  </a:lnTo>
                  <a:lnTo>
                    <a:pt x="4125" y="5195"/>
                  </a:lnTo>
                  <a:lnTo>
                    <a:pt x="3157" y="6366"/>
                  </a:lnTo>
                  <a:lnTo>
                    <a:pt x="2292" y="7639"/>
                  </a:lnTo>
                  <a:lnTo>
                    <a:pt x="1553" y="8988"/>
                  </a:lnTo>
                  <a:lnTo>
                    <a:pt x="968" y="10388"/>
                  </a:lnTo>
                  <a:lnTo>
                    <a:pt x="484" y="11890"/>
                  </a:lnTo>
                  <a:lnTo>
                    <a:pt x="179" y="13418"/>
                  </a:lnTo>
                  <a:lnTo>
                    <a:pt x="26" y="15022"/>
                  </a:lnTo>
                  <a:lnTo>
                    <a:pt x="0" y="15836"/>
                  </a:lnTo>
                  <a:lnTo>
                    <a:pt x="0" y="21055"/>
                  </a:lnTo>
                  <a:lnTo>
                    <a:pt x="739" y="20597"/>
                  </a:lnTo>
                  <a:lnTo>
                    <a:pt x="2979" y="19044"/>
                  </a:lnTo>
                  <a:lnTo>
                    <a:pt x="5729" y="16702"/>
                  </a:lnTo>
                  <a:lnTo>
                    <a:pt x="7893" y="14411"/>
                  </a:lnTo>
                  <a:lnTo>
                    <a:pt x="9293" y="12654"/>
                  </a:lnTo>
                  <a:lnTo>
                    <a:pt x="9980" y="11687"/>
                  </a:lnTo>
                  <a:lnTo>
                    <a:pt x="10031" y="11839"/>
                  </a:lnTo>
                  <a:lnTo>
                    <a:pt x="10591" y="12883"/>
                  </a:lnTo>
                  <a:lnTo>
                    <a:pt x="11279" y="13825"/>
                  </a:lnTo>
                  <a:lnTo>
                    <a:pt x="12272" y="14894"/>
                  </a:lnTo>
                  <a:lnTo>
                    <a:pt x="13595" y="15989"/>
                  </a:lnTo>
                  <a:lnTo>
                    <a:pt x="15301" y="17007"/>
                  </a:lnTo>
                  <a:lnTo>
                    <a:pt x="17414" y="17822"/>
                  </a:lnTo>
                  <a:lnTo>
                    <a:pt x="18662" y="18102"/>
                  </a:lnTo>
                  <a:lnTo>
                    <a:pt x="18713" y="17440"/>
                  </a:lnTo>
                  <a:lnTo>
                    <a:pt x="18611" y="14971"/>
                  </a:lnTo>
                  <a:lnTo>
                    <a:pt x="18764" y="15098"/>
                  </a:lnTo>
                  <a:lnTo>
                    <a:pt x="20393" y="16346"/>
                  </a:lnTo>
                  <a:lnTo>
                    <a:pt x="22735" y="17720"/>
                  </a:lnTo>
                  <a:lnTo>
                    <a:pt x="24772" y="18662"/>
                  </a:lnTo>
                  <a:lnTo>
                    <a:pt x="27216" y="19579"/>
                  </a:lnTo>
                  <a:lnTo>
                    <a:pt x="30067" y="20368"/>
                  </a:lnTo>
                  <a:lnTo>
                    <a:pt x="31671" y="20674"/>
                  </a:lnTo>
                  <a:lnTo>
                    <a:pt x="31671" y="15836"/>
                  </a:lnTo>
                  <a:lnTo>
                    <a:pt x="31646" y="15022"/>
                  </a:lnTo>
                  <a:lnTo>
                    <a:pt x="31493" y="13418"/>
                  </a:lnTo>
                  <a:lnTo>
                    <a:pt x="31162" y="11890"/>
                  </a:lnTo>
                  <a:lnTo>
                    <a:pt x="30704" y="10388"/>
                  </a:lnTo>
                  <a:lnTo>
                    <a:pt x="30093" y="8988"/>
                  </a:lnTo>
                  <a:lnTo>
                    <a:pt x="29380" y="7639"/>
                  </a:lnTo>
                  <a:lnTo>
                    <a:pt x="28514" y="6366"/>
                  </a:lnTo>
                  <a:lnTo>
                    <a:pt x="27547" y="5195"/>
                  </a:lnTo>
                  <a:lnTo>
                    <a:pt x="26478" y="4125"/>
                  </a:lnTo>
                  <a:lnTo>
                    <a:pt x="25306" y="3158"/>
                  </a:lnTo>
                  <a:lnTo>
                    <a:pt x="24034" y="2292"/>
                  </a:lnTo>
                  <a:lnTo>
                    <a:pt x="22684" y="1554"/>
                  </a:lnTo>
                  <a:lnTo>
                    <a:pt x="21284" y="968"/>
                  </a:lnTo>
                  <a:lnTo>
                    <a:pt x="19782" y="510"/>
                  </a:lnTo>
                  <a:lnTo>
                    <a:pt x="18254" y="179"/>
                  </a:lnTo>
                  <a:lnTo>
                    <a:pt x="16650" y="26"/>
                  </a:lnTo>
                  <a:lnTo>
                    <a:pt x="15836" y="1"/>
                  </a:lnTo>
                  <a:close/>
                </a:path>
              </a:pathLst>
            </a:custGeom>
            <a:solidFill>
              <a:srgbClr val="542D1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43"/>
            <p:cNvSpPr/>
            <p:nvPr/>
          </p:nvSpPr>
          <p:spPr>
            <a:xfrm>
              <a:off x="523900" y="857050"/>
              <a:ext cx="110125" cy="21675"/>
            </a:xfrm>
            <a:custGeom>
              <a:rect b="b" l="l" r="r" t="t"/>
              <a:pathLst>
                <a:path extrusionOk="0" fill="none" h="867" w="4405">
                  <a:moveTo>
                    <a:pt x="4404" y="866"/>
                  </a:moveTo>
                  <a:lnTo>
                    <a:pt x="4175" y="662"/>
                  </a:lnTo>
                  <a:lnTo>
                    <a:pt x="3666" y="306"/>
                  </a:lnTo>
                  <a:lnTo>
                    <a:pt x="2800" y="1"/>
                  </a:lnTo>
                  <a:lnTo>
                    <a:pt x="1604" y="1"/>
                  </a:lnTo>
                  <a:lnTo>
                    <a:pt x="738" y="306"/>
                  </a:lnTo>
                  <a:lnTo>
                    <a:pt x="229" y="662"/>
                  </a:lnTo>
                  <a:lnTo>
                    <a:pt x="0" y="866"/>
                  </a:lnTo>
                </a:path>
              </a:pathLst>
            </a:custGeom>
            <a:noFill/>
            <a:ln cap="rnd" cmpd="sng" w="21000">
              <a:solidFill>
                <a:srgbClr val="713C23"/>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43"/>
            <p:cNvSpPr/>
            <p:nvPr/>
          </p:nvSpPr>
          <p:spPr>
            <a:xfrm>
              <a:off x="884775" y="857050"/>
              <a:ext cx="110125" cy="21675"/>
            </a:xfrm>
            <a:custGeom>
              <a:rect b="b" l="l" r="r" t="t"/>
              <a:pathLst>
                <a:path extrusionOk="0" fill="none" h="867" w="4405">
                  <a:moveTo>
                    <a:pt x="4405" y="866"/>
                  </a:moveTo>
                  <a:lnTo>
                    <a:pt x="4175" y="662"/>
                  </a:lnTo>
                  <a:lnTo>
                    <a:pt x="3641" y="306"/>
                  </a:lnTo>
                  <a:lnTo>
                    <a:pt x="2801" y="1"/>
                  </a:lnTo>
                  <a:lnTo>
                    <a:pt x="1604" y="1"/>
                  </a:lnTo>
                  <a:lnTo>
                    <a:pt x="738" y="306"/>
                  </a:lnTo>
                  <a:lnTo>
                    <a:pt x="229" y="662"/>
                  </a:lnTo>
                  <a:lnTo>
                    <a:pt x="0" y="866"/>
                  </a:lnTo>
                </a:path>
              </a:pathLst>
            </a:custGeom>
            <a:noFill/>
            <a:ln cap="rnd" cmpd="sng" w="21000">
              <a:solidFill>
                <a:srgbClr val="713C23"/>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43"/>
            <p:cNvSpPr/>
            <p:nvPr/>
          </p:nvSpPr>
          <p:spPr>
            <a:xfrm>
              <a:off x="697650" y="1161925"/>
              <a:ext cx="123500" cy="35650"/>
            </a:xfrm>
            <a:custGeom>
              <a:rect b="b" l="l" r="r" t="t"/>
              <a:pathLst>
                <a:path extrusionOk="0" fill="none" h="1426" w="4940">
                  <a:moveTo>
                    <a:pt x="0" y="0"/>
                  </a:moveTo>
                  <a:lnTo>
                    <a:pt x="128" y="306"/>
                  </a:lnTo>
                  <a:lnTo>
                    <a:pt x="611" y="815"/>
                  </a:lnTo>
                  <a:lnTo>
                    <a:pt x="1248" y="1197"/>
                  </a:lnTo>
                  <a:lnTo>
                    <a:pt x="2037" y="1426"/>
                  </a:lnTo>
                  <a:lnTo>
                    <a:pt x="2470" y="1426"/>
                  </a:lnTo>
                  <a:lnTo>
                    <a:pt x="2903" y="1426"/>
                  </a:lnTo>
                  <a:lnTo>
                    <a:pt x="3666" y="1222"/>
                  </a:lnTo>
                  <a:lnTo>
                    <a:pt x="4303" y="840"/>
                  </a:lnTo>
                  <a:lnTo>
                    <a:pt x="4787" y="331"/>
                  </a:lnTo>
                  <a:lnTo>
                    <a:pt x="4939" y="26"/>
                  </a:lnTo>
                </a:path>
              </a:pathLst>
            </a:custGeom>
            <a:noFill/>
            <a:ln cap="rnd" cmpd="sng" w="21000">
              <a:solidFill>
                <a:srgbClr val="AE4C3F"/>
              </a:solidFill>
              <a:prstDash val="solid"/>
              <a:miter lim="254588"/>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43"/>
            <p:cNvSpPr/>
            <p:nvPr/>
          </p:nvSpPr>
          <p:spPr>
            <a:xfrm>
              <a:off x="1280650" y="970350"/>
              <a:ext cx="357075" cy="585575"/>
            </a:xfrm>
            <a:custGeom>
              <a:rect b="b" l="l" r="r" t="t"/>
              <a:pathLst>
                <a:path extrusionOk="0" h="23423" w="14283">
                  <a:moveTo>
                    <a:pt x="9217" y="0"/>
                  </a:moveTo>
                  <a:lnTo>
                    <a:pt x="8784" y="77"/>
                  </a:lnTo>
                  <a:lnTo>
                    <a:pt x="8427" y="357"/>
                  </a:lnTo>
                  <a:lnTo>
                    <a:pt x="8173" y="738"/>
                  </a:lnTo>
                  <a:lnTo>
                    <a:pt x="8096" y="993"/>
                  </a:lnTo>
                  <a:lnTo>
                    <a:pt x="6365" y="8529"/>
                  </a:lnTo>
                  <a:lnTo>
                    <a:pt x="6060" y="8453"/>
                  </a:lnTo>
                  <a:lnTo>
                    <a:pt x="7587" y="1757"/>
                  </a:lnTo>
                  <a:lnTo>
                    <a:pt x="7638" y="1502"/>
                  </a:lnTo>
                  <a:lnTo>
                    <a:pt x="7587" y="1019"/>
                  </a:lnTo>
                  <a:lnTo>
                    <a:pt x="7384" y="637"/>
                  </a:lnTo>
                  <a:lnTo>
                    <a:pt x="7027" y="357"/>
                  </a:lnTo>
                  <a:lnTo>
                    <a:pt x="6824" y="280"/>
                  </a:lnTo>
                  <a:lnTo>
                    <a:pt x="6620" y="255"/>
                  </a:lnTo>
                  <a:lnTo>
                    <a:pt x="6187" y="357"/>
                  </a:lnTo>
                  <a:lnTo>
                    <a:pt x="5831" y="611"/>
                  </a:lnTo>
                  <a:lnTo>
                    <a:pt x="5576" y="1019"/>
                  </a:lnTo>
                  <a:lnTo>
                    <a:pt x="5500" y="1273"/>
                  </a:lnTo>
                  <a:lnTo>
                    <a:pt x="3387" y="10413"/>
                  </a:lnTo>
                  <a:lnTo>
                    <a:pt x="3157" y="9547"/>
                  </a:lnTo>
                  <a:lnTo>
                    <a:pt x="2648" y="8172"/>
                  </a:lnTo>
                  <a:lnTo>
                    <a:pt x="2139" y="7205"/>
                  </a:lnTo>
                  <a:lnTo>
                    <a:pt x="1630" y="6594"/>
                  </a:lnTo>
                  <a:lnTo>
                    <a:pt x="968" y="6110"/>
                  </a:lnTo>
                  <a:lnTo>
                    <a:pt x="408" y="6034"/>
                  </a:lnTo>
                  <a:lnTo>
                    <a:pt x="332" y="6059"/>
                  </a:lnTo>
                  <a:lnTo>
                    <a:pt x="179" y="6136"/>
                  </a:lnTo>
                  <a:lnTo>
                    <a:pt x="1" y="6441"/>
                  </a:lnTo>
                  <a:lnTo>
                    <a:pt x="1" y="6950"/>
                  </a:lnTo>
                  <a:lnTo>
                    <a:pt x="51" y="7052"/>
                  </a:lnTo>
                  <a:lnTo>
                    <a:pt x="561" y="9980"/>
                  </a:lnTo>
                  <a:lnTo>
                    <a:pt x="1172" y="13493"/>
                  </a:lnTo>
                  <a:lnTo>
                    <a:pt x="1223" y="13875"/>
                  </a:lnTo>
                  <a:lnTo>
                    <a:pt x="1426" y="14537"/>
                  </a:lnTo>
                  <a:lnTo>
                    <a:pt x="1910" y="15301"/>
                  </a:lnTo>
                  <a:lnTo>
                    <a:pt x="2954" y="16116"/>
                  </a:lnTo>
                  <a:lnTo>
                    <a:pt x="3183" y="16192"/>
                  </a:lnTo>
                  <a:lnTo>
                    <a:pt x="1859" y="21844"/>
                  </a:lnTo>
                  <a:lnTo>
                    <a:pt x="8809" y="23422"/>
                  </a:lnTo>
                  <a:lnTo>
                    <a:pt x="10159" y="17669"/>
                  </a:lnTo>
                  <a:lnTo>
                    <a:pt x="10286" y="17694"/>
                  </a:lnTo>
                  <a:lnTo>
                    <a:pt x="10719" y="17592"/>
                  </a:lnTo>
                  <a:lnTo>
                    <a:pt x="11228" y="17312"/>
                  </a:lnTo>
                  <a:lnTo>
                    <a:pt x="11635" y="16778"/>
                  </a:lnTo>
                  <a:lnTo>
                    <a:pt x="11763" y="16396"/>
                  </a:lnTo>
                  <a:lnTo>
                    <a:pt x="12094" y="14944"/>
                  </a:lnTo>
                  <a:lnTo>
                    <a:pt x="12832" y="11737"/>
                  </a:lnTo>
                  <a:lnTo>
                    <a:pt x="13086" y="10617"/>
                  </a:lnTo>
                  <a:lnTo>
                    <a:pt x="13214" y="10107"/>
                  </a:lnTo>
                  <a:lnTo>
                    <a:pt x="14232" y="5627"/>
                  </a:lnTo>
                  <a:lnTo>
                    <a:pt x="14283" y="5397"/>
                  </a:lnTo>
                  <a:lnTo>
                    <a:pt x="14232" y="4965"/>
                  </a:lnTo>
                  <a:lnTo>
                    <a:pt x="14028" y="4608"/>
                  </a:lnTo>
                  <a:lnTo>
                    <a:pt x="13723" y="4354"/>
                  </a:lnTo>
                  <a:lnTo>
                    <a:pt x="13519" y="4277"/>
                  </a:lnTo>
                  <a:lnTo>
                    <a:pt x="13341" y="4252"/>
                  </a:lnTo>
                  <a:lnTo>
                    <a:pt x="12934" y="4354"/>
                  </a:lnTo>
                  <a:lnTo>
                    <a:pt x="12603" y="4583"/>
                  </a:lnTo>
                  <a:lnTo>
                    <a:pt x="12374" y="4965"/>
                  </a:lnTo>
                  <a:lnTo>
                    <a:pt x="12297" y="5194"/>
                  </a:lnTo>
                  <a:lnTo>
                    <a:pt x="11253" y="9649"/>
                  </a:lnTo>
                  <a:lnTo>
                    <a:pt x="10872" y="9573"/>
                  </a:lnTo>
                  <a:lnTo>
                    <a:pt x="12323" y="3284"/>
                  </a:lnTo>
                  <a:lnTo>
                    <a:pt x="12374" y="3030"/>
                  </a:lnTo>
                  <a:lnTo>
                    <a:pt x="12323" y="2546"/>
                  </a:lnTo>
                  <a:lnTo>
                    <a:pt x="12094" y="2164"/>
                  </a:lnTo>
                  <a:lnTo>
                    <a:pt x="11763" y="1884"/>
                  </a:lnTo>
                  <a:lnTo>
                    <a:pt x="11559" y="1808"/>
                  </a:lnTo>
                  <a:lnTo>
                    <a:pt x="11330" y="1782"/>
                  </a:lnTo>
                  <a:lnTo>
                    <a:pt x="10922" y="1884"/>
                  </a:lnTo>
                  <a:lnTo>
                    <a:pt x="10566" y="2139"/>
                  </a:lnTo>
                  <a:lnTo>
                    <a:pt x="10286" y="2546"/>
                  </a:lnTo>
                  <a:lnTo>
                    <a:pt x="10235" y="2801"/>
                  </a:lnTo>
                  <a:lnTo>
                    <a:pt x="8784" y="9089"/>
                  </a:lnTo>
                  <a:lnTo>
                    <a:pt x="8478" y="9013"/>
                  </a:lnTo>
                  <a:lnTo>
                    <a:pt x="10210" y="1477"/>
                  </a:lnTo>
                  <a:lnTo>
                    <a:pt x="10235" y="1222"/>
                  </a:lnTo>
                  <a:lnTo>
                    <a:pt x="10184" y="764"/>
                  </a:lnTo>
                  <a:lnTo>
                    <a:pt x="9980" y="357"/>
                  </a:lnTo>
                  <a:lnTo>
                    <a:pt x="9649" y="77"/>
                  </a:lnTo>
                  <a:lnTo>
                    <a:pt x="9420" y="26"/>
                  </a:lnTo>
                  <a:lnTo>
                    <a:pt x="9217" y="0"/>
                  </a:lnTo>
                  <a:close/>
                </a:path>
              </a:pathLst>
            </a:custGeom>
            <a:solidFill>
              <a:srgbClr val="C08A7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43"/>
            <p:cNvSpPr/>
            <p:nvPr/>
          </p:nvSpPr>
          <p:spPr>
            <a:xfrm>
              <a:off x="1365300" y="1230025"/>
              <a:ext cx="25" cy="25"/>
            </a:xfrm>
            <a:custGeom>
              <a:rect b="b" l="l" r="r" t="t"/>
              <a:pathLst>
                <a:path extrusionOk="0" h="1" w="1">
                  <a:moveTo>
                    <a:pt x="1" y="0"/>
                  </a:moveTo>
                  <a:lnTo>
                    <a:pt x="1" y="0"/>
                  </a:lnTo>
                  <a:lnTo>
                    <a:pt x="1" y="0"/>
                  </a:lnTo>
                  <a:lnTo>
                    <a:pt x="1" y="0"/>
                  </a:lnTo>
                  <a:lnTo>
                    <a:pt x="1" y="0"/>
                  </a:lnTo>
                  <a:close/>
                </a:path>
              </a:pathLst>
            </a:custGeom>
            <a:solidFill>
              <a:srgbClr val="CFA4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43"/>
            <p:cNvSpPr/>
            <p:nvPr/>
          </p:nvSpPr>
          <p:spPr>
            <a:xfrm>
              <a:off x="1398400" y="1174650"/>
              <a:ext cx="190975" cy="55400"/>
            </a:xfrm>
            <a:custGeom>
              <a:rect b="b" l="l" r="r" t="t"/>
              <a:pathLst>
                <a:path extrusionOk="0" h="2216" w="7639">
                  <a:moveTo>
                    <a:pt x="102" y="0"/>
                  </a:moveTo>
                  <a:lnTo>
                    <a:pt x="0" y="484"/>
                  </a:lnTo>
                  <a:lnTo>
                    <a:pt x="7536" y="2215"/>
                  </a:lnTo>
                  <a:lnTo>
                    <a:pt x="7638" y="1732"/>
                  </a:lnTo>
                  <a:lnTo>
                    <a:pt x="6569" y="1477"/>
                  </a:lnTo>
                  <a:lnTo>
                    <a:pt x="6543" y="1477"/>
                  </a:lnTo>
                  <a:lnTo>
                    <a:pt x="6162" y="1401"/>
                  </a:lnTo>
                  <a:lnTo>
                    <a:pt x="4074" y="917"/>
                  </a:lnTo>
                  <a:lnTo>
                    <a:pt x="3768" y="841"/>
                  </a:lnTo>
                  <a:lnTo>
                    <a:pt x="1655" y="357"/>
                  </a:lnTo>
                  <a:lnTo>
                    <a:pt x="1350" y="281"/>
                  </a:lnTo>
                  <a:lnTo>
                    <a:pt x="102" y="0"/>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43"/>
            <p:cNvSpPr/>
            <p:nvPr/>
          </p:nvSpPr>
          <p:spPr>
            <a:xfrm>
              <a:off x="1365300" y="1223650"/>
              <a:ext cx="105675" cy="159150"/>
            </a:xfrm>
            <a:custGeom>
              <a:rect b="b" l="l" r="r" t="t"/>
              <a:pathLst>
                <a:path extrusionOk="0" h="6366" w="4227">
                  <a:moveTo>
                    <a:pt x="77" y="1"/>
                  </a:moveTo>
                  <a:lnTo>
                    <a:pt x="52" y="26"/>
                  </a:lnTo>
                  <a:lnTo>
                    <a:pt x="1" y="255"/>
                  </a:lnTo>
                  <a:lnTo>
                    <a:pt x="230" y="306"/>
                  </a:lnTo>
                  <a:lnTo>
                    <a:pt x="1121" y="612"/>
                  </a:lnTo>
                  <a:lnTo>
                    <a:pt x="1859" y="1019"/>
                  </a:lnTo>
                  <a:lnTo>
                    <a:pt x="2597" y="1656"/>
                  </a:lnTo>
                  <a:lnTo>
                    <a:pt x="3259" y="2572"/>
                  </a:lnTo>
                  <a:lnTo>
                    <a:pt x="3718" y="3794"/>
                  </a:lnTo>
                  <a:lnTo>
                    <a:pt x="3896" y="5347"/>
                  </a:lnTo>
                  <a:lnTo>
                    <a:pt x="3819" y="6315"/>
                  </a:lnTo>
                  <a:lnTo>
                    <a:pt x="4099" y="6365"/>
                  </a:lnTo>
                  <a:lnTo>
                    <a:pt x="4150" y="6213"/>
                  </a:lnTo>
                  <a:lnTo>
                    <a:pt x="4227" y="5118"/>
                  </a:lnTo>
                  <a:lnTo>
                    <a:pt x="4176" y="4125"/>
                  </a:lnTo>
                  <a:lnTo>
                    <a:pt x="3896" y="3005"/>
                  </a:lnTo>
                  <a:lnTo>
                    <a:pt x="3336" y="1936"/>
                  </a:lnTo>
                  <a:lnTo>
                    <a:pt x="2394" y="968"/>
                  </a:lnTo>
                  <a:lnTo>
                    <a:pt x="1375" y="383"/>
                  </a:lnTo>
                  <a:lnTo>
                    <a:pt x="535" y="103"/>
                  </a:lnTo>
                  <a:lnTo>
                    <a:pt x="77" y="1"/>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43"/>
            <p:cNvSpPr/>
            <p:nvPr/>
          </p:nvSpPr>
          <p:spPr>
            <a:xfrm>
              <a:off x="1343025" y="1403775"/>
              <a:ext cx="183975" cy="84675"/>
            </a:xfrm>
            <a:custGeom>
              <a:rect b="b" l="l" r="r" t="t"/>
              <a:pathLst>
                <a:path extrusionOk="0" h="3387" w="7359">
                  <a:moveTo>
                    <a:pt x="408" y="1"/>
                  </a:moveTo>
                  <a:lnTo>
                    <a:pt x="1" y="1783"/>
                  </a:lnTo>
                  <a:lnTo>
                    <a:pt x="6951" y="3387"/>
                  </a:lnTo>
                  <a:lnTo>
                    <a:pt x="7358" y="1605"/>
                  </a:lnTo>
                  <a:lnTo>
                    <a:pt x="408" y="1"/>
                  </a:lnTo>
                  <a:close/>
                </a:path>
              </a:pathLst>
            </a:custGeom>
            <a:solidFill>
              <a:srgbClr val="A06A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43"/>
            <p:cNvSpPr/>
            <p:nvPr/>
          </p:nvSpPr>
          <p:spPr>
            <a:xfrm>
              <a:off x="1303575" y="1425425"/>
              <a:ext cx="237425" cy="100575"/>
            </a:xfrm>
            <a:custGeom>
              <a:rect b="b" l="l" r="r" t="t"/>
              <a:pathLst>
                <a:path extrusionOk="0" h="4023" w="9497">
                  <a:moveTo>
                    <a:pt x="433" y="0"/>
                  </a:moveTo>
                  <a:lnTo>
                    <a:pt x="0" y="1935"/>
                  </a:lnTo>
                  <a:lnTo>
                    <a:pt x="9063" y="4023"/>
                  </a:lnTo>
                  <a:lnTo>
                    <a:pt x="9496" y="2113"/>
                  </a:lnTo>
                  <a:lnTo>
                    <a:pt x="433" y="0"/>
                  </a:lnTo>
                  <a:close/>
                </a:path>
              </a:pathLst>
            </a:custGeom>
            <a:solidFill>
              <a:srgbClr val="52C5B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43"/>
            <p:cNvSpPr/>
            <p:nvPr/>
          </p:nvSpPr>
          <p:spPr>
            <a:xfrm>
              <a:off x="1281300" y="1463600"/>
              <a:ext cx="251425" cy="105675"/>
            </a:xfrm>
            <a:custGeom>
              <a:rect b="b" l="l" r="r" t="t"/>
              <a:pathLst>
                <a:path extrusionOk="0" h="4227" w="10057">
                  <a:moveTo>
                    <a:pt x="967" y="1"/>
                  </a:moveTo>
                  <a:lnTo>
                    <a:pt x="0" y="4227"/>
                  </a:lnTo>
                  <a:lnTo>
                    <a:pt x="9547" y="4227"/>
                  </a:lnTo>
                  <a:lnTo>
                    <a:pt x="10056" y="2088"/>
                  </a:lnTo>
                  <a:lnTo>
                    <a:pt x="967" y="1"/>
                  </a:lnTo>
                  <a:close/>
                </a:path>
              </a:pathLst>
            </a:custGeom>
            <a:solidFill>
              <a:srgbClr val="419C9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Lucius template">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