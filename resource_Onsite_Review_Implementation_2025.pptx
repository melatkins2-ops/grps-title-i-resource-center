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9" r:id="rId4"/>
    <p:sldMasterId id="214748370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Lexend Light"/>
      <p:regular r:id="rId22"/>
      <p:bold r:id="rId23"/>
    </p:embeddedFont>
    <p:embeddedFont>
      <p:font typeface="Merriweather Light"/>
      <p:regular r:id="rId24"/>
      <p:bold r:id="rId25"/>
      <p:italic r:id="rId26"/>
      <p:boldItalic r:id="rId27"/>
    </p:embeddedFont>
    <p:embeddedFont>
      <p:font typeface="Lexend"/>
      <p:regular r:id="rId28"/>
      <p:bold r:id="rId29"/>
    </p:embeddedFont>
    <p:embeddedFont>
      <p:font typeface="Merriweather"/>
      <p:regular r:id="rId30"/>
      <p:bold r:id="rId31"/>
      <p:italic r:id="rId32"/>
      <p:boldItalic r:id="rId33"/>
    </p:embeddedFont>
    <p:embeddedFont>
      <p:font typeface="Open Sans Light"/>
      <p:regular r:id="rId34"/>
      <p:bold r:id="rId35"/>
      <p:italic r:id="rId36"/>
      <p:boldItalic r:id="rId37"/>
    </p:embeddedFont>
    <p:embeddedFont>
      <p:font typeface="Open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italic.fntdata"/><Relationship Id="rId20" Type="http://schemas.openxmlformats.org/officeDocument/2006/relationships/slide" Target="slides/slide14.xml"/><Relationship Id="rId41" Type="http://schemas.openxmlformats.org/officeDocument/2006/relationships/font" Target="fonts/OpenSans-boldItalic.fntdata"/><Relationship Id="rId22" Type="http://schemas.openxmlformats.org/officeDocument/2006/relationships/font" Target="fonts/LexendLight-regular.fntdata"/><Relationship Id="rId21" Type="http://schemas.openxmlformats.org/officeDocument/2006/relationships/slide" Target="slides/slide15.xml"/><Relationship Id="rId24" Type="http://schemas.openxmlformats.org/officeDocument/2006/relationships/font" Target="fonts/MerriweatherLight-regular.fntdata"/><Relationship Id="rId23" Type="http://schemas.openxmlformats.org/officeDocument/2006/relationships/font" Target="fonts/Lexend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erriweatherLight-italic.fntdata"/><Relationship Id="rId25" Type="http://schemas.openxmlformats.org/officeDocument/2006/relationships/font" Target="fonts/MerriweatherLight-bold.fntdata"/><Relationship Id="rId28" Type="http://schemas.openxmlformats.org/officeDocument/2006/relationships/font" Target="fonts/Lexend-regular.fntdata"/><Relationship Id="rId27" Type="http://schemas.openxmlformats.org/officeDocument/2006/relationships/font" Target="fonts/MerriweatherLight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Lexen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erriweather-bold.fntdata"/><Relationship Id="rId30" Type="http://schemas.openxmlformats.org/officeDocument/2006/relationships/font" Target="fonts/Merriweather-regular.fntdata"/><Relationship Id="rId11" Type="http://schemas.openxmlformats.org/officeDocument/2006/relationships/slide" Target="slides/slide5.xml"/><Relationship Id="rId33" Type="http://schemas.openxmlformats.org/officeDocument/2006/relationships/font" Target="fonts/Merriweather-boldItalic.fntdata"/><Relationship Id="rId10" Type="http://schemas.openxmlformats.org/officeDocument/2006/relationships/slide" Target="slides/slide4.xml"/><Relationship Id="rId32" Type="http://schemas.openxmlformats.org/officeDocument/2006/relationships/font" Target="fonts/Merriweather-italic.fntdata"/><Relationship Id="rId13" Type="http://schemas.openxmlformats.org/officeDocument/2006/relationships/slide" Target="slides/slide7.xml"/><Relationship Id="rId35" Type="http://schemas.openxmlformats.org/officeDocument/2006/relationships/font" Target="fonts/OpenSansLight-bold.fntdata"/><Relationship Id="rId12" Type="http://schemas.openxmlformats.org/officeDocument/2006/relationships/slide" Target="slides/slide6.xml"/><Relationship Id="rId34" Type="http://schemas.openxmlformats.org/officeDocument/2006/relationships/font" Target="fonts/OpenSansLight-regular.fntdata"/><Relationship Id="rId15" Type="http://schemas.openxmlformats.org/officeDocument/2006/relationships/slide" Target="slides/slide9.xml"/><Relationship Id="rId37" Type="http://schemas.openxmlformats.org/officeDocument/2006/relationships/font" Target="fonts/OpenSansLight-boldItalic.fntdata"/><Relationship Id="rId14" Type="http://schemas.openxmlformats.org/officeDocument/2006/relationships/slide" Target="slides/slide8.xml"/><Relationship Id="rId36" Type="http://schemas.openxmlformats.org/officeDocument/2006/relationships/font" Target="fonts/OpenSansLight-italic.fntdata"/><Relationship Id="rId17" Type="http://schemas.openxmlformats.org/officeDocument/2006/relationships/slide" Target="slides/slide11.xml"/><Relationship Id="rId39" Type="http://schemas.openxmlformats.org/officeDocument/2006/relationships/font" Target="fonts/OpenSans-bold.fntdata"/><Relationship Id="rId16" Type="http://schemas.openxmlformats.org/officeDocument/2006/relationships/slide" Target="slides/slide10.xml"/><Relationship Id="rId38" Type="http://schemas.openxmlformats.org/officeDocument/2006/relationships/font" Target="fonts/OpenSans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8d09173e3b_0_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8d09173e3b_0_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8d09173e3b_0_1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8d09173e3b_0_1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8d09173e3b_0_1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8d09173e3b_0_1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8d09173e3b_0_1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8d09173e3b_0_1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8d09173e3b_0_1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8d09173e3b_0_1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8d09173e3b_0_1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8d09173e3b_0_1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Invite/ who is involved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8d09173e3b_0_1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8d09173e3b_0_1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ongoing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8d09173e3b_0_1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8d09173e3b_0_1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underlines have attached documentation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8d09173e3b_0_1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8d09173e3b_0_1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8d09173e3b_0_1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8d09173e3b_0_1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8d09173e3b_0_1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8d09173e3b_0_1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8d09173e3b_0_1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8d09173e3b_0_1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8d09173e3b_0_1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8d09173e3b_0_1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8d09173e3b_0_1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8d09173e3b_0_1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8d09173e3b_0_1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8d09173e3b_0_1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" type="title">
  <p:cSld name="TITLE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/>
          <p:nvPr>
            <p:ph idx="2" type="pic"/>
          </p:nvPr>
        </p:nvSpPr>
        <p:spPr>
          <a:xfrm>
            <a:off x="0" y="1693150"/>
            <a:ext cx="4494900" cy="27558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35"/>
          <p:cNvSpPr txBox="1"/>
          <p:nvPr/>
        </p:nvSpPr>
        <p:spPr>
          <a:xfrm>
            <a:off x="0" y="-125188"/>
            <a:ext cx="9144000" cy="1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800"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79" name="Google Shape;179;p35"/>
          <p:cNvSpPr txBox="1"/>
          <p:nvPr>
            <p:ph idx="1" type="subTitle"/>
          </p:nvPr>
        </p:nvSpPr>
        <p:spPr>
          <a:xfrm>
            <a:off x="4658775" y="4015525"/>
            <a:ext cx="4256400" cy="89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>
                <a:latin typeface="Merriweather Light"/>
                <a:ea typeface="Merriweather Light"/>
                <a:cs typeface="Merriweather Light"/>
                <a:sym typeface="Merriweath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5"/>
          <p:cNvSpPr txBox="1"/>
          <p:nvPr>
            <p:ph idx="3" type="body"/>
          </p:nvPr>
        </p:nvSpPr>
        <p:spPr>
          <a:xfrm>
            <a:off x="4658775" y="2585350"/>
            <a:ext cx="4278600" cy="8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1" name="Google Shape;181;p35"/>
          <p:cNvSpPr txBox="1"/>
          <p:nvPr>
            <p:ph type="title"/>
          </p:nvPr>
        </p:nvSpPr>
        <p:spPr>
          <a:xfrm>
            <a:off x="0" y="-204100"/>
            <a:ext cx="9144000" cy="16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1pPr>
            <a:lvl2pPr lvl="1"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2pPr>
            <a:lvl3pPr lvl="2"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3pPr>
            <a:lvl4pPr lvl="3"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4pPr>
            <a:lvl5pPr lvl="4"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5pPr>
            <a:lvl6pPr lvl="5"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6pPr>
            <a:lvl7pPr lvl="6"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7pPr>
            <a:lvl8pPr lvl="7"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8pPr>
            <a:lvl9pPr lvl="8">
              <a:spcBef>
                <a:spcPts val="0"/>
              </a:spcBef>
              <a:spcAft>
                <a:spcPts val="0"/>
              </a:spcAft>
              <a:buSzPts val="11800"/>
              <a:buFont typeface="Merriweather Light"/>
              <a:buNone/>
              <a:defRPr sz="11800"/>
            </a:lvl9pPr>
          </a:lstStyle>
          <a:p/>
        </p:txBody>
      </p:sp>
      <p:sp>
        <p:nvSpPr>
          <p:cNvPr id="182" name="Google Shape;182;p35"/>
          <p:cNvSpPr txBox="1"/>
          <p:nvPr>
            <p:ph idx="4" type="body"/>
          </p:nvPr>
        </p:nvSpPr>
        <p:spPr>
          <a:xfrm>
            <a:off x="228600" y="4597400"/>
            <a:ext cx="3150000" cy="31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" type="secHead">
  <p:cSld name="SECTION_HEADER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/>
          <p:nvPr>
            <p:ph idx="2" type="pic"/>
          </p:nvPr>
        </p:nvSpPr>
        <p:spPr>
          <a:xfrm>
            <a:off x="0" y="0"/>
            <a:ext cx="8583300" cy="3954600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36"/>
          <p:cNvSpPr txBox="1"/>
          <p:nvPr>
            <p:ph type="title"/>
          </p:nvPr>
        </p:nvSpPr>
        <p:spPr>
          <a:xfrm>
            <a:off x="228600" y="4076300"/>
            <a:ext cx="8354700" cy="10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Font typeface="Merriweather Light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86" name="Google Shape;186;p36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36"/>
          <p:cNvSpPr txBox="1"/>
          <p:nvPr>
            <p:ph idx="3"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8" name="Google Shape;188;p36"/>
          <p:cNvSpPr txBox="1"/>
          <p:nvPr>
            <p:ph idx="4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9" name="Google Shape;189;p36"/>
          <p:cNvSpPr txBox="1"/>
          <p:nvPr>
            <p:ph idx="5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rvices / Clients" type="tx">
  <p:cSld name="TITLE_AND_BODY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p37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37"/>
          <p:cNvSpPr txBox="1"/>
          <p:nvPr>
            <p:ph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3" name="Google Shape;193;p37"/>
          <p:cNvSpPr txBox="1"/>
          <p:nvPr>
            <p:ph idx="2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4" name="Google Shape;194;p37"/>
          <p:cNvSpPr txBox="1"/>
          <p:nvPr>
            <p:ph idx="3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4"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196" name="Google Shape;196;p37"/>
          <p:cNvSpPr txBox="1"/>
          <p:nvPr>
            <p:ph idx="5" type="title"/>
          </p:nvPr>
        </p:nvSpPr>
        <p:spPr>
          <a:xfrm>
            <a:off x="228600" y="516850"/>
            <a:ext cx="7619700" cy="5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97" name="Google Shape;197;p37"/>
          <p:cNvCxnSpPr/>
          <p:nvPr/>
        </p:nvCxnSpPr>
        <p:spPr>
          <a:xfrm>
            <a:off x="0" y="2212850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37"/>
          <p:cNvCxnSpPr/>
          <p:nvPr/>
        </p:nvCxnSpPr>
        <p:spPr>
          <a:xfrm>
            <a:off x="-125" y="4914900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37"/>
          <p:cNvSpPr txBox="1"/>
          <p:nvPr>
            <p:ph idx="1" type="subTitle"/>
          </p:nvPr>
        </p:nvSpPr>
        <p:spPr>
          <a:xfrm>
            <a:off x="228600" y="2353775"/>
            <a:ext cx="2203500" cy="2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37"/>
          <p:cNvSpPr txBox="1"/>
          <p:nvPr>
            <p:ph idx="6" type="subTitle"/>
          </p:nvPr>
        </p:nvSpPr>
        <p:spPr>
          <a:xfrm>
            <a:off x="3558200" y="2353775"/>
            <a:ext cx="2037900" cy="2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7"/>
          <p:cNvSpPr txBox="1"/>
          <p:nvPr>
            <p:ph idx="7" type="body"/>
          </p:nvPr>
        </p:nvSpPr>
        <p:spPr>
          <a:xfrm>
            <a:off x="229900" y="3034400"/>
            <a:ext cx="3148800" cy="17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02" name="Google Shape;202;p37"/>
          <p:cNvSpPr txBox="1"/>
          <p:nvPr>
            <p:ph idx="8" type="body"/>
          </p:nvPr>
        </p:nvSpPr>
        <p:spPr>
          <a:xfrm>
            <a:off x="3558200" y="3034400"/>
            <a:ext cx="3148800" cy="17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3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4" name="Google Shape;204;p38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38"/>
          <p:cNvSpPr txBox="1"/>
          <p:nvPr>
            <p:ph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6" name="Google Shape;206;p38"/>
          <p:cNvSpPr txBox="1"/>
          <p:nvPr>
            <p:ph idx="2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7" name="Google Shape;207;p38"/>
          <p:cNvSpPr txBox="1"/>
          <p:nvPr>
            <p:ph idx="3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slide" type="twoColTx">
  <p:cSld name="TITLE_AND_TWO_COLUMNS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9"/>
          <p:cNvSpPr/>
          <p:nvPr>
            <p:ph idx="2" type="pic"/>
          </p:nvPr>
        </p:nvSpPr>
        <p:spPr>
          <a:xfrm>
            <a:off x="3558200" y="213800"/>
            <a:ext cx="5025000" cy="23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39"/>
          <p:cNvSpPr/>
          <p:nvPr>
            <p:ph idx="3" type="pic"/>
          </p:nvPr>
        </p:nvSpPr>
        <p:spPr>
          <a:xfrm>
            <a:off x="3557075" y="2571750"/>
            <a:ext cx="5025000" cy="23433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11" name="Google Shape;211;p39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39"/>
          <p:cNvSpPr txBox="1"/>
          <p:nvPr>
            <p:ph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13" name="Google Shape;213;p39"/>
          <p:cNvSpPr txBox="1"/>
          <p:nvPr>
            <p:ph idx="4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14" name="Google Shape;214;p39"/>
          <p:cNvSpPr txBox="1"/>
          <p:nvPr>
            <p:ph idx="5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15" name="Google Shape;215;p39"/>
          <p:cNvSpPr txBox="1"/>
          <p:nvPr>
            <p:ph idx="6"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216" name="Google Shape;216;p39"/>
          <p:cNvSpPr txBox="1"/>
          <p:nvPr>
            <p:ph idx="7" type="title"/>
          </p:nvPr>
        </p:nvSpPr>
        <p:spPr>
          <a:xfrm>
            <a:off x="231325" y="1403700"/>
            <a:ext cx="3147300" cy="11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7" name="Google Shape;217;p39"/>
          <p:cNvSpPr txBox="1"/>
          <p:nvPr>
            <p:ph idx="1" type="body"/>
          </p:nvPr>
        </p:nvSpPr>
        <p:spPr>
          <a:xfrm>
            <a:off x="229125" y="2572475"/>
            <a:ext cx="3149400" cy="17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with captions" type="titleOnly">
  <p:cSld name="TITLE_ONLY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0"/>
          <p:cNvSpPr/>
          <p:nvPr>
            <p:ph idx="2" type="pic"/>
          </p:nvPr>
        </p:nvSpPr>
        <p:spPr>
          <a:xfrm>
            <a:off x="233775" y="820275"/>
            <a:ext cx="2043000" cy="35070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40"/>
          <p:cNvSpPr/>
          <p:nvPr>
            <p:ph idx="3" type="pic"/>
          </p:nvPr>
        </p:nvSpPr>
        <p:spPr>
          <a:xfrm>
            <a:off x="2441450" y="1404850"/>
            <a:ext cx="3154200" cy="35070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40"/>
          <p:cNvSpPr/>
          <p:nvPr>
            <p:ph idx="4" type="pic"/>
          </p:nvPr>
        </p:nvSpPr>
        <p:spPr>
          <a:xfrm>
            <a:off x="5760650" y="818250"/>
            <a:ext cx="2052600" cy="36129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22" name="Google Shape;222;p40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40"/>
          <p:cNvSpPr txBox="1"/>
          <p:nvPr>
            <p:ph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24" name="Google Shape;224;p40"/>
          <p:cNvSpPr txBox="1"/>
          <p:nvPr>
            <p:ph idx="5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25" name="Google Shape;225;p40"/>
          <p:cNvSpPr txBox="1"/>
          <p:nvPr>
            <p:ph idx="6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26" name="Google Shape;226;p40"/>
          <p:cNvSpPr txBox="1"/>
          <p:nvPr>
            <p:ph idx="7"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227" name="Google Shape;227;p40"/>
          <p:cNvSpPr txBox="1"/>
          <p:nvPr>
            <p:ph idx="1" type="body"/>
          </p:nvPr>
        </p:nvSpPr>
        <p:spPr>
          <a:xfrm>
            <a:off x="2447900" y="818250"/>
            <a:ext cx="31476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228" name="Google Shape;228;p40"/>
          <p:cNvSpPr txBox="1"/>
          <p:nvPr>
            <p:ph idx="8" type="body"/>
          </p:nvPr>
        </p:nvSpPr>
        <p:spPr>
          <a:xfrm>
            <a:off x="228600" y="4329625"/>
            <a:ext cx="2052600" cy="58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229" name="Google Shape;229;p40"/>
          <p:cNvSpPr txBox="1"/>
          <p:nvPr>
            <p:ph idx="9" type="body"/>
          </p:nvPr>
        </p:nvSpPr>
        <p:spPr>
          <a:xfrm>
            <a:off x="5755900" y="4431150"/>
            <a:ext cx="2057700" cy="48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●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○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Merriweather"/>
              <a:buChar char="■"/>
              <a:defRPr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ertise / Skills">
  <p:cSld name="ONE_COLUMN_TEXT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1"/>
          <p:cNvSpPr txBox="1"/>
          <p:nvPr>
            <p:ph type="title"/>
          </p:nvPr>
        </p:nvSpPr>
        <p:spPr>
          <a:xfrm>
            <a:off x="221950" y="804550"/>
            <a:ext cx="3156600" cy="32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32" name="Google Shape;232;p41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41"/>
          <p:cNvSpPr txBox="1"/>
          <p:nvPr>
            <p:ph idx="2"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34" name="Google Shape;234;p41"/>
          <p:cNvSpPr txBox="1"/>
          <p:nvPr>
            <p:ph idx="3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35" name="Google Shape;235;p41"/>
          <p:cNvSpPr txBox="1"/>
          <p:nvPr>
            <p:ph idx="4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36" name="Google Shape;236;p41"/>
          <p:cNvSpPr txBox="1"/>
          <p:nvPr>
            <p:ph idx="5"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237" name="Google Shape;237;p41"/>
          <p:cNvSpPr/>
          <p:nvPr>
            <p:ph idx="6" type="pic"/>
          </p:nvPr>
        </p:nvSpPr>
        <p:spPr>
          <a:xfrm>
            <a:off x="3556900" y="818400"/>
            <a:ext cx="2039100" cy="4098600"/>
          </a:xfrm>
          <a:prstGeom prst="rect">
            <a:avLst/>
          </a:prstGeom>
          <a:noFill/>
          <a:ln>
            <a:noFill/>
          </a:ln>
        </p:spPr>
      </p:sp>
      <p:sp>
        <p:nvSpPr>
          <p:cNvPr id="238" name="Google Shape;238;p41"/>
          <p:cNvSpPr/>
          <p:nvPr>
            <p:ph idx="7" type="pic"/>
          </p:nvPr>
        </p:nvSpPr>
        <p:spPr>
          <a:xfrm>
            <a:off x="5758550" y="818400"/>
            <a:ext cx="2052900" cy="4098600"/>
          </a:xfrm>
          <a:prstGeom prst="rect">
            <a:avLst/>
          </a:prstGeom>
          <a:noFill/>
          <a:ln>
            <a:noFill/>
          </a:ln>
        </p:spPr>
      </p:sp>
      <p:sp>
        <p:nvSpPr>
          <p:cNvPr id="239" name="Google Shape;239;p41"/>
          <p:cNvSpPr txBox="1"/>
          <p:nvPr>
            <p:ph idx="1" type="body"/>
          </p:nvPr>
        </p:nvSpPr>
        <p:spPr>
          <a:xfrm>
            <a:off x="228600" y="4179600"/>
            <a:ext cx="3150000" cy="73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0" name="Google Shape;240;p41"/>
          <p:cNvSpPr txBox="1"/>
          <p:nvPr>
            <p:ph idx="8" type="subTitle"/>
          </p:nvPr>
        </p:nvSpPr>
        <p:spPr>
          <a:xfrm>
            <a:off x="3556900" y="213800"/>
            <a:ext cx="2203500" cy="3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9pPr>
          </a:lstStyle>
          <a:p/>
        </p:txBody>
      </p:sp>
      <p:sp>
        <p:nvSpPr>
          <p:cNvPr id="241" name="Google Shape;241;p41"/>
          <p:cNvSpPr txBox="1"/>
          <p:nvPr>
            <p:ph idx="9" type="subTitle"/>
          </p:nvPr>
        </p:nvSpPr>
        <p:spPr>
          <a:xfrm>
            <a:off x="5766050" y="213800"/>
            <a:ext cx="2037900" cy="3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page">
  <p:cSld name="MAIN_POINT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2"/>
          <p:cNvSpPr txBox="1"/>
          <p:nvPr>
            <p:ph type="title"/>
          </p:nvPr>
        </p:nvSpPr>
        <p:spPr>
          <a:xfrm>
            <a:off x="228600" y="219850"/>
            <a:ext cx="77400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Merriweather L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9pPr>
          </a:lstStyle>
          <a:p/>
        </p:txBody>
      </p:sp>
      <p:sp>
        <p:nvSpPr>
          <p:cNvPr id="244" name="Google Shape;244;p42"/>
          <p:cNvSpPr txBox="1"/>
          <p:nvPr>
            <p:ph idx="2" type="title"/>
          </p:nvPr>
        </p:nvSpPr>
        <p:spPr>
          <a:xfrm>
            <a:off x="228600" y="1984250"/>
            <a:ext cx="42657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245" name="Google Shape;245;p42"/>
          <p:cNvSpPr txBox="1"/>
          <p:nvPr>
            <p:ph idx="3" type="title"/>
          </p:nvPr>
        </p:nvSpPr>
        <p:spPr>
          <a:xfrm>
            <a:off x="4658875" y="4316425"/>
            <a:ext cx="42564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Merriweather L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9pPr>
          </a:lstStyle>
          <a:p/>
        </p:txBody>
      </p:sp>
      <p:sp>
        <p:nvSpPr>
          <p:cNvPr id="246" name="Google Shape;246;p42"/>
          <p:cNvSpPr txBox="1"/>
          <p:nvPr>
            <p:ph idx="1" type="body"/>
          </p:nvPr>
        </p:nvSpPr>
        <p:spPr>
          <a:xfrm>
            <a:off x="228600" y="4179600"/>
            <a:ext cx="3150000" cy="73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7" name="Google Shape;247;p42"/>
          <p:cNvSpPr txBox="1"/>
          <p:nvPr>
            <p:ph idx="4" type="body"/>
          </p:nvPr>
        </p:nvSpPr>
        <p:spPr>
          <a:xfrm>
            <a:off x="4658875" y="1984250"/>
            <a:ext cx="4265700" cy="7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wards">
  <p:cSld name="SECTION_TITLE_AND_DESCRIPTION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43"/>
          <p:cNvCxnSpPr/>
          <p:nvPr/>
        </p:nvCxnSpPr>
        <p:spPr>
          <a:xfrm>
            <a:off x="-125" y="2270875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43"/>
          <p:cNvCxnSpPr/>
          <p:nvPr/>
        </p:nvCxnSpPr>
        <p:spPr>
          <a:xfrm>
            <a:off x="-125" y="3149550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43"/>
          <p:cNvCxnSpPr/>
          <p:nvPr/>
        </p:nvCxnSpPr>
        <p:spPr>
          <a:xfrm>
            <a:off x="-125" y="4030900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43"/>
          <p:cNvCxnSpPr/>
          <p:nvPr/>
        </p:nvCxnSpPr>
        <p:spPr>
          <a:xfrm>
            <a:off x="-125" y="4914900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43"/>
          <p:cNvSpPr txBox="1"/>
          <p:nvPr>
            <p:ph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54" name="Google Shape;254;p43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43"/>
          <p:cNvSpPr txBox="1"/>
          <p:nvPr>
            <p:ph idx="2"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56" name="Google Shape;256;p43"/>
          <p:cNvSpPr txBox="1"/>
          <p:nvPr>
            <p:ph idx="3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57" name="Google Shape;257;p43"/>
          <p:cNvSpPr txBox="1"/>
          <p:nvPr>
            <p:ph idx="4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58" name="Google Shape;258;p43"/>
          <p:cNvSpPr txBox="1"/>
          <p:nvPr>
            <p:ph idx="5" type="title"/>
          </p:nvPr>
        </p:nvSpPr>
        <p:spPr>
          <a:xfrm>
            <a:off x="1325925" y="1403700"/>
            <a:ext cx="4270200" cy="8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259" name="Google Shape;259;p43"/>
          <p:cNvSpPr txBox="1"/>
          <p:nvPr>
            <p:ph idx="6" type="title"/>
          </p:nvPr>
        </p:nvSpPr>
        <p:spPr>
          <a:xfrm>
            <a:off x="1325875" y="2273525"/>
            <a:ext cx="4270200" cy="8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260" name="Google Shape;260;p43"/>
          <p:cNvSpPr txBox="1"/>
          <p:nvPr>
            <p:ph idx="7" type="title"/>
          </p:nvPr>
        </p:nvSpPr>
        <p:spPr>
          <a:xfrm>
            <a:off x="1325875" y="3152225"/>
            <a:ext cx="4270200" cy="8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261" name="Google Shape;261;p43"/>
          <p:cNvSpPr txBox="1"/>
          <p:nvPr>
            <p:ph idx="8" type="title"/>
          </p:nvPr>
        </p:nvSpPr>
        <p:spPr>
          <a:xfrm>
            <a:off x="1325875" y="4036300"/>
            <a:ext cx="4276800" cy="8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262" name="Google Shape;262;p43"/>
          <p:cNvSpPr txBox="1"/>
          <p:nvPr>
            <p:ph idx="1" type="subTitle"/>
          </p:nvPr>
        </p:nvSpPr>
        <p:spPr>
          <a:xfrm>
            <a:off x="228600" y="1403700"/>
            <a:ext cx="937200" cy="8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3" name="Google Shape;263;p43"/>
          <p:cNvSpPr txBox="1"/>
          <p:nvPr>
            <p:ph idx="9" type="subTitle"/>
          </p:nvPr>
        </p:nvSpPr>
        <p:spPr>
          <a:xfrm>
            <a:off x="228600" y="2273525"/>
            <a:ext cx="937200" cy="8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4" name="Google Shape;264;p43"/>
          <p:cNvSpPr txBox="1"/>
          <p:nvPr>
            <p:ph idx="13" type="subTitle"/>
          </p:nvPr>
        </p:nvSpPr>
        <p:spPr>
          <a:xfrm>
            <a:off x="231150" y="3152225"/>
            <a:ext cx="934800" cy="8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5" name="Google Shape;265;p43"/>
          <p:cNvSpPr txBox="1"/>
          <p:nvPr>
            <p:ph idx="14" type="subTitle"/>
          </p:nvPr>
        </p:nvSpPr>
        <p:spPr>
          <a:xfrm>
            <a:off x="228600" y="4028225"/>
            <a:ext cx="937200" cy="8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6" name="Google Shape;266;p43"/>
          <p:cNvSpPr txBox="1"/>
          <p:nvPr>
            <p:ph idx="15" type="body"/>
          </p:nvPr>
        </p:nvSpPr>
        <p:spPr>
          <a:xfrm>
            <a:off x="5760650" y="1403700"/>
            <a:ext cx="2829600" cy="86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7" name="Google Shape;267;p43"/>
          <p:cNvSpPr txBox="1"/>
          <p:nvPr>
            <p:ph idx="16" type="body"/>
          </p:nvPr>
        </p:nvSpPr>
        <p:spPr>
          <a:xfrm>
            <a:off x="5760650" y="2268150"/>
            <a:ext cx="2829600" cy="8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8" name="Google Shape;268;p43"/>
          <p:cNvSpPr txBox="1"/>
          <p:nvPr>
            <p:ph idx="17" type="body"/>
          </p:nvPr>
        </p:nvSpPr>
        <p:spPr>
          <a:xfrm>
            <a:off x="5760500" y="3152200"/>
            <a:ext cx="2829600" cy="8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9" name="Google Shape;269;p43"/>
          <p:cNvSpPr txBox="1"/>
          <p:nvPr>
            <p:ph idx="18" type="body"/>
          </p:nvPr>
        </p:nvSpPr>
        <p:spPr>
          <a:xfrm>
            <a:off x="5762750" y="4036238"/>
            <a:ext cx="2834100" cy="8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APTION_ONLY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4"/>
          <p:cNvSpPr txBox="1"/>
          <p:nvPr>
            <p:ph type="title"/>
          </p:nvPr>
        </p:nvSpPr>
        <p:spPr>
          <a:xfrm>
            <a:off x="-21000" y="-125200"/>
            <a:ext cx="9186000" cy="15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00"/>
              <a:buFont typeface="Merriweather Light"/>
              <a:buNone/>
              <a:defRPr sz="1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272" name="Google Shape;272;p44"/>
          <p:cNvSpPr txBox="1"/>
          <p:nvPr>
            <p:ph idx="2" type="title"/>
          </p:nvPr>
        </p:nvSpPr>
        <p:spPr>
          <a:xfrm>
            <a:off x="4658875" y="4316425"/>
            <a:ext cx="42564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9pPr>
          </a:lstStyle>
          <a:p/>
        </p:txBody>
      </p:sp>
      <p:sp>
        <p:nvSpPr>
          <p:cNvPr id="273" name="Google Shape;273;p44"/>
          <p:cNvSpPr txBox="1"/>
          <p:nvPr>
            <p:ph idx="1" type="body"/>
          </p:nvPr>
        </p:nvSpPr>
        <p:spPr>
          <a:xfrm>
            <a:off x="228600" y="4179600"/>
            <a:ext cx="3150000" cy="73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">
  <p:cSld name="BIG_NUMBER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5" name="Google Shape;275;p45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Google Shape;276;p45"/>
          <p:cNvSpPr txBox="1"/>
          <p:nvPr>
            <p:ph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77" name="Google Shape;277;p45"/>
          <p:cNvSpPr txBox="1"/>
          <p:nvPr>
            <p:ph idx="2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78" name="Google Shape;278;p45"/>
          <p:cNvSpPr txBox="1"/>
          <p:nvPr>
            <p:ph idx="3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79" name="Google Shape;279;p45"/>
          <p:cNvSpPr/>
          <p:nvPr>
            <p:ph idx="4" type="pic"/>
          </p:nvPr>
        </p:nvSpPr>
        <p:spPr>
          <a:xfrm>
            <a:off x="0" y="0"/>
            <a:ext cx="8582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8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1" name="Google Shape;281;p46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2" name="Google Shape;282;p46"/>
          <p:cNvSpPr txBox="1"/>
          <p:nvPr>
            <p:ph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83" name="Google Shape;283;p46"/>
          <p:cNvSpPr txBox="1"/>
          <p:nvPr>
            <p:ph idx="2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84" name="Google Shape;284;p46"/>
          <p:cNvSpPr txBox="1"/>
          <p:nvPr>
            <p:ph idx="3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85" name="Google Shape;285;p46"/>
          <p:cNvSpPr/>
          <p:nvPr>
            <p:ph idx="4" type="pic"/>
          </p:nvPr>
        </p:nvSpPr>
        <p:spPr>
          <a:xfrm>
            <a:off x="0" y="0"/>
            <a:ext cx="8582100" cy="40251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46"/>
          <p:cNvSpPr txBox="1"/>
          <p:nvPr>
            <p:ph idx="5" type="title"/>
          </p:nvPr>
        </p:nvSpPr>
        <p:spPr>
          <a:xfrm>
            <a:off x="228600" y="4025100"/>
            <a:ext cx="4265700" cy="111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Merriweather L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287" name="Google Shape;287;p46"/>
          <p:cNvSpPr txBox="1"/>
          <p:nvPr>
            <p:ph idx="1" type="body"/>
          </p:nvPr>
        </p:nvSpPr>
        <p:spPr>
          <a:xfrm>
            <a:off x="4658875" y="4025100"/>
            <a:ext cx="3319200" cy="111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">
  <p:cSld name="CUSTOM_2">
    <p:bg>
      <p:bgPr>
        <a:solidFill>
          <a:schemeClr val="lt1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7"/>
          <p:cNvSpPr/>
          <p:nvPr>
            <p:ph idx="2" type="pic"/>
          </p:nvPr>
        </p:nvSpPr>
        <p:spPr>
          <a:xfrm>
            <a:off x="228600" y="1984250"/>
            <a:ext cx="4263900" cy="2546400"/>
          </a:xfrm>
          <a:prstGeom prst="rect">
            <a:avLst/>
          </a:prstGeom>
          <a:noFill/>
          <a:ln>
            <a:noFill/>
          </a:ln>
        </p:spPr>
      </p:sp>
      <p:sp>
        <p:nvSpPr>
          <p:cNvPr id="290" name="Google Shape;290;p47"/>
          <p:cNvSpPr txBox="1"/>
          <p:nvPr>
            <p:ph type="title"/>
          </p:nvPr>
        </p:nvSpPr>
        <p:spPr>
          <a:xfrm>
            <a:off x="228600" y="219850"/>
            <a:ext cx="77400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/>
            </a:lvl9pPr>
          </a:lstStyle>
          <a:p/>
        </p:txBody>
      </p:sp>
      <p:sp>
        <p:nvSpPr>
          <p:cNvPr id="291" name="Google Shape;291;p47"/>
          <p:cNvSpPr txBox="1"/>
          <p:nvPr>
            <p:ph idx="1" type="body"/>
          </p:nvPr>
        </p:nvSpPr>
        <p:spPr>
          <a:xfrm>
            <a:off x="4658875" y="1984250"/>
            <a:ext cx="3319200" cy="21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2" name="Google Shape;292;p47"/>
          <p:cNvSpPr txBox="1"/>
          <p:nvPr>
            <p:ph idx="3" type="body"/>
          </p:nvPr>
        </p:nvSpPr>
        <p:spPr>
          <a:xfrm>
            <a:off x="228600" y="4179600"/>
            <a:ext cx="3150000" cy="73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93" name="Google Shape;293;p47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" name="Google Shape;294;p47"/>
          <p:cNvSpPr txBox="1"/>
          <p:nvPr>
            <p:ph idx="4"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95" name="Google Shape;295;p47"/>
          <p:cNvSpPr txBox="1"/>
          <p:nvPr>
            <p:ph idx="5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96" name="Google Shape;296;p47"/>
          <p:cNvSpPr txBox="1"/>
          <p:nvPr>
            <p:ph idx="6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 ">
  <p:cSld name="CUSTOM_2_1">
    <p:bg>
      <p:bgPr>
        <a:solidFill>
          <a:schemeClr val="l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8"/>
          <p:cNvSpPr txBox="1"/>
          <p:nvPr>
            <p:ph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cxnSp>
        <p:nvCxnSpPr>
          <p:cNvPr id="299" name="Google Shape;299;p48"/>
          <p:cNvCxnSpPr/>
          <p:nvPr/>
        </p:nvCxnSpPr>
        <p:spPr>
          <a:xfrm>
            <a:off x="-125" y="2270875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48"/>
          <p:cNvCxnSpPr/>
          <p:nvPr/>
        </p:nvCxnSpPr>
        <p:spPr>
          <a:xfrm>
            <a:off x="-125" y="3149550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48"/>
          <p:cNvCxnSpPr/>
          <p:nvPr/>
        </p:nvCxnSpPr>
        <p:spPr>
          <a:xfrm>
            <a:off x="-125" y="4030900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48"/>
          <p:cNvCxnSpPr/>
          <p:nvPr/>
        </p:nvCxnSpPr>
        <p:spPr>
          <a:xfrm>
            <a:off x="-125" y="4914900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" name="Google Shape;303;p48"/>
          <p:cNvSpPr txBox="1"/>
          <p:nvPr>
            <p:ph idx="2" type="title"/>
          </p:nvPr>
        </p:nvSpPr>
        <p:spPr>
          <a:xfrm>
            <a:off x="3535725" y="1403700"/>
            <a:ext cx="4270200" cy="8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304" name="Google Shape;304;p48"/>
          <p:cNvSpPr txBox="1"/>
          <p:nvPr>
            <p:ph idx="3" type="title"/>
          </p:nvPr>
        </p:nvSpPr>
        <p:spPr>
          <a:xfrm>
            <a:off x="3535675" y="2273525"/>
            <a:ext cx="4270200" cy="8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305" name="Google Shape;305;p48"/>
          <p:cNvSpPr txBox="1"/>
          <p:nvPr>
            <p:ph idx="4" type="title"/>
          </p:nvPr>
        </p:nvSpPr>
        <p:spPr>
          <a:xfrm>
            <a:off x="3535675" y="3152225"/>
            <a:ext cx="4270200" cy="8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306" name="Google Shape;306;p48"/>
          <p:cNvSpPr txBox="1"/>
          <p:nvPr>
            <p:ph idx="5" type="title"/>
          </p:nvPr>
        </p:nvSpPr>
        <p:spPr>
          <a:xfrm>
            <a:off x="3535675" y="4036300"/>
            <a:ext cx="4276800" cy="88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307" name="Google Shape;307;p48"/>
          <p:cNvSpPr txBox="1"/>
          <p:nvPr>
            <p:ph idx="1" type="subTitle"/>
          </p:nvPr>
        </p:nvSpPr>
        <p:spPr>
          <a:xfrm>
            <a:off x="2438400" y="1403700"/>
            <a:ext cx="937200" cy="8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8" name="Google Shape;308;p48"/>
          <p:cNvSpPr txBox="1"/>
          <p:nvPr>
            <p:ph idx="6" type="subTitle"/>
          </p:nvPr>
        </p:nvSpPr>
        <p:spPr>
          <a:xfrm>
            <a:off x="2438400" y="2273525"/>
            <a:ext cx="937200" cy="8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09" name="Google Shape;309;p48"/>
          <p:cNvSpPr txBox="1"/>
          <p:nvPr>
            <p:ph idx="7" type="subTitle"/>
          </p:nvPr>
        </p:nvSpPr>
        <p:spPr>
          <a:xfrm>
            <a:off x="2440950" y="3152225"/>
            <a:ext cx="934800" cy="8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10" name="Google Shape;310;p48"/>
          <p:cNvSpPr txBox="1"/>
          <p:nvPr>
            <p:ph idx="8" type="subTitle"/>
          </p:nvPr>
        </p:nvSpPr>
        <p:spPr>
          <a:xfrm>
            <a:off x="2438400" y="4028225"/>
            <a:ext cx="937200" cy="87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cxnSp>
        <p:nvCxnSpPr>
          <p:cNvPr id="311" name="Google Shape;311;p48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48"/>
          <p:cNvSpPr txBox="1"/>
          <p:nvPr>
            <p:ph idx="9"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13" name="Google Shape;313;p48"/>
          <p:cNvSpPr txBox="1"/>
          <p:nvPr>
            <p:ph idx="13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14" name="Google Shape;314;p48"/>
          <p:cNvSpPr txBox="1"/>
          <p:nvPr>
            <p:ph idx="14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TITLE_3">
    <p:bg>
      <p:bgPr>
        <a:solidFill>
          <a:schemeClr val="lt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9"/>
          <p:cNvSpPr/>
          <p:nvPr>
            <p:ph idx="2" type="pic"/>
          </p:nvPr>
        </p:nvSpPr>
        <p:spPr>
          <a:xfrm>
            <a:off x="6876275" y="1984258"/>
            <a:ext cx="1707000" cy="23454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49"/>
          <p:cNvSpPr txBox="1"/>
          <p:nvPr>
            <p:ph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18" name="Google Shape;318;p49"/>
          <p:cNvSpPr txBox="1"/>
          <p:nvPr>
            <p:ph idx="3" type="title"/>
          </p:nvPr>
        </p:nvSpPr>
        <p:spPr>
          <a:xfrm>
            <a:off x="228600" y="516850"/>
            <a:ext cx="7619700" cy="5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cxnSp>
        <p:nvCxnSpPr>
          <p:cNvPr id="319" name="Google Shape;319;p49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0" name="Google Shape;320;p49"/>
          <p:cNvSpPr txBox="1"/>
          <p:nvPr>
            <p:ph idx="4"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21" name="Google Shape;321;p49"/>
          <p:cNvSpPr txBox="1"/>
          <p:nvPr>
            <p:ph idx="5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22" name="Google Shape;322;p49"/>
          <p:cNvSpPr txBox="1"/>
          <p:nvPr>
            <p:ph idx="6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23" name="Google Shape;323;p49"/>
          <p:cNvSpPr/>
          <p:nvPr>
            <p:ph idx="7" type="pic"/>
          </p:nvPr>
        </p:nvSpPr>
        <p:spPr>
          <a:xfrm>
            <a:off x="228500" y="1984331"/>
            <a:ext cx="2048100" cy="233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49"/>
          <p:cNvSpPr/>
          <p:nvPr>
            <p:ph idx="8" type="pic"/>
          </p:nvPr>
        </p:nvSpPr>
        <p:spPr>
          <a:xfrm>
            <a:off x="2441450" y="1984331"/>
            <a:ext cx="2052900" cy="233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49"/>
          <p:cNvSpPr/>
          <p:nvPr>
            <p:ph idx="9" type="pic"/>
          </p:nvPr>
        </p:nvSpPr>
        <p:spPr>
          <a:xfrm>
            <a:off x="4658875" y="1984075"/>
            <a:ext cx="2039100" cy="23454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49"/>
          <p:cNvSpPr txBox="1"/>
          <p:nvPr>
            <p:ph idx="1" type="subTitle"/>
          </p:nvPr>
        </p:nvSpPr>
        <p:spPr>
          <a:xfrm>
            <a:off x="228600" y="4569975"/>
            <a:ext cx="20481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27" name="Google Shape;327;p49"/>
          <p:cNvSpPr txBox="1"/>
          <p:nvPr>
            <p:ph idx="13" type="subTitle"/>
          </p:nvPr>
        </p:nvSpPr>
        <p:spPr>
          <a:xfrm>
            <a:off x="2434475" y="4569975"/>
            <a:ext cx="20481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28" name="Google Shape;328;p49"/>
          <p:cNvSpPr txBox="1"/>
          <p:nvPr>
            <p:ph idx="14" type="subTitle"/>
          </p:nvPr>
        </p:nvSpPr>
        <p:spPr>
          <a:xfrm>
            <a:off x="4658875" y="4569975"/>
            <a:ext cx="20481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29" name="Google Shape;329;p49"/>
          <p:cNvSpPr txBox="1"/>
          <p:nvPr>
            <p:ph idx="15" type="subTitle"/>
          </p:nvPr>
        </p:nvSpPr>
        <p:spPr>
          <a:xfrm>
            <a:off x="6864750" y="4569975"/>
            <a:ext cx="1725600" cy="3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0" name="Google Shape;330;p49"/>
          <p:cNvSpPr txBox="1"/>
          <p:nvPr>
            <p:ph idx="16" type="subTitle"/>
          </p:nvPr>
        </p:nvSpPr>
        <p:spPr>
          <a:xfrm>
            <a:off x="224125" y="4317425"/>
            <a:ext cx="2048100" cy="3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9pPr>
          </a:lstStyle>
          <a:p/>
        </p:txBody>
      </p:sp>
      <p:sp>
        <p:nvSpPr>
          <p:cNvPr id="331" name="Google Shape;331;p49"/>
          <p:cNvSpPr txBox="1"/>
          <p:nvPr>
            <p:ph idx="17" type="subTitle"/>
          </p:nvPr>
        </p:nvSpPr>
        <p:spPr>
          <a:xfrm>
            <a:off x="2441475" y="4317425"/>
            <a:ext cx="2052900" cy="3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9pPr>
          </a:lstStyle>
          <a:p/>
        </p:txBody>
      </p:sp>
      <p:sp>
        <p:nvSpPr>
          <p:cNvPr id="332" name="Google Shape;332;p49"/>
          <p:cNvSpPr txBox="1"/>
          <p:nvPr>
            <p:ph idx="18" type="subTitle"/>
          </p:nvPr>
        </p:nvSpPr>
        <p:spPr>
          <a:xfrm>
            <a:off x="4653113" y="4317425"/>
            <a:ext cx="2052900" cy="3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9pPr>
          </a:lstStyle>
          <a:p/>
        </p:txBody>
      </p:sp>
      <p:sp>
        <p:nvSpPr>
          <p:cNvPr id="333" name="Google Shape;333;p49"/>
          <p:cNvSpPr txBox="1"/>
          <p:nvPr>
            <p:ph idx="19" type="subTitle"/>
          </p:nvPr>
        </p:nvSpPr>
        <p:spPr>
          <a:xfrm>
            <a:off x="6876275" y="4329650"/>
            <a:ext cx="1707000" cy="3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erriweather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siness Data">
  <p:cSld name="CUSTOM_4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5" name="Google Shape;335;p50"/>
          <p:cNvCxnSpPr/>
          <p:nvPr/>
        </p:nvCxnSpPr>
        <p:spPr>
          <a:xfrm>
            <a:off x="-125" y="1984025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50"/>
          <p:cNvCxnSpPr/>
          <p:nvPr/>
        </p:nvCxnSpPr>
        <p:spPr>
          <a:xfrm>
            <a:off x="-125" y="2960983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50"/>
          <p:cNvCxnSpPr/>
          <p:nvPr/>
        </p:nvCxnSpPr>
        <p:spPr>
          <a:xfrm>
            <a:off x="-125" y="3937942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50"/>
          <p:cNvCxnSpPr/>
          <p:nvPr/>
        </p:nvCxnSpPr>
        <p:spPr>
          <a:xfrm>
            <a:off x="-125" y="4914900"/>
            <a:ext cx="8586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9" name="Google Shape;339;p50"/>
          <p:cNvSpPr txBox="1"/>
          <p:nvPr>
            <p:ph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cxnSp>
        <p:nvCxnSpPr>
          <p:cNvPr id="340" name="Google Shape;340;p50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50"/>
          <p:cNvSpPr txBox="1"/>
          <p:nvPr>
            <p:ph idx="2"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42" name="Google Shape;342;p50"/>
          <p:cNvSpPr txBox="1"/>
          <p:nvPr>
            <p:ph idx="3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43" name="Google Shape;343;p50"/>
          <p:cNvSpPr txBox="1"/>
          <p:nvPr>
            <p:ph idx="4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44" name="Google Shape;344;p50"/>
          <p:cNvSpPr txBox="1"/>
          <p:nvPr>
            <p:ph idx="5" type="title"/>
          </p:nvPr>
        </p:nvSpPr>
        <p:spPr>
          <a:xfrm>
            <a:off x="2276875" y="1018150"/>
            <a:ext cx="4233600" cy="97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345" name="Google Shape;345;p50"/>
          <p:cNvSpPr txBox="1"/>
          <p:nvPr>
            <p:ph idx="6" type="title"/>
          </p:nvPr>
        </p:nvSpPr>
        <p:spPr>
          <a:xfrm>
            <a:off x="2276875" y="2961000"/>
            <a:ext cx="4233600" cy="97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346" name="Google Shape;346;p50"/>
          <p:cNvSpPr txBox="1"/>
          <p:nvPr>
            <p:ph idx="7" type="title"/>
          </p:nvPr>
        </p:nvSpPr>
        <p:spPr>
          <a:xfrm>
            <a:off x="2283475" y="3943850"/>
            <a:ext cx="4233600" cy="97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347" name="Google Shape;347;p50"/>
          <p:cNvSpPr txBox="1"/>
          <p:nvPr>
            <p:ph idx="8" type="title"/>
          </p:nvPr>
        </p:nvSpPr>
        <p:spPr>
          <a:xfrm>
            <a:off x="2276875" y="1984025"/>
            <a:ext cx="4233600" cy="97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348" name="Google Shape;348;p50"/>
          <p:cNvSpPr txBox="1"/>
          <p:nvPr>
            <p:ph idx="9" type="title"/>
          </p:nvPr>
        </p:nvSpPr>
        <p:spPr>
          <a:xfrm>
            <a:off x="228600" y="1007225"/>
            <a:ext cx="2048100" cy="97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349" name="Google Shape;349;p50"/>
          <p:cNvSpPr txBox="1"/>
          <p:nvPr>
            <p:ph idx="13" type="title"/>
          </p:nvPr>
        </p:nvSpPr>
        <p:spPr>
          <a:xfrm>
            <a:off x="228600" y="1984025"/>
            <a:ext cx="2048100" cy="97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350" name="Google Shape;350;p50"/>
          <p:cNvSpPr txBox="1"/>
          <p:nvPr>
            <p:ph idx="14" type="title"/>
          </p:nvPr>
        </p:nvSpPr>
        <p:spPr>
          <a:xfrm>
            <a:off x="228600" y="2966525"/>
            <a:ext cx="2048100" cy="97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351" name="Google Shape;351;p50"/>
          <p:cNvSpPr txBox="1"/>
          <p:nvPr>
            <p:ph idx="15" type="title"/>
          </p:nvPr>
        </p:nvSpPr>
        <p:spPr>
          <a:xfrm>
            <a:off x="228600" y="3938100"/>
            <a:ext cx="2048100" cy="97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erriweather"/>
              <a:buNone/>
              <a:defRPr sz="3600"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allery 2">
  <p:cSld name="CUSTOM_5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1"/>
          <p:cNvSpPr/>
          <p:nvPr>
            <p:ph idx="2" type="pic"/>
          </p:nvPr>
        </p:nvSpPr>
        <p:spPr>
          <a:xfrm>
            <a:off x="6875200" y="2571758"/>
            <a:ext cx="1707000" cy="23454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51"/>
          <p:cNvSpPr/>
          <p:nvPr>
            <p:ph idx="3" type="pic"/>
          </p:nvPr>
        </p:nvSpPr>
        <p:spPr>
          <a:xfrm>
            <a:off x="4486003" y="818401"/>
            <a:ext cx="4096200" cy="1588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55" name="Google Shape;355;p51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51"/>
          <p:cNvSpPr txBox="1"/>
          <p:nvPr>
            <p:ph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57" name="Google Shape;357;p51"/>
          <p:cNvSpPr txBox="1"/>
          <p:nvPr>
            <p:ph idx="4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58" name="Google Shape;358;p51"/>
          <p:cNvSpPr txBox="1"/>
          <p:nvPr>
            <p:ph idx="5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59" name="Google Shape;359;p51"/>
          <p:cNvSpPr/>
          <p:nvPr>
            <p:ph idx="6" type="pic"/>
          </p:nvPr>
        </p:nvSpPr>
        <p:spPr>
          <a:xfrm>
            <a:off x="228500" y="818404"/>
            <a:ext cx="2048100" cy="1588500"/>
          </a:xfrm>
          <a:prstGeom prst="rect">
            <a:avLst/>
          </a:prstGeom>
          <a:noFill/>
          <a:ln>
            <a:noFill/>
          </a:ln>
        </p:spPr>
      </p:sp>
      <p:sp>
        <p:nvSpPr>
          <p:cNvPr id="360" name="Google Shape;360;p51"/>
          <p:cNvSpPr/>
          <p:nvPr>
            <p:ph idx="7" type="pic"/>
          </p:nvPr>
        </p:nvSpPr>
        <p:spPr>
          <a:xfrm>
            <a:off x="233000" y="2571750"/>
            <a:ext cx="2039100" cy="2345400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51"/>
          <p:cNvSpPr txBox="1"/>
          <p:nvPr>
            <p:ph idx="8"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62" name="Google Shape;362;p51"/>
          <p:cNvSpPr/>
          <p:nvPr>
            <p:ph idx="9" type="pic"/>
          </p:nvPr>
        </p:nvSpPr>
        <p:spPr>
          <a:xfrm>
            <a:off x="2441450" y="2571750"/>
            <a:ext cx="2052900" cy="2345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blem / Solution">
  <p:cSld name="CUSTOM_6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2"/>
          <p:cNvSpPr/>
          <p:nvPr>
            <p:ph idx="2" type="pic"/>
          </p:nvPr>
        </p:nvSpPr>
        <p:spPr>
          <a:xfrm>
            <a:off x="228600" y="2559650"/>
            <a:ext cx="3914100" cy="23520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52"/>
          <p:cNvSpPr/>
          <p:nvPr>
            <p:ph idx="3" type="pic"/>
          </p:nvPr>
        </p:nvSpPr>
        <p:spPr>
          <a:xfrm>
            <a:off x="4658875" y="219850"/>
            <a:ext cx="3319200" cy="2352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66" name="Google Shape;366;p52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7" name="Google Shape;367;p52"/>
          <p:cNvSpPr txBox="1"/>
          <p:nvPr>
            <p:ph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68" name="Google Shape;368;p52"/>
          <p:cNvSpPr txBox="1"/>
          <p:nvPr>
            <p:ph idx="4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69" name="Google Shape;369;p52"/>
          <p:cNvSpPr txBox="1"/>
          <p:nvPr>
            <p:ph idx="5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70" name="Google Shape;370;p52"/>
          <p:cNvSpPr txBox="1"/>
          <p:nvPr>
            <p:ph idx="6"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71" name="Google Shape;371;p52"/>
          <p:cNvSpPr txBox="1"/>
          <p:nvPr>
            <p:ph idx="7" type="title"/>
          </p:nvPr>
        </p:nvSpPr>
        <p:spPr>
          <a:xfrm>
            <a:off x="4669800" y="2656800"/>
            <a:ext cx="2036100" cy="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72" name="Google Shape;372;p52"/>
          <p:cNvSpPr txBox="1"/>
          <p:nvPr>
            <p:ph idx="1" type="body"/>
          </p:nvPr>
        </p:nvSpPr>
        <p:spPr>
          <a:xfrm>
            <a:off x="4658875" y="3030300"/>
            <a:ext cx="3148800" cy="18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3" name="Google Shape;373;p52"/>
          <p:cNvSpPr txBox="1"/>
          <p:nvPr>
            <p:ph idx="8" type="title"/>
          </p:nvPr>
        </p:nvSpPr>
        <p:spPr>
          <a:xfrm>
            <a:off x="234600" y="818400"/>
            <a:ext cx="2206800" cy="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74" name="Google Shape;374;p52"/>
          <p:cNvSpPr txBox="1"/>
          <p:nvPr>
            <p:ph idx="9" type="body"/>
          </p:nvPr>
        </p:nvSpPr>
        <p:spPr>
          <a:xfrm>
            <a:off x="229850" y="1328800"/>
            <a:ext cx="3148800" cy="10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●"/>
              <a:defRPr>
                <a:solidFill>
                  <a:schemeClr val="dk2"/>
                </a:solidFill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○"/>
              <a:defRPr>
                <a:solidFill>
                  <a:schemeClr val="dk2"/>
                </a:solidFill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exend Light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search / Finding">
  <p:cSld name="CUSTOM_7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3"/>
          <p:cNvSpPr/>
          <p:nvPr>
            <p:ph idx="2" type="pic"/>
          </p:nvPr>
        </p:nvSpPr>
        <p:spPr>
          <a:xfrm>
            <a:off x="228600" y="1984250"/>
            <a:ext cx="2517600" cy="2927400"/>
          </a:xfrm>
          <a:prstGeom prst="rect">
            <a:avLst/>
          </a:prstGeom>
          <a:noFill/>
          <a:ln>
            <a:noFill/>
          </a:ln>
        </p:spPr>
      </p:sp>
      <p:sp>
        <p:nvSpPr>
          <p:cNvPr id="377" name="Google Shape;377;p53"/>
          <p:cNvSpPr/>
          <p:nvPr>
            <p:ph idx="3" type="pic"/>
          </p:nvPr>
        </p:nvSpPr>
        <p:spPr>
          <a:xfrm>
            <a:off x="2972440" y="1984250"/>
            <a:ext cx="2623500" cy="29274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78" name="Google Shape;378;p53"/>
          <p:cNvCxnSpPr/>
          <p:nvPr/>
        </p:nvCxnSpPr>
        <p:spPr>
          <a:xfrm>
            <a:off x="8586257" y="1"/>
            <a:ext cx="0" cy="514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9" name="Google Shape;379;p53"/>
          <p:cNvSpPr txBox="1"/>
          <p:nvPr>
            <p:ph type="title"/>
          </p:nvPr>
        </p:nvSpPr>
        <p:spPr>
          <a:xfrm rot="-5400000">
            <a:off x="8360500" y="443600"/>
            <a:ext cx="10203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80" name="Google Shape;380;p53"/>
          <p:cNvSpPr txBox="1"/>
          <p:nvPr>
            <p:ph idx="4" type="title"/>
          </p:nvPr>
        </p:nvSpPr>
        <p:spPr>
          <a:xfrm rot="-5400000">
            <a:off x="7417450" y="2291400"/>
            <a:ext cx="2906400" cy="5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Merriweather Light"/>
              <a:buNone/>
              <a:defRPr sz="15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81" name="Google Shape;381;p53"/>
          <p:cNvSpPr txBox="1"/>
          <p:nvPr>
            <p:ph idx="5" type="title"/>
          </p:nvPr>
        </p:nvSpPr>
        <p:spPr>
          <a:xfrm>
            <a:off x="8583300" y="4329650"/>
            <a:ext cx="567600" cy="66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Lexend Light"/>
              <a:buNone/>
              <a:defRPr sz="700">
                <a:solidFill>
                  <a:schemeClr val="accent2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82" name="Google Shape;382;p53"/>
          <p:cNvSpPr txBox="1"/>
          <p:nvPr>
            <p:ph idx="6" type="title"/>
          </p:nvPr>
        </p:nvSpPr>
        <p:spPr>
          <a:xfrm>
            <a:off x="239525" y="818400"/>
            <a:ext cx="3139200" cy="10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Merriweather L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83" name="Google Shape;383;p53"/>
          <p:cNvSpPr txBox="1"/>
          <p:nvPr>
            <p:ph idx="7" type="title"/>
          </p:nvPr>
        </p:nvSpPr>
        <p:spPr>
          <a:xfrm>
            <a:off x="228600" y="219850"/>
            <a:ext cx="2048100" cy="29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53"/>
          <p:cNvSpPr/>
          <p:nvPr>
            <p:ph idx="8" type="pic"/>
          </p:nvPr>
        </p:nvSpPr>
        <p:spPr>
          <a:xfrm>
            <a:off x="5760651" y="1984250"/>
            <a:ext cx="2822700" cy="29274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53"/>
          <p:cNvSpPr txBox="1"/>
          <p:nvPr>
            <p:ph idx="1" type="body"/>
          </p:nvPr>
        </p:nvSpPr>
        <p:spPr>
          <a:xfrm>
            <a:off x="4494275" y="219850"/>
            <a:ext cx="3319200" cy="11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●"/>
              <a:defRPr sz="1200">
                <a:solidFill>
                  <a:schemeClr val="dk2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○"/>
              <a:defRPr sz="1200">
                <a:solidFill>
                  <a:schemeClr val="dk2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■"/>
              <a:defRPr sz="1200">
                <a:solidFill>
                  <a:schemeClr val="dk2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●"/>
              <a:defRPr sz="1200">
                <a:solidFill>
                  <a:schemeClr val="dk2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○"/>
              <a:defRPr sz="1200">
                <a:solidFill>
                  <a:schemeClr val="dk2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■"/>
              <a:defRPr sz="1200">
                <a:solidFill>
                  <a:schemeClr val="dk2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●"/>
              <a:defRPr sz="1200">
                <a:solidFill>
                  <a:schemeClr val="dk2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○"/>
              <a:defRPr sz="1200">
                <a:solidFill>
                  <a:schemeClr val="dk2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exend Light"/>
              <a:buChar char="■"/>
              <a:defRPr sz="1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1" Type="http://schemas.openxmlformats.org/officeDocument/2006/relationships/theme" Target="../theme/theme3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219850"/>
            <a:ext cx="5962800" cy="8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erriweather Light"/>
              <a:buNone/>
              <a:defRPr sz="3000">
                <a:solidFill>
                  <a:schemeClr val="dk1"/>
                </a:solidFill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658875" y="1403700"/>
            <a:ext cx="4256400" cy="20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●"/>
              <a:defRPr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○"/>
              <a:defRPr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■"/>
              <a:defRPr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●"/>
              <a:defRPr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○"/>
              <a:defRPr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■"/>
              <a:defRPr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●"/>
              <a:defRPr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○"/>
              <a:defRPr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Lexend Light"/>
              <a:buChar char="■"/>
              <a:defRPr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4">
          <p15:clr>
            <a:srgbClr val="E46962"/>
          </p15:clr>
        </p15:guide>
        <p15:guide id="2" pos="734">
          <p15:clr>
            <a:srgbClr val="E46962"/>
          </p15:clr>
        </p15:guide>
        <p15:guide id="3" pos="835">
          <p15:clr>
            <a:srgbClr val="E46962"/>
          </p15:clr>
        </p15:guide>
        <p15:guide id="4" pos="245">
          <p15:clr>
            <a:srgbClr val="E46962"/>
          </p15:clr>
        </p15:guide>
        <p15:guide id="5" pos="1538">
          <p15:clr>
            <a:srgbClr val="E46962"/>
          </p15:clr>
        </p15:guide>
        <p15:guide id="6" pos="2128">
          <p15:clr>
            <a:srgbClr val="E46962"/>
          </p15:clr>
        </p15:guide>
        <p15:guide id="7" orient="horz" pos="326">
          <p15:clr>
            <a:srgbClr val="E46962"/>
          </p15:clr>
        </p15:guide>
        <p15:guide id="8" orient="horz" pos="138">
          <p15:clr>
            <a:srgbClr val="E46962"/>
          </p15:clr>
        </p15:guide>
        <p15:guide id="9" orient="horz" pos="516">
          <p15:clr>
            <a:srgbClr val="E46962"/>
          </p15:clr>
        </p15:guide>
        <p15:guide id="10" orient="horz" pos="884">
          <p15:clr>
            <a:srgbClr val="E46962"/>
          </p15:clr>
        </p15:guide>
        <p15:guide id="11" orient="horz" pos="1250">
          <p15:clr>
            <a:srgbClr val="E46962"/>
          </p15:clr>
        </p15:guide>
        <p15:guide id="12" orient="horz" pos="1620">
          <p15:clr>
            <a:srgbClr val="E46962"/>
          </p15:clr>
        </p15:guide>
        <p15:guide id="13" orient="horz" pos="3097">
          <p15:clr>
            <a:srgbClr val="E46962"/>
          </p15:clr>
        </p15:guide>
        <p15:guide id="14" pos="2831">
          <p15:clr>
            <a:srgbClr val="E46962"/>
          </p15:clr>
        </p15:guide>
        <p15:guide id="15" pos="3525">
          <p15:clr>
            <a:srgbClr val="E46962"/>
          </p15:clr>
        </p15:guide>
        <p15:guide id="16" pos="3629">
          <p15:clr>
            <a:srgbClr val="E46962"/>
          </p15:clr>
        </p15:guide>
        <p15:guide id="17" pos="4219">
          <p15:clr>
            <a:srgbClr val="E46962"/>
          </p15:clr>
        </p15:guide>
        <p15:guide id="18" pos="4332">
          <p15:clr>
            <a:srgbClr val="E46962"/>
          </p15:clr>
        </p15:guide>
        <p15:guide id="19" pos="4922">
          <p15:clr>
            <a:srgbClr val="E46962"/>
          </p15:clr>
        </p15:guide>
        <p15:guide id="20" pos="5026">
          <p15:clr>
            <a:srgbClr val="E46962"/>
          </p15:clr>
        </p15:guide>
        <p15:guide id="21" pos="2241">
          <p15:clr>
            <a:srgbClr val="E46962"/>
          </p15:clr>
        </p15:guide>
        <p15:guide id="22" pos="2935">
          <p15:clr>
            <a:srgbClr val="E46962"/>
          </p15:clr>
        </p15:guide>
        <p15:guide id="23" pos="5616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google.com/spreadsheets/d/1SvKmyQxXPyhjSCK0XjqFTSp4hP5WuQ3mq6tqHA3BKt0/edit?usp=sharing" TargetMode="External"/><Relationship Id="rId4" Type="http://schemas.openxmlformats.org/officeDocument/2006/relationships/hyperlink" Target="https://docs.google.com/document/d/1f5Id-WXSvospS0a4Op_lg_OLFRuncNgsOmPfAiewc1I/edit?tab=t.v9ub1oekqc4m" TargetMode="External"/><Relationship Id="rId5" Type="http://schemas.openxmlformats.org/officeDocument/2006/relationships/hyperlink" Target="https://docs.google.com/document/d/1PieusDcD9RHooRlUda6qX3il9i2Z-JhL-ujjSzoZ9z0/edit?tab=t.vjonsjivr79f" TargetMode="External"/><Relationship Id="rId6" Type="http://schemas.openxmlformats.org/officeDocument/2006/relationships/hyperlink" Target="https://drive.google.com/file/d/1v-Q57VQHCqxDJ-u5jxmEtR6Tqph15onD/view?usp=sharing" TargetMode="External"/><Relationship Id="rId7" Type="http://schemas.openxmlformats.org/officeDocument/2006/relationships/hyperlink" Target="https://docs.google.com/document/d/1eKMTSniFZFznibOn_zyiHoZsn0_gEHHV2MaUxmSrGMg/edit?usp=sharing" TargetMode="External"/><Relationship Id="rId8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google.com/presentation/d/10gc8pmUGyNDygs6-pa_SXplPLBl0wu-klptF_46JcaM/edit?usp=sharing" TargetMode="External"/><Relationship Id="rId4" Type="http://schemas.openxmlformats.org/officeDocument/2006/relationships/hyperlink" Target="https://docs.google.com/presentation/d/1ZPRPLbpnWLNqDm4GUMK2I52salG8ueKPCaF--8vw44w/edit?usp=sharing" TargetMode="External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hyperlink" Target="http://www.youtube.com/watch?v=VMvKLy57wfE" TargetMode="External"/><Relationship Id="rId6" Type="http://schemas.openxmlformats.org/officeDocument/2006/relationships/image" Target="../media/image1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4"/>
          <p:cNvSpPr txBox="1"/>
          <p:nvPr>
            <p:ph type="title"/>
          </p:nvPr>
        </p:nvSpPr>
        <p:spPr>
          <a:xfrm>
            <a:off x="0" y="80575"/>
            <a:ext cx="9144000" cy="18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500">
                <a:latin typeface="Open Sans"/>
                <a:ea typeface="Open Sans"/>
                <a:cs typeface="Open Sans"/>
                <a:sym typeface="Open Sans"/>
              </a:rPr>
              <a:t>Building Systems That Last:    </a:t>
            </a:r>
            <a:r>
              <a:rPr b="1" lang="en" sz="3100">
                <a:latin typeface="Open Sans"/>
                <a:ea typeface="Open Sans"/>
                <a:cs typeface="Open Sans"/>
                <a:sym typeface="Open Sans"/>
              </a:rPr>
              <a:t>Holland’s Journey Through the Onsite Review</a:t>
            </a:r>
            <a:endParaRPr b="1" sz="2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1" name="Google Shape;391;p54"/>
          <p:cNvSpPr txBox="1"/>
          <p:nvPr>
            <p:ph idx="1" type="subTitle"/>
          </p:nvPr>
        </p:nvSpPr>
        <p:spPr>
          <a:xfrm>
            <a:off x="1621550" y="4561025"/>
            <a:ext cx="7461300" cy="52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Melissa Remillard, Associate Superintendent of School Improvement</a:t>
            </a:r>
            <a:endParaRPr sz="1400"/>
          </a:p>
        </p:txBody>
      </p:sp>
      <p:pic>
        <p:nvPicPr>
          <p:cNvPr id="392" name="Google Shape;39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7650" y="1719925"/>
            <a:ext cx="4558625" cy="239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5"/>
          <p:cNvSpPr txBox="1"/>
          <p:nvPr>
            <p:ph type="title"/>
          </p:nvPr>
        </p:nvSpPr>
        <p:spPr>
          <a:xfrm>
            <a:off x="0" y="80575"/>
            <a:ext cx="9144000" cy="18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500">
                <a:latin typeface="Open Sans"/>
                <a:ea typeface="Open Sans"/>
                <a:cs typeface="Open Sans"/>
                <a:sym typeface="Open Sans"/>
              </a:rPr>
              <a:t>What We Will Cover</a:t>
            </a:r>
            <a:endParaRPr b="1" sz="2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8" name="Google Shape;398;p55"/>
          <p:cNvSpPr txBox="1"/>
          <p:nvPr/>
        </p:nvSpPr>
        <p:spPr>
          <a:xfrm>
            <a:off x="143275" y="1107725"/>
            <a:ext cx="4847400" cy="3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Leadership Matters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Holland’s Journey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Our Starting Point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Who Was Involved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Leadership Teams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Written Procedures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Lessons Learned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Final Takeaways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9" name="Google Shape;39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7050" y="2421350"/>
            <a:ext cx="3028950" cy="193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6"/>
          <p:cNvSpPr txBox="1"/>
          <p:nvPr>
            <p:ph type="title"/>
          </p:nvPr>
        </p:nvSpPr>
        <p:spPr>
          <a:xfrm>
            <a:off x="0" y="80575"/>
            <a:ext cx="9144000" cy="18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500">
                <a:latin typeface="Open Sans"/>
                <a:ea typeface="Open Sans"/>
                <a:cs typeface="Open Sans"/>
                <a:sym typeface="Open Sans"/>
              </a:rPr>
              <a:t>Leadership Matters</a:t>
            </a:r>
            <a:endParaRPr b="1" sz="2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5" name="Google Shape;405;p56"/>
          <p:cNvSpPr txBox="1"/>
          <p:nvPr/>
        </p:nvSpPr>
        <p:spPr>
          <a:xfrm>
            <a:off x="157950" y="1056350"/>
            <a:ext cx="4847400" cy="3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Collaborative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Data-Driven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Grounded in Integrity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Persistent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Relationships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Student-Focused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Visionary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06" name="Google Shape;406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8775" y="2890925"/>
            <a:ext cx="3442150" cy="192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7"/>
          <p:cNvSpPr txBox="1"/>
          <p:nvPr>
            <p:ph type="title"/>
          </p:nvPr>
        </p:nvSpPr>
        <p:spPr>
          <a:xfrm>
            <a:off x="0" y="0"/>
            <a:ext cx="9144000" cy="10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500">
                <a:latin typeface="Open Sans"/>
                <a:ea typeface="Open Sans"/>
                <a:cs typeface="Open Sans"/>
                <a:sym typeface="Open Sans"/>
              </a:rPr>
              <a:t>Holland’s Journey</a:t>
            </a:r>
            <a:endParaRPr b="1" sz="2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2" name="Google Shape;412;p57"/>
          <p:cNvSpPr txBox="1"/>
          <p:nvPr/>
        </p:nvSpPr>
        <p:spPr>
          <a:xfrm>
            <a:off x="157950" y="1129950"/>
            <a:ext cx="8889000" cy="3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We embraced the opportunity and we used the process to: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Analyze district and building data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Strengthen</a:t>
            </a: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alignment </a:t>
            </a: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across</a:t>
            </a: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the buildings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Embed and reinforced district level supports 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Foster deeper collaboration across the district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Implement and strentghten best practices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Established systems to support curriculum and collaboration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This became a turning point for long term improvement.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13" name="Google Shape;41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2825" y="72425"/>
            <a:ext cx="1445450" cy="96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8"/>
          <p:cNvSpPr txBox="1"/>
          <p:nvPr>
            <p:ph type="title"/>
          </p:nvPr>
        </p:nvSpPr>
        <p:spPr>
          <a:xfrm>
            <a:off x="0" y="0"/>
            <a:ext cx="9144000" cy="10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500">
                <a:latin typeface="Open Sans"/>
                <a:ea typeface="Open Sans"/>
                <a:cs typeface="Open Sans"/>
                <a:sym typeface="Open Sans"/>
              </a:rPr>
              <a:t>Our Starting Point</a:t>
            </a:r>
            <a:endParaRPr b="1" sz="2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9" name="Google Shape;419;p58"/>
          <p:cNvSpPr txBox="1"/>
          <p:nvPr/>
        </p:nvSpPr>
        <p:spPr>
          <a:xfrm>
            <a:off x="-39500" y="937875"/>
            <a:ext cx="9183600" cy="28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Review expectations for the Onsite Review process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Establish a timeline to ensure we were prepared for our May presentation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Collaborate and design meeting structures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Develop w</a:t>
            </a: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ritten procedures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Gathering data 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20" name="Google Shape;42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6076" y="3568821"/>
            <a:ext cx="3029250" cy="1348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9"/>
          <p:cNvSpPr txBox="1"/>
          <p:nvPr>
            <p:ph type="title"/>
          </p:nvPr>
        </p:nvSpPr>
        <p:spPr>
          <a:xfrm>
            <a:off x="0" y="0"/>
            <a:ext cx="9144000" cy="10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500">
                <a:latin typeface="Open Sans"/>
                <a:ea typeface="Open Sans"/>
                <a:cs typeface="Open Sans"/>
                <a:sym typeface="Open Sans"/>
              </a:rPr>
              <a:t>Strength</a:t>
            </a:r>
            <a:r>
              <a:rPr b="1" lang="en" sz="4500">
                <a:latin typeface="Open Sans"/>
                <a:ea typeface="Open Sans"/>
                <a:cs typeface="Open Sans"/>
                <a:sym typeface="Open Sans"/>
              </a:rPr>
              <a:t> of Leadership Team</a:t>
            </a:r>
            <a:endParaRPr b="1" sz="2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6" name="Google Shape;426;p59"/>
          <p:cNvSpPr txBox="1"/>
          <p:nvPr/>
        </p:nvSpPr>
        <p:spPr>
          <a:xfrm>
            <a:off x="-39500" y="937875"/>
            <a:ext cx="9183600" cy="28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Administrators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Board of Education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Cabinet 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Coaches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Directors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Intervention Teachers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Multilingual Learner Director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Parents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School Improvement and PBIS Chairs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Students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Teachers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27" name="Google Shape;42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6425" y="1427562"/>
            <a:ext cx="2858225" cy="16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59"/>
          <p:cNvSpPr txBox="1"/>
          <p:nvPr/>
        </p:nvSpPr>
        <p:spPr>
          <a:xfrm>
            <a:off x="7168625" y="3419225"/>
            <a:ext cx="1834500" cy="14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CC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0"/>
          <p:cNvSpPr txBox="1"/>
          <p:nvPr>
            <p:ph type="title"/>
          </p:nvPr>
        </p:nvSpPr>
        <p:spPr>
          <a:xfrm>
            <a:off x="0" y="0"/>
            <a:ext cx="91440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3100">
                <a:latin typeface="Open Sans"/>
                <a:ea typeface="Open Sans"/>
                <a:cs typeface="Open Sans"/>
                <a:sym typeface="Open Sans"/>
              </a:rPr>
              <a:t>Leadership Teams Roles and Responsibilities</a:t>
            </a:r>
            <a:endParaRPr b="1" sz="3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4" name="Google Shape;434;p60"/>
          <p:cNvSpPr txBox="1"/>
          <p:nvPr/>
        </p:nvSpPr>
        <p:spPr>
          <a:xfrm>
            <a:off x="-39500" y="937875"/>
            <a:ext cx="9183600" cy="28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Cabinet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District Improvement Meetings (DIT)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District Leadership Team Meetings (DLT)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Building Leadership Team Meetings (BLT)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School Improvement Meetings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35" name="Google Shape;43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8150" y="3217813"/>
            <a:ext cx="2815800" cy="1833325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60"/>
          <p:cNvSpPr txBox="1"/>
          <p:nvPr/>
        </p:nvSpPr>
        <p:spPr>
          <a:xfrm>
            <a:off x="1071250" y="3074350"/>
            <a:ext cx="3705300" cy="19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Process used at meetings:</a:t>
            </a:r>
            <a:endParaRPr sz="17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 Light"/>
              <a:buChar char="❖"/>
            </a:pPr>
            <a:r>
              <a:rPr lang="en" sz="17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Teach</a:t>
            </a:r>
            <a:endParaRPr sz="17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 Light"/>
              <a:buChar char="❖"/>
            </a:pPr>
            <a:r>
              <a:rPr lang="en" sz="17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Collaborate </a:t>
            </a:r>
            <a:endParaRPr sz="17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 Light"/>
              <a:buChar char="❖"/>
            </a:pPr>
            <a:r>
              <a:rPr lang="en" sz="17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Gather</a:t>
            </a:r>
            <a:endParaRPr sz="17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 Light"/>
              <a:buChar char="❖"/>
            </a:pPr>
            <a:r>
              <a:rPr lang="en" sz="17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Data Review</a:t>
            </a:r>
            <a:endParaRPr sz="17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 Light"/>
              <a:buChar char="❖"/>
            </a:pPr>
            <a:r>
              <a:rPr lang="en" sz="17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Review</a:t>
            </a:r>
            <a:endParaRPr sz="17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Open Sans Light"/>
              <a:buChar char="❖"/>
            </a:pPr>
            <a:r>
              <a:rPr lang="en" sz="17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Feedback</a:t>
            </a:r>
            <a:endParaRPr sz="17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1"/>
          <p:cNvSpPr txBox="1"/>
          <p:nvPr>
            <p:ph type="title"/>
          </p:nvPr>
        </p:nvSpPr>
        <p:spPr>
          <a:xfrm>
            <a:off x="0" y="-36675"/>
            <a:ext cx="9144000" cy="7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300">
                <a:latin typeface="Open Sans"/>
                <a:ea typeface="Open Sans"/>
                <a:cs typeface="Open Sans"/>
                <a:sym typeface="Open Sans"/>
              </a:rPr>
              <a:t>Organizing the Review Process</a:t>
            </a:r>
            <a:endParaRPr b="1" sz="2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2" name="Google Shape;442;p61"/>
          <p:cNvSpPr txBox="1"/>
          <p:nvPr/>
        </p:nvSpPr>
        <p:spPr>
          <a:xfrm>
            <a:off x="-39500" y="682425"/>
            <a:ext cx="91836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Introduction to the Process: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B</a:t>
            </a: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uilding and District Onsite Review study guides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Google Drive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</a:pPr>
            <a:r>
              <a:rPr lang="en" sz="24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Common Calendar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Meeting Agendas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</a:pPr>
            <a:r>
              <a:rPr lang="en" sz="24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DIT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</a:pPr>
            <a:r>
              <a:rPr lang="en" sz="24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5"/>
              </a:rPr>
              <a:t>DLT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Gathering Evidence / Data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Building our Systems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○"/>
            </a:pPr>
            <a:r>
              <a:rPr lang="en" sz="24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6"/>
              </a:rPr>
              <a:t>Communication Plan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7"/>
              </a:rPr>
              <a:t>Written Procedures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Timelines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43" name="Google Shape;443;p6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60650" y="3225713"/>
            <a:ext cx="2952750" cy="15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2"/>
          <p:cNvSpPr txBox="1"/>
          <p:nvPr>
            <p:ph type="title"/>
          </p:nvPr>
        </p:nvSpPr>
        <p:spPr>
          <a:xfrm>
            <a:off x="0" y="0"/>
            <a:ext cx="9144000" cy="10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300">
                <a:latin typeface="Open Sans"/>
                <a:ea typeface="Open Sans"/>
                <a:cs typeface="Open Sans"/>
                <a:sym typeface="Open Sans"/>
              </a:rPr>
              <a:t>Create Shared Understanding</a:t>
            </a:r>
            <a:endParaRPr b="1" sz="2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9" name="Google Shape;449;p62"/>
          <p:cNvSpPr txBox="1"/>
          <p:nvPr/>
        </p:nvSpPr>
        <p:spPr>
          <a:xfrm>
            <a:off x="-39500" y="818400"/>
            <a:ext cx="9183600" cy="29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Our leadership teams paused often to reflect: 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“What are we learning? How do we implement change?” 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Through guided discussions we identified: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Our instructional gaps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ystems of support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shared vision for learning 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Professional development opportunities / learning walks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Intervention strategies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●"/>
            </a:pPr>
            <a:r>
              <a:rPr lang="en" sz="24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Pathways for feedback  </a:t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50" name="Google Shape;45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7850" y="2195950"/>
            <a:ext cx="2151575" cy="11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3"/>
          <p:cNvSpPr txBox="1"/>
          <p:nvPr>
            <p:ph type="title"/>
          </p:nvPr>
        </p:nvSpPr>
        <p:spPr>
          <a:xfrm>
            <a:off x="0" y="0"/>
            <a:ext cx="9144000" cy="10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300">
                <a:latin typeface="Open Sans"/>
                <a:ea typeface="Open Sans"/>
                <a:cs typeface="Open Sans"/>
                <a:sym typeface="Open Sans"/>
              </a:rPr>
              <a:t>What Helped Us the Most</a:t>
            </a:r>
            <a:endParaRPr b="1" sz="2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6" name="Google Shape;456;p63"/>
          <p:cNvSpPr txBox="1"/>
          <p:nvPr/>
        </p:nvSpPr>
        <p:spPr>
          <a:xfrm>
            <a:off x="-39500" y="937875"/>
            <a:ext cx="9183600" cy="28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Relationship with Michigan Department Education (MDE)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Role of the advocate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Strong district leadership model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Opportunities for </a:t>
            </a: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reflection</a:t>
            </a: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b="1"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Intentional Communication with </a:t>
            </a:r>
            <a:r>
              <a:rPr b="1"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ALL</a:t>
            </a: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Stakeholders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Bi-Weekly / Monthly C</a:t>
            </a: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heck Ins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Progress over time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Meetings with MDE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Celebrations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57" name="Google Shape;45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6225" y="3179476"/>
            <a:ext cx="3649075" cy="18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4"/>
          <p:cNvSpPr txBox="1"/>
          <p:nvPr>
            <p:ph type="title"/>
          </p:nvPr>
        </p:nvSpPr>
        <p:spPr>
          <a:xfrm>
            <a:off x="0" y="0"/>
            <a:ext cx="9144000" cy="10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500">
                <a:latin typeface="Open Sans"/>
                <a:ea typeface="Open Sans"/>
                <a:cs typeface="Open Sans"/>
                <a:sym typeface="Open Sans"/>
              </a:rPr>
              <a:t>What to Expect the Day of Presentation</a:t>
            </a:r>
            <a:endParaRPr b="1"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3" name="Google Shape;463;p64"/>
          <p:cNvSpPr txBox="1"/>
          <p:nvPr/>
        </p:nvSpPr>
        <p:spPr>
          <a:xfrm>
            <a:off x="-39500" y="700950"/>
            <a:ext cx="9183600" cy="30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Two Day Process (food is important)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○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Day One: Building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■"/>
            </a:pPr>
            <a:r>
              <a:rPr lang="en" sz="1900" u="sng">
                <a:solidFill>
                  <a:schemeClr val="hlink"/>
                </a:solidFill>
                <a:latin typeface="Lexend Light"/>
                <a:ea typeface="Lexend Light"/>
                <a:cs typeface="Lexend Light"/>
                <a:sym typeface="Lexend Light"/>
                <a:hlinkClick r:id="rId3"/>
              </a:rPr>
              <a:t>Building Presentation</a:t>
            </a: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-Tell your story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■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School Study Guide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■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School Tour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■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Parent Interviews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○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Day Two: District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■"/>
            </a:pPr>
            <a:r>
              <a:rPr lang="en" sz="1900" u="sng">
                <a:solidFill>
                  <a:schemeClr val="hlink"/>
                </a:solidFill>
                <a:latin typeface="Lexend Light"/>
                <a:ea typeface="Lexend Light"/>
                <a:cs typeface="Lexend Light"/>
                <a:sym typeface="Lexend Light"/>
                <a:hlinkClick r:id="rId4"/>
              </a:rPr>
              <a:t>District Presentation</a:t>
            </a: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-Tell your story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■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District Study Guide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■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Verbal Review of Information (optional)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Compliance Plan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○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30 days after receiving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○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Ensure time for reflection and feedback from your teams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64" name="Google Shape;464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86500" y="1086675"/>
            <a:ext cx="3358875" cy="148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5"/>
          <p:cNvSpPr txBox="1"/>
          <p:nvPr>
            <p:ph type="title"/>
          </p:nvPr>
        </p:nvSpPr>
        <p:spPr>
          <a:xfrm>
            <a:off x="0" y="0"/>
            <a:ext cx="9144000" cy="10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300">
                <a:latin typeface="Open Sans"/>
                <a:ea typeface="Open Sans"/>
                <a:cs typeface="Open Sans"/>
                <a:sym typeface="Open Sans"/>
              </a:rPr>
              <a:t>What We Achieved</a:t>
            </a:r>
            <a:endParaRPr b="1" sz="2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0" name="Google Shape;470;p65"/>
          <p:cNvSpPr txBox="1"/>
          <p:nvPr/>
        </p:nvSpPr>
        <p:spPr>
          <a:xfrm>
            <a:off x="-39500" y="1276700"/>
            <a:ext cx="9183600" cy="24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Improved teaching and learning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Horizontal and vertical alignment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Consitent use of instructional data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Implemented written procedures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Designed systems of collaboration 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Strengthened systems of support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Created ownership within the district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Stronger vision for leadership within the district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71" name="Google Shape;47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6775" y="3200775"/>
            <a:ext cx="2856350" cy="194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6"/>
          <p:cNvSpPr txBox="1"/>
          <p:nvPr>
            <p:ph type="title"/>
          </p:nvPr>
        </p:nvSpPr>
        <p:spPr>
          <a:xfrm>
            <a:off x="0" y="0"/>
            <a:ext cx="9144000" cy="10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300">
                <a:latin typeface="Open Sans"/>
                <a:ea typeface="Open Sans"/>
                <a:cs typeface="Open Sans"/>
                <a:sym typeface="Open Sans"/>
              </a:rPr>
              <a:t>Takeaways and Reflections</a:t>
            </a:r>
            <a:endParaRPr b="1" sz="2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7" name="Google Shape;477;p66"/>
          <p:cNvSpPr txBox="1"/>
          <p:nvPr/>
        </p:nvSpPr>
        <p:spPr>
          <a:xfrm>
            <a:off x="-39500" y="937875"/>
            <a:ext cx="6180900" cy="28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Documention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Feedback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Review Early and Often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Linking Documents: Share with All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Clarity of the Work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Don’t Wait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By focusing on clarity, collaboration, and consistency, we made great progress on our journey to improve teaching and student learning. 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78" name="Google Shape;47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150" y="3023000"/>
            <a:ext cx="2882850" cy="189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7"/>
          <p:cNvSpPr txBox="1"/>
          <p:nvPr>
            <p:ph type="title"/>
          </p:nvPr>
        </p:nvSpPr>
        <p:spPr>
          <a:xfrm>
            <a:off x="0" y="0"/>
            <a:ext cx="9144000" cy="10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300">
                <a:latin typeface="Open Sans"/>
                <a:ea typeface="Open Sans"/>
                <a:cs typeface="Open Sans"/>
                <a:sym typeface="Open Sans"/>
              </a:rPr>
              <a:t>Be a Dan Campbell</a:t>
            </a:r>
            <a:endParaRPr b="1" sz="2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4" name="Google Shape;484;p67"/>
          <p:cNvSpPr txBox="1"/>
          <p:nvPr/>
        </p:nvSpPr>
        <p:spPr>
          <a:xfrm>
            <a:off x="-39600" y="952550"/>
            <a:ext cx="9183600" cy="28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As a leader, embrace this process with your team!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Genuine</a:t>
            </a: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leadership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Passoniate and energetic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Develop strong relationships and trust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Positive culture builder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Adaptable strategist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Work ethic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 Light"/>
              <a:buChar char="●"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Resilient and gritty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85" name="Google Shape;48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4875" y="1295925"/>
            <a:ext cx="28575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6450" y="3155550"/>
            <a:ext cx="2847975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ch live local and primetime games, NFL RedZone, and NFL Network on Plus.NFL.com&#10;&#10;Check out our other channels:&#10;NFL Tuesday Night Gaming https://www.youtube.com/c/NFLTNG&#10;NFL Mundo https://www.youtube.com/mundonfl&#10;NFL Brasil https://www.youtube.com/c/NFLBrasilOficial&#10;NFL UK https://www.youtube.com/channel/UCVe0dAja_vZCmvfHXjtdRQA &#10;NFL Fantasy Football https://www.youtube.com/nflfantasyfootball&#10;NFL Play Football https://www.youtube.com/playfootball&#10;NFL Throwback http://www.youtube.com/nflvault&#10;NFL Films http://www.youtube.com/nflfilms&#10;NFL Network http://www.youtube.com/nflnetwork&#10;&#10;#NFL #Football #AmericanFootball" id="487" name="Google Shape;487;p67" title="Dan Campbell makes us want to suit up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4975" y="3947350"/>
            <a:ext cx="2126475" cy="119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68"/>
          <p:cNvSpPr txBox="1"/>
          <p:nvPr>
            <p:ph type="title"/>
          </p:nvPr>
        </p:nvSpPr>
        <p:spPr>
          <a:xfrm>
            <a:off x="0" y="0"/>
            <a:ext cx="9144000" cy="10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300">
                <a:latin typeface="Open Sans"/>
                <a:ea typeface="Open Sans"/>
                <a:cs typeface="Open Sans"/>
                <a:sym typeface="Open Sans"/>
              </a:rPr>
              <a:t>After Onsite Review</a:t>
            </a:r>
            <a:endParaRPr b="1" sz="2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3" name="Google Shape;493;p68"/>
          <p:cNvSpPr txBox="1"/>
          <p:nvPr/>
        </p:nvSpPr>
        <p:spPr>
          <a:xfrm>
            <a:off x="-39500" y="937875"/>
            <a:ext cx="9183600" cy="28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After the Onsite Review, our work has not </a:t>
            </a: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stopped</a:t>
            </a: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We continue to learn, reflect, refine, and grow. </a:t>
            </a: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Strengthening</a:t>
            </a: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our systems of support across all buildings. What began as a compliance process has evolved into a culture of </a:t>
            </a: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continuous </a:t>
            </a: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improvement rooted in </a:t>
            </a: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improved</a:t>
            </a: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learning, alignment, accountability and collaboration. 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Happy to share tools, templates, and lessons learned. 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Let’s Talk!!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Melissa Remillard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mremilla@hollandpublicschools.org</a:t>
            </a:r>
            <a:endParaRPr sz="1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94" name="Google Shape;49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0400" y="2926413"/>
            <a:ext cx="2305050" cy="199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ortfolio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A7BBC0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