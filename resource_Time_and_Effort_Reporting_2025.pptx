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will be discussing the requirement for federal funds.  Internally, it is good practice to follow these procedures with staff funded through any type of funding especially when those funds are being blended/braided with federal funds.  Auditors will look to see that 100% of a staff member’s time is accounted for even if only a portion is paid for through federal funds. </a:t>
            </a:r>
            <a:endParaRPr/>
          </a:p>
        </p:txBody>
      </p:sp>
      <p:sp>
        <p:nvSpPr>
          <p:cNvPr id="200" name="Google Shape;2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The following information is what I believe to be best practice with the information I have available at this time.  You can always reach out with specific questions and issues.  Context within a specific LEA is important and difficult to address with a large group. </a:t>
            </a:r>
            <a:endParaRPr/>
          </a:p>
          <a:p>
            <a:pPr indent="0" lvl="0" marL="0" rtl="0" algn="l">
              <a:spcBef>
                <a:spcPts val="0"/>
              </a:spcBef>
              <a:spcAft>
                <a:spcPts val="0"/>
              </a:spcAft>
              <a:buNone/>
            </a:pPr>
            <a:r>
              <a:t/>
            </a:r>
            <a:endParaRPr/>
          </a:p>
        </p:txBody>
      </p:sp>
      <p:sp>
        <p:nvSpPr>
          <p:cNvPr id="210" name="Google Shape;21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PARS and Semi-Annuals are no longer named as specific forms that must be used, however, districts must still adhere to the specific requirements and standards outlined in the guidance.  It is recommended that if a district has already been using PARS and Semi-Annuals and these are a part of their written internal procedures and processes that they not change their processes unless this is no longer working for them.</a:t>
            </a:r>
            <a:endParaRPr/>
          </a:p>
        </p:txBody>
      </p:sp>
      <p:sp>
        <p:nvSpPr>
          <p:cNvPr id="250" name="Google Shape;2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district’s written policies must outline who should sign time and effort, and, if using electronic signatures, it must define what an electronic signature is and that that the district accepts this type of signature. </a:t>
            </a:r>
            <a:endParaRPr/>
          </a:p>
          <a:p>
            <a:pPr indent="0" lvl="0" marL="0" rtl="0" algn="l">
              <a:spcBef>
                <a:spcPts val="0"/>
              </a:spcBef>
              <a:spcAft>
                <a:spcPts val="0"/>
              </a:spcAft>
              <a:buNone/>
            </a:pPr>
            <a:r>
              <a:rPr lang="en-US"/>
              <a:t> There is nothing in the current law that directly refers to signatures as a requirement, however, remember that States can tighten requirements. </a:t>
            </a:r>
            <a:endParaRPr/>
          </a:p>
        </p:txBody>
      </p:sp>
      <p:sp>
        <p:nvSpPr>
          <p:cNvPr id="289" name="Google Shape;2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UGG requires that districts have internal controls to ensure that time and effort records accurately reflect the work that was performed.  The person signing the documents are certifying that the work written in the document is an accurate reflection of the work performed. </a:t>
            </a:r>
            <a:endParaRPr/>
          </a:p>
        </p:txBody>
      </p:sp>
      <p:sp>
        <p:nvSpPr>
          <p:cNvPr id="299" name="Google Shape;2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Notes on the purpose of activity logs…not one prescribed format … lesson plans might be used, etc.    We must be able to answer the question “was the activity allowable”.   Districts can provide examples to consultants…</a:t>
            </a:r>
            <a:endParaRPr/>
          </a:p>
        </p:txBody>
      </p:sp>
      <p:sp>
        <p:nvSpPr>
          <p:cNvPr id="309" name="Google Shape;3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 it meets the time and effort requirements we discussed in the preceding slides, etc.  </a:t>
            </a:r>
            <a:endParaRPr/>
          </a:p>
        </p:txBody>
      </p:sp>
      <p:sp>
        <p:nvSpPr>
          <p:cNvPr id="319" name="Google Shape;31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167493" y="1122363"/>
            <a:ext cx="7096933" cy="23876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b="1"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167493" y="3602038"/>
            <a:ext cx="9500507" cy="806675"/>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3200"/>
              <a:buNone/>
              <a:defRPr sz="32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p:nvPr/>
        </p:nvSpPr>
        <p:spPr>
          <a:xfrm>
            <a:off x="0" y="4572000"/>
            <a:ext cx="12192000" cy="2286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 name="Google Shape;19;p2"/>
          <p:cNvSpPr/>
          <p:nvPr/>
        </p:nvSpPr>
        <p:spPr>
          <a:xfrm>
            <a:off x="583746" y="4960030"/>
            <a:ext cx="1551214" cy="1551214"/>
          </a:xfrm>
          <a:prstGeom prst="ellipse">
            <a:avLst/>
          </a:prstGeom>
          <a:solidFill>
            <a:schemeClr val="dk2"/>
          </a:solidFill>
          <a:ln cap="flat" cmpd="sng" w="12700">
            <a:solidFill>
              <a:srgbClr val="004BB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0" name="Google Shape;20;p2"/>
          <p:cNvSpPr/>
          <p:nvPr/>
        </p:nvSpPr>
        <p:spPr>
          <a:xfrm>
            <a:off x="1" y="4571999"/>
            <a:ext cx="1118508" cy="1118508"/>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1" name="Google Shape;21;p2"/>
          <p:cNvSpPr/>
          <p:nvPr/>
        </p:nvSpPr>
        <p:spPr>
          <a:xfrm>
            <a:off x="1" y="5739492"/>
            <a:ext cx="1118508" cy="1118508"/>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22" name="Google Shape;22;p2"/>
          <p:cNvGrpSpPr/>
          <p:nvPr/>
        </p:nvGrpSpPr>
        <p:grpSpPr>
          <a:xfrm>
            <a:off x="8264427" y="-3419"/>
            <a:ext cx="3927573" cy="3165022"/>
            <a:chOff x="9857014" y="13834"/>
            <a:chExt cx="2334986" cy="1881641"/>
          </a:xfrm>
        </p:grpSpPr>
        <p:sp>
          <p:nvSpPr>
            <p:cNvPr id="23" name="Google Shape;23;p2"/>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4" name="Google Shape;24;p2"/>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25" name="Google Shape;25;p2"/>
          <p:cNvSpPr/>
          <p:nvPr/>
        </p:nvSpPr>
        <p:spPr>
          <a:xfrm>
            <a:off x="0" y="-1"/>
            <a:ext cx="1167493" cy="1167493"/>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6" name="Google Shape;26;p2"/>
          <p:cNvSpPr/>
          <p:nvPr/>
        </p:nvSpPr>
        <p:spPr>
          <a:xfrm>
            <a:off x="11024507" y="4580708"/>
            <a:ext cx="1167493" cy="2277292"/>
          </a:xfrm>
          <a:custGeom>
            <a:rect b="b" l="l" r="r" t="t"/>
            <a:pathLst>
              <a:path extrusionOk="0" h="2272167" w="1167493">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3"/>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3"/>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1" name="Google Shape;31;p3"/>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2" name="Google Shape;32;p3"/>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33" name="Google Shape;33;p3"/>
          <p:cNvGrpSpPr/>
          <p:nvPr/>
        </p:nvGrpSpPr>
        <p:grpSpPr>
          <a:xfrm>
            <a:off x="8082092" y="5590903"/>
            <a:ext cx="1572380" cy="1267097"/>
            <a:chOff x="7413403" y="4976359"/>
            <a:chExt cx="2334986" cy="1881641"/>
          </a:xfrm>
        </p:grpSpPr>
        <p:sp>
          <p:nvSpPr>
            <p:cNvPr id="34" name="Google Shape;34;p3"/>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5" name="Google Shape;35;p3"/>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36" name="Google Shape;36;p3"/>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39" name="Shape 39"/>
        <p:cNvGrpSpPr/>
        <p:nvPr/>
      </p:nvGrpSpPr>
      <p:grpSpPr>
        <a:xfrm>
          <a:off x="0" y="0"/>
          <a:ext cx="0" cy="0"/>
          <a:chOff x="0" y="0"/>
          <a:chExt cx="0" cy="0"/>
        </a:xfrm>
      </p:grpSpPr>
      <p:sp>
        <p:nvSpPr>
          <p:cNvPr id="40" name="Google Shape;40;p4"/>
          <p:cNvSpPr txBox="1"/>
          <p:nvPr>
            <p:ph type="ctrTitle"/>
          </p:nvPr>
        </p:nvSpPr>
        <p:spPr>
          <a:xfrm>
            <a:off x="1167494" y="1122363"/>
            <a:ext cx="6220278" cy="23876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Arial"/>
              <a:buNone/>
              <a:defRPr b="1" sz="6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4"/>
          <p:cNvSpPr txBox="1"/>
          <p:nvPr>
            <p:ph idx="1" type="subTitle"/>
          </p:nvPr>
        </p:nvSpPr>
        <p:spPr>
          <a:xfrm>
            <a:off x="1167493" y="3602038"/>
            <a:ext cx="6220277" cy="2247219"/>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dk1"/>
              </a:buClr>
              <a:buSzPts val="2800"/>
              <a:buNone/>
              <a:defRPr sz="28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2" name="Google Shape;42;p4"/>
          <p:cNvSpPr/>
          <p:nvPr/>
        </p:nvSpPr>
        <p:spPr>
          <a:xfrm>
            <a:off x="8264426" y="0"/>
            <a:ext cx="3927574"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43" name="Google Shape;43;p4"/>
          <p:cNvGrpSpPr/>
          <p:nvPr/>
        </p:nvGrpSpPr>
        <p:grpSpPr>
          <a:xfrm>
            <a:off x="8264427" y="3685939"/>
            <a:ext cx="3927573" cy="3178856"/>
            <a:chOff x="9857014" y="13834"/>
            <a:chExt cx="2334986" cy="1881641"/>
          </a:xfrm>
        </p:grpSpPr>
        <p:sp>
          <p:nvSpPr>
            <p:cNvPr id="44" name="Google Shape;44;p4"/>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5" name="Google Shape;45;p4"/>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46" name="Google Shape;46;p4"/>
          <p:cNvSpPr/>
          <p:nvPr/>
        </p:nvSpPr>
        <p:spPr>
          <a:xfrm>
            <a:off x="0" y="-1"/>
            <a:ext cx="1167493" cy="1167493"/>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7" name="Google Shape;47;p4"/>
          <p:cNvSpPr/>
          <p:nvPr/>
        </p:nvSpPr>
        <p:spPr>
          <a:xfrm>
            <a:off x="10228214" y="-1"/>
            <a:ext cx="1963787" cy="3178856"/>
          </a:xfrm>
          <a:custGeom>
            <a:rect b="b" l="l" r="r" t="t"/>
            <a:pathLst>
              <a:path extrusionOk="0" h="3178856" w="1963787">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5"/>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accent2"/>
        </a:solidFill>
      </p:bgPr>
    </p:bg>
    <p:spTree>
      <p:nvGrpSpPr>
        <p:cNvPr id="52" name="Shape 52"/>
        <p:cNvGrpSpPr/>
        <p:nvPr/>
      </p:nvGrpSpPr>
      <p:grpSpPr>
        <a:xfrm>
          <a:off x="0" y="0"/>
          <a:ext cx="0" cy="0"/>
          <a:chOff x="0" y="0"/>
          <a:chExt cx="0" cy="0"/>
        </a:xfrm>
      </p:grpSpPr>
      <p:sp>
        <p:nvSpPr>
          <p:cNvPr id="53" name="Google Shape;53;p6"/>
          <p:cNvSpPr/>
          <p:nvPr/>
        </p:nvSpPr>
        <p:spPr>
          <a:xfrm>
            <a:off x="0" y="2286002"/>
            <a:ext cx="12208822" cy="4572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4" name="Google Shape;54;p6"/>
          <p:cNvSpPr/>
          <p:nvPr/>
        </p:nvSpPr>
        <p:spPr>
          <a:xfrm flipH="1">
            <a:off x="8597718"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5" name="Google Shape;55;p6"/>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6" name="Google Shape;56;p6"/>
          <p:cNvSpPr/>
          <p:nvPr/>
        </p:nvSpPr>
        <p:spPr>
          <a:xfrm rot="-5400000">
            <a:off x="10344100" y="438098"/>
            <a:ext cx="2285999" cy="1409801"/>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7" name="Google Shape;57;p6"/>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6"/>
          <p:cNvSpPr txBox="1"/>
          <p:nvPr>
            <p:ph idx="1" type="body"/>
          </p:nvPr>
        </p:nvSpPr>
        <p:spPr>
          <a:xfrm>
            <a:off x="1167492" y="2653167"/>
            <a:ext cx="9779183" cy="3436483"/>
          </a:xfrm>
          <a:prstGeom prst="rect">
            <a:avLst/>
          </a:prstGeom>
          <a:noFill/>
          <a:ln>
            <a:noFill/>
          </a:ln>
        </p:spPr>
        <p:txBody>
          <a:bodyPr anchorCtr="0" anchor="t" bIns="45700" lIns="91425" spcFirstLastPara="1" rIns="91425" wrap="square" tIns="45700">
            <a:noAutofit/>
          </a:bodyPr>
          <a:lstStyle>
            <a:lvl1pPr indent="-228600" lvl="0" marL="457200" algn="l">
              <a:lnSpc>
                <a:spcPct val="150000"/>
              </a:lnSpc>
              <a:spcBef>
                <a:spcPts val="1000"/>
              </a:spcBef>
              <a:spcAft>
                <a:spcPts val="0"/>
              </a:spcAft>
              <a:buClr>
                <a:schemeClr val="lt1"/>
              </a:buClr>
              <a:buSzPts val="2400"/>
              <a:buNone/>
              <a:defRPr sz="24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9" name="Google Shape;59;p6"/>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
          <p:cNvSpPr txBox="1"/>
          <p:nvPr>
            <p:ph idx="12" type="sldNum"/>
          </p:nvPr>
        </p:nvSpPr>
        <p:spPr>
          <a:xfrm>
            <a:off x="10206318" y="6356350"/>
            <a:ext cx="1604682"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3"/>
                </a:solidFill>
                <a:latin typeface="Arial"/>
                <a:ea typeface="Arial"/>
                <a:cs typeface="Arial"/>
                <a:sym typeface="Arial"/>
              </a:defRPr>
            </a:lvl1pPr>
            <a:lvl2pPr indent="0" lvl="1" marL="0" algn="r">
              <a:spcBef>
                <a:spcPts val="0"/>
              </a:spcBef>
              <a:buNone/>
              <a:defRPr b="0" i="0" sz="1200" u="none" cap="none" strike="noStrike">
                <a:solidFill>
                  <a:schemeClr val="accent3"/>
                </a:solidFill>
                <a:latin typeface="Arial"/>
                <a:ea typeface="Arial"/>
                <a:cs typeface="Arial"/>
                <a:sym typeface="Arial"/>
              </a:defRPr>
            </a:lvl2pPr>
            <a:lvl3pPr indent="0" lvl="2" marL="0" algn="r">
              <a:spcBef>
                <a:spcPts val="0"/>
              </a:spcBef>
              <a:buNone/>
              <a:defRPr b="0" i="0" sz="1200" u="none" cap="none" strike="noStrike">
                <a:solidFill>
                  <a:schemeClr val="accent3"/>
                </a:solidFill>
                <a:latin typeface="Arial"/>
                <a:ea typeface="Arial"/>
                <a:cs typeface="Arial"/>
                <a:sym typeface="Arial"/>
              </a:defRPr>
            </a:lvl3pPr>
            <a:lvl4pPr indent="0" lvl="3" marL="0" algn="r">
              <a:spcBef>
                <a:spcPts val="0"/>
              </a:spcBef>
              <a:buNone/>
              <a:defRPr b="0" i="0" sz="1200" u="none" cap="none" strike="noStrike">
                <a:solidFill>
                  <a:schemeClr val="accent3"/>
                </a:solidFill>
                <a:latin typeface="Arial"/>
                <a:ea typeface="Arial"/>
                <a:cs typeface="Arial"/>
                <a:sym typeface="Arial"/>
              </a:defRPr>
            </a:lvl4pPr>
            <a:lvl5pPr indent="0" lvl="4" marL="0" algn="r">
              <a:spcBef>
                <a:spcPts val="0"/>
              </a:spcBef>
              <a:buNone/>
              <a:defRPr b="0" i="0" sz="1200" u="none" cap="none" strike="noStrike">
                <a:solidFill>
                  <a:schemeClr val="accent3"/>
                </a:solidFill>
                <a:latin typeface="Arial"/>
                <a:ea typeface="Arial"/>
                <a:cs typeface="Arial"/>
                <a:sym typeface="Arial"/>
              </a:defRPr>
            </a:lvl5pPr>
            <a:lvl6pPr indent="0" lvl="5" marL="0" algn="r">
              <a:spcBef>
                <a:spcPts val="0"/>
              </a:spcBef>
              <a:buNone/>
              <a:defRPr b="0" i="0" sz="1200" u="none" cap="none" strike="noStrike">
                <a:solidFill>
                  <a:schemeClr val="accent3"/>
                </a:solidFill>
                <a:latin typeface="Arial"/>
                <a:ea typeface="Arial"/>
                <a:cs typeface="Arial"/>
                <a:sym typeface="Arial"/>
              </a:defRPr>
            </a:lvl6pPr>
            <a:lvl7pPr indent="0" lvl="6" marL="0" algn="r">
              <a:spcBef>
                <a:spcPts val="0"/>
              </a:spcBef>
              <a:buNone/>
              <a:defRPr b="0" i="0" sz="1200" u="none" cap="none" strike="noStrike">
                <a:solidFill>
                  <a:schemeClr val="accent3"/>
                </a:solidFill>
                <a:latin typeface="Arial"/>
                <a:ea typeface="Arial"/>
                <a:cs typeface="Arial"/>
                <a:sym typeface="Arial"/>
              </a:defRPr>
            </a:lvl7pPr>
            <a:lvl8pPr indent="0" lvl="7" marL="0" algn="r">
              <a:spcBef>
                <a:spcPts val="0"/>
              </a:spcBef>
              <a:buNone/>
              <a:defRPr b="0" i="0" sz="1200" u="none" cap="none" strike="noStrike">
                <a:solidFill>
                  <a:schemeClr val="accent3"/>
                </a:solidFill>
                <a:latin typeface="Arial"/>
                <a:ea typeface="Arial"/>
                <a:cs typeface="Arial"/>
                <a:sym typeface="Arial"/>
              </a:defRPr>
            </a:lvl8pPr>
            <a:lvl9pPr indent="0" lvl="8" marL="0" algn="r">
              <a:spcBef>
                <a:spcPts val="0"/>
              </a:spcBef>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62" name="Shape 62"/>
        <p:cNvGrpSpPr/>
        <p:nvPr/>
      </p:nvGrpSpPr>
      <p:grpSpPr>
        <a:xfrm>
          <a:off x="0" y="0"/>
          <a:ext cx="0" cy="0"/>
          <a:chOff x="0" y="0"/>
          <a:chExt cx="0" cy="0"/>
        </a:xfrm>
      </p:grpSpPr>
      <p:sp>
        <p:nvSpPr>
          <p:cNvPr id="63" name="Google Shape;63;p7"/>
          <p:cNvSpPr/>
          <p:nvPr/>
        </p:nvSpPr>
        <p:spPr>
          <a:xfrm>
            <a:off x="0" y="0"/>
            <a:ext cx="8025490" cy="6858000"/>
          </a:xfrm>
          <a:custGeom>
            <a:rect b="b" l="l" r="r" t="t"/>
            <a:pathLst>
              <a:path extrusionOk="0" h="6858000" w="802549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4" name="Google Shape;64;p7"/>
          <p:cNvSpPr txBox="1"/>
          <p:nvPr>
            <p:ph type="ctrTitle"/>
          </p:nvPr>
        </p:nvSpPr>
        <p:spPr>
          <a:xfrm>
            <a:off x="1167494" y="1059400"/>
            <a:ext cx="6245912" cy="23876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6000"/>
              <a:buFont typeface="Arial"/>
              <a:buNone/>
              <a:defRPr b="1" sz="60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7"/>
          <p:cNvSpPr txBox="1"/>
          <p:nvPr>
            <p:ph idx="1" type="subTitle"/>
          </p:nvPr>
        </p:nvSpPr>
        <p:spPr>
          <a:xfrm>
            <a:off x="1167494" y="3539075"/>
            <a:ext cx="6245912" cy="1406101"/>
          </a:xfrm>
          <a:prstGeom prst="rect">
            <a:avLst/>
          </a:prstGeom>
          <a:noFill/>
          <a:ln>
            <a:noFill/>
          </a:ln>
        </p:spPr>
        <p:txBody>
          <a:bodyPr anchorCtr="0" anchor="t" bIns="45700" lIns="91425" spcFirstLastPara="1" rIns="91425" wrap="square" tIns="45700">
            <a:noAutofit/>
          </a:bodyPr>
          <a:lstStyle>
            <a:lvl1pPr lvl="0" algn="l">
              <a:lnSpc>
                <a:spcPct val="90000"/>
              </a:lnSpc>
              <a:spcBef>
                <a:spcPts val="1000"/>
              </a:spcBef>
              <a:spcAft>
                <a:spcPts val="0"/>
              </a:spcAft>
              <a:buClr>
                <a:schemeClr val="lt1"/>
              </a:buClr>
              <a:buSzPts val="3200"/>
              <a:buNone/>
              <a:defRPr sz="3200">
                <a:solidFill>
                  <a:schemeClr val="lt1"/>
                </a:solidFill>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66" name="Google Shape;66;p7"/>
          <p:cNvGrpSpPr/>
          <p:nvPr/>
        </p:nvGrpSpPr>
        <p:grpSpPr>
          <a:xfrm rot="-5400000">
            <a:off x="8286528" y="2207195"/>
            <a:ext cx="3032351" cy="2443610"/>
            <a:chOff x="9857014" y="13834"/>
            <a:chExt cx="2334986" cy="1881641"/>
          </a:xfrm>
        </p:grpSpPr>
        <p:sp>
          <p:nvSpPr>
            <p:cNvPr id="67" name="Google Shape;67;p7"/>
            <p:cNvSpPr/>
            <p:nvPr/>
          </p:nvSpPr>
          <p:spPr>
            <a:xfrm rot="-5400000">
              <a:off x="10667433"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68" name="Google Shape;68;p7"/>
            <p:cNvSpPr/>
            <p:nvPr/>
          </p:nvSpPr>
          <p:spPr>
            <a:xfrm flipH="1" rot="5400000">
              <a:off x="9499940" y="370908"/>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69" name="Google Shape;69;p7"/>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0" name="Google Shape;70;p7"/>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
  <p:cSld name="Graph">
    <p:spTree>
      <p:nvGrpSpPr>
        <p:cNvPr id="71" name="Shape 71"/>
        <p:cNvGrpSpPr/>
        <p:nvPr/>
      </p:nvGrpSpPr>
      <p:grpSpPr>
        <a:xfrm>
          <a:off x="0" y="0"/>
          <a:ext cx="0" cy="0"/>
          <a:chOff x="0" y="0"/>
          <a:chExt cx="0" cy="0"/>
        </a:xfrm>
      </p:grpSpPr>
      <p:sp>
        <p:nvSpPr>
          <p:cNvPr id="72" name="Google Shape;72;p8"/>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8"/>
          <p:cNvSpPr txBox="1"/>
          <p:nvPr>
            <p:ph idx="1" type="body"/>
          </p:nvPr>
        </p:nvSpPr>
        <p:spPr>
          <a:xfrm>
            <a:off x="1167493" y="2087561"/>
            <a:ext cx="9779182" cy="336681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8"/>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5" name="Google Shape;75;p8"/>
          <p:cNvSpPr/>
          <p:nvPr/>
        </p:nvSpPr>
        <p:spPr>
          <a:xfrm flipH="1" rot="5400000">
            <a:off x="1"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6" name="Google Shape;76;p8"/>
          <p:cNvSpPr txBox="1"/>
          <p:nvPr>
            <p:ph idx="10" type="dt"/>
          </p:nvPr>
        </p:nvSpPr>
        <p:spPr>
          <a:xfrm>
            <a:off x="381000" y="6356350"/>
            <a:ext cx="170101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3"/>
                </a:solidFill>
                <a:latin typeface="Arial"/>
                <a:ea typeface="Arial"/>
                <a:cs typeface="Arial"/>
                <a:sym typeface="Arial"/>
              </a:defRPr>
            </a:lvl1pPr>
            <a:lvl2pPr indent="0" lvl="1" marL="0" algn="r">
              <a:spcBef>
                <a:spcPts val="0"/>
              </a:spcBef>
              <a:buNone/>
              <a:defRPr b="0" i="0" sz="1200" u="none" cap="none" strike="noStrike">
                <a:solidFill>
                  <a:schemeClr val="accent3"/>
                </a:solidFill>
                <a:latin typeface="Arial"/>
                <a:ea typeface="Arial"/>
                <a:cs typeface="Arial"/>
                <a:sym typeface="Arial"/>
              </a:defRPr>
            </a:lvl2pPr>
            <a:lvl3pPr indent="0" lvl="2" marL="0" algn="r">
              <a:spcBef>
                <a:spcPts val="0"/>
              </a:spcBef>
              <a:buNone/>
              <a:defRPr b="0" i="0" sz="1200" u="none" cap="none" strike="noStrike">
                <a:solidFill>
                  <a:schemeClr val="accent3"/>
                </a:solidFill>
                <a:latin typeface="Arial"/>
                <a:ea typeface="Arial"/>
                <a:cs typeface="Arial"/>
                <a:sym typeface="Arial"/>
              </a:defRPr>
            </a:lvl3pPr>
            <a:lvl4pPr indent="0" lvl="3" marL="0" algn="r">
              <a:spcBef>
                <a:spcPts val="0"/>
              </a:spcBef>
              <a:buNone/>
              <a:defRPr b="0" i="0" sz="1200" u="none" cap="none" strike="noStrike">
                <a:solidFill>
                  <a:schemeClr val="accent3"/>
                </a:solidFill>
                <a:latin typeface="Arial"/>
                <a:ea typeface="Arial"/>
                <a:cs typeface="Arial"/>
                <a:sym typeface="Arial"/>
              </a:defRPr>
            </a:lvl4pPr>
            <a:lvl5pPr indent="0" lvl="4" marL="0" algn="r">
              <a:spcBef>
                <a:spcPts val="0"/>
              </a:spcBef>
              <a:buNone/>
              <a:defRPr b="0" i="0" sz="1200" u="none" cap="none" strike="noStrike">
                <a:solidFill>
                  <a:schemeClr val="accent3"/>
                </a:solidFill>
                <a:latin typeface="Arial"/>
                <a:ea typeface="Arial"/>
                <a:cs typeface="Arial"/>
                <a:sym typeface="Arial"/>
              </a:defRPr>
            </a:lvl5pPr>
            <a:lvl6pPr indent="0" lvl="5" marL="0" algn="r">
              <a:spcBef>
                <a:spcPts val="0"/>
              </a:spcBef>
              <a:buNone/>
              <a:defRPr b="0" i="0" sz="1200" u="none" cap="none" strike="noStrike">
                <a:solidFill>
                  <a:schemeClr val="accent3"/>
                </a:solidFill>
                <a:latin typeface="Arial"/>
                <a:ea typeface="Arial"/>
                <a:cs typeface="Arial"/>
                <a:sym typeface="Arial"/>
              </a:defRPr>
            </a:lvl6pPr>
            <a:lvl7pPr indent="0" lvl="6" marL="0" algn="r">
              <a:spcBef>
                <a:spcPts val="0"/>
              </a:spcBef>
              <a:buNone/>
              <a:defRPr b="0" i="0" sz="1200" u="none" cap="none" strike="noStrike">
                <a:solidFill>
                  <a:schemeClr val="accent3"/>
                </a:solidFill>
                <a:latin typeface="Arial"/>
                <a:ea typeface="Arial"/>
                <a:cs typeface="Arial"/>
                <a:sym typeface="Arial"/>
              </a:defRPr>
            </a:lvl7pPr>
            <a:lvl8pPr indent="0" lvl="7" marL="0" algn="r">
              <a:spcBef>
                <a:spcPts val="0"/>
              </a:spcBef>
              <a:buNone/>
              <a:defRPr b="0" i="0" sz="1200" u="none" cap="none" strike="noStrike">
                <a:solidFill>
                  <a:schemeClr val="accent3"/>
                </a:solidFill>
                <a:latin typeface="Arial"/>
                <a:ea typeface="Arial"/>
                <a:cs typeface="Arial"/>
                <a:sym typeface="Arial"/>
              </a:defRPr>
            </a:lvl8pPr>
            <a:lvl9pPr indent="0" lvl="8" marL="0" algn="r">
              <a:spcBef>
                <a:spcPts val="0"/>
              </a:spcBef>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2">
  <p:cSld name="Chart 2">
    <p:bg>
      <p:bgPr>
        <a:solidFill>
          <a:schemeClr val="accent2"/>
        </a:solidFill>
      </p:bgPr>
    </p:bg>
    <p:spTree>
      <p:nvGrpSpPr>
        <p:cNvPr id="79" name="Shape 79"/>
        <p:cNvGrpSpPr/>
        <p:nvPr/>
      </p:nvGrpSpPr>
      <p:grpSpPr>
        <a:xfrm>
          <a:off x="0" y="0"/>
          <a:ext cx="0" cy="0"/>
          <a:chOff x="0" y="0"/>
          <a:chExt cx="0" cy="0"/>
        </a:xfrm>
      </p:grpSpPr>
      <p:grpSp>
        <p:nvGrpSpPr>
          <p:cNvPr id="80" name="Google Shape;80;p9"/>
          <p:cNvGrpSpPr/>
          <p:nvPr/>
        </p:nvGrpSpPr>
        <p:grpSpPr>
          <a:xfrm rot="-5400000">
            <a:off x="10772262" y="152641"/>
            <a:ext cx="1572380" cy="1267097"/>
            <a:chOff x="7413403" y="4976359"/>
            <a:chExt cx="2334986" cy="1881641"/>
          </a:xfrm>
        </p:grpSpPr>
        <p:sp>
          <p:nvSpPr>
            <p:cNvPr id="81" name="Google Shape;81;p9"/>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82" name="Google Shape;82;p9"/>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83" name="Google Shape;83;p9"/>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9"/>
          <p:cNvSpPr txBox="1"/>
          <p:nvPr>
            <p:ph idx="1" type="body"/>
          </p:nvPr>
        </p:nvSpPr>
        <p:spPr>
          <a:xfrm>
            <a:off x="1167493" y="2087563"/>
            <a:ext cx="9779182" cy="33668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a:latin typeface="Arial"/>
                <a:ea typeface="Arial"/>
                <a:cs typeface="Arial"/>
                <a:sym typeface="Arial"/>
              </a:defRPr>
            </a:lvl1pPr>
            <a:lvl2pPr indent="-228600" lvl="1" marL="914400" algn="l">
              <a:lnSpc>
                <a:spcPct val="90000"/>
              </a:lnSpc>
              <a:spcBef>
                <a:spcPts val="500"/>
              </a:spcBef>
              <a:spcAft>
                <a:spcPts val="0"/>
              </a:spcAft>
              <a:buClr>
                <a:schemeClr val="dk1"/>
              </a:buClr>
              <a:buSzPts val="2400"/>
              <a:buNone/>
              <a:defRPr>
                <a:latin typeface="Arial"/>
                <a:ea typeface="Arial"/>
                <a:cs typeface="Arial"/>
                <a:sym typeface="Arial"/>
              </a:defRPr>
            </a:lvl2pPr>
            <a:lvl3pPr indent="-228600" lvl="2" marL="1371600" algn="l">
              <a:lnSpc>
                <a:spcPct val="90000"/>
              </a:lnSpc>
              <a:spcBef>
                <a:spcPts val="500"/>
              </a:spcBef>
              <a:spcAft>
                <a:spcPts val="0"/>
              </a:spcAft>
              <a:buClr>
                <a:schemeClr val="dk1"/>
              </a:buClr>
              <a:buSzPts val="2000"/>
              <a:buNone/>
              <a:defRPr>
                <a:latin typeface="Arial"/>
                <a:ea typeface="Arial"/>
                <a:cs typeface="Arial"/>
                <a:sym typeface="Arial"/>
              </a:defRPr>
            </a:lvl3pPr>
            <a:lvl4pPr indent="-228600" lvl="3" marL="1828800" algn="l">
              <a:lnSpc>
                <a:spcPct val="90000"/>
              </a:lnSpc>
              <a:spcBef>
                <a:spcPts val="500"/>
              </a:spcBef>
              <a:spcAft>
                <a:spcPts val="0"/>
              </a:spcAft>
              <a:buClr>
                <a:schemeClr val="dk1"/>
              </a:buClr>
              <a:buSzPts val="1800"/>
              <a:buNone/>
              <a:defRPr>
                <a:latin typeface="Arial"/>
                <a:ea typeface="Arial"/>
                <a:cs typeface="Arial"/>
                <a:sym typeface="Arial"/>
              </a:defRPr>
            </a:lvl4pPr>
            <a:lvl5pPr indent="-228600" lvl="4" marL="2286000" algn="l">
              <a:lnSpc>
                <a:spcPct val="90000"/>
              </a:lnSpc>
              <a:spcBef>
                <a:spcPts val="500"/>
              </a:spcBef>
              <a:spcAft>
                <a:spcPts val="0"/>
              </a:spcAft>
              <a:buClr>
                <a:schemeClr val="dk1"/>
              </a:buClr>
              <a:buSzPts val="1800"/>
              <a:buNone/>
              <a:defRPr>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9"/>
          <p:cNvSpPr txBox="1"/>
          <p:nvPr>
            <p:ph idx="10" type="dt"/>
          </p:nvPr>
        </p:nvSpPr>
        <p:spPr>
          <a:xfrm>
            <a:off x="381000" y="6356350"/>
            <a:ext cx="170101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9"/>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3"/>
                </a:solidFill>
                <a:latin typeface="Arial"/>
                <a:ea typeface="Arial"/>
                <a:cs typeface="Arial"/>
                <a:sym typeface="Arial"/>
              </a:defRPr>
            </a:lvl1pPr>
            <a:lvl2pPr indent="0" lvl="1" marL="0" algn="r">
              <a:spcBef>
                <a:spcPts val="0"/>
              </a:spcBef>
              <a:buNone/>
              <a:defRPr b="0" i="0" sz="1200" u="none" cap="none" strike="noStrike">
                <a:solidFill>
                  <a:schemeClr val="accent3"/>
                </a:solidFill>
                <a:latin typeface="Arial"/>
                <a:ea typeface="Arial"/>
                <a:cs typeface="Arial"/>
                <a:sym typeface="Arial"/>
              </a:defRPr>
            </a:lvl2pPr>
            <a:lvl3pPr indent="0" lvl="2" marL="0" algn="r">
              <a:spcBef>
                <a:spcPts val="0"/>
              </a:spcBef>
              <a:buNone/>
              <a:defRPr b="0" i="0" sz="1200" u="none" cap="none" strike="noStrike">
                <a:solidFill>
                  <a:schemeClr val="accent3"/>
                </a:solidFill>
                <a:latin typeface="Arial"/>
                <a:ea typeface="Arial"/>
                <a:cs typeface="Arial"/>
                <a:sym typeface="Arial"/>
              </a:defRPr>
            </a:lvl3pPr>
            <a:lvl4pPr indent="0" lvl="3" marL="0" algn="r">
              <a:spcBef>
                <a:spcPts val="0"/>
              </a:spcBef>
              <a:buNone/>
              <a:defRPr b="0" i="0" sz="1200" u="none" cap="none" strike="noStrike">
                <a:solidFill>
                  <a:schemeClr val="accent3"/>
                </a:solidFill>
                <a:latin typeface="Arial"/>
                <a:ea typeface="Arial"/>
                <a:cs typeface="Arial"/>
                <a:sym typeface="Arial"/>
              </a:defRPr>
            </a:lvl4pPr>
            <a:lvl5pPr indent="0" lvl="4" marL="0" algn="r">
              <a:spcBef>
                <a:spcPts val="0"/>
              </a:spcBef>
              <a:buNone/>
              <a:defRPr b="0" i="0" sz="1200" u="none" cap="none" strike="noStrike">
                <a:solidFill>
                  <a:schemeClr val="accent3"/>
                </a:solidFill>
                <a:latin typeface="Arial"/>
                <a:ea typeface="Arial"/>
                <a:cs typeface="Arial"/>
                <a:sym typeface="Arial"/>
              </a:defRPr>
            </a:lvl5pPr>
            <a:lvl6pPr indent="0" lvl="5" marL="0" algn="r">
              <a:spcBef>
                <a:spcPts val="0"/>
              </a:spcBef>
              <a:buNone/>
              <a:defRPr b="0" i="0" sz="1200" u="none" cap="none" strike="noStrike">
                <a:solidFill>
                  <a:schemeClr val="accent3"/>
                </a:solidFill>
                <a:latin typeface="Arial"/>
                <a:ea typeface="Arial"/>
                <a:cs typeface="Arial"/>
                <a:sym typeface="Arial"/>
              </a:defRPr>
            </a:lvl6pPr>
            <a:lvl7pPr indent="0" lvl="6" marL="0" algn="r">
              <a:spcBef>
                <a:spcPts val="0"/>
              </a:spcBef>
              <a:buNone/>
              <a:defRPr b="0" i="0" sz="1200" u="none" cap="none" strike="noStrike">
                <a:solidFill>
                  <a:schemeClr val="accent3"/>
                </a:solidFill>
                <a:latin typeface="Arial"/>
                <a:ea typeface="Arial"/>
                <a:cs typeface="Arial"/>
                <a:sym typeface="Arial"/>
              </a:defRPr>
            </a:lvl7pPr>
            <a:lvl8pPr indent="0" lvl="7" marL="0" algn="r">
              <a:spcBef>
                <a:spcPts val="0"/>
              </a:spcBef>
              <a:buNone/>
              <a:defRPr b="0" i="0" sz="1200" u="none" cap="none" strike="noStrike">
                <a:solidFill>
                  <a:schemeClr val="accent3"/>
                </a:solidFill>
                <a:latin typeface="Arial"/>
                <a:ea typeface="Arial"/>
                <a:cs typeface="Arial"/>
                <a:sym typeface="Arial"/>
              </a:defRPr>
            </a:lvl8pPr>
            <a:lvl9pPr indent="0" lvl="8" marL="0" algn="r">
              <a:spcBef>
                <a:spcPts val="0"/>
              </a:spcBef>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bg>
      <p:bgPr>
        <a:solidFill>
          <a:schemeClr val="accent1"/>
        </a:solidFill>
      </p:bgPr>
    </p:bg>
    <p:spTree>
      <p:nvGrpSpPr>
        <p:cNvPr id="88" name="Shape 88"/>
        <p:cNvGrpSpPr/>
        <p:nvPr/>
      </p:nvGrpSpPr>
      <p:grpSpPr>
        <a:xfrm>
          <a:off x="0" y="0"/>
          <a:ext cx="0" cy="0"/>
          <a:chOff x="0" y="0"/>
          <a:chExt cx="0" cy="0"/>
        </a:xfrm>
      </p:grpSpPr>
      <p:sp>
        <p:nvSpPr>
          <p:cNvPr id="89" name="Google Shape;89;p10"/>
          <p:cNvSpPr txBox="1"/>
          <p:nvPr>
            <p:ph type="title"/>
          </p:nvPr>
        </p:nvSpPr>
        <p:spPr>
          <a:xfrm>
            <a:off x="1798721" y="1684338"/>
            <a:ext cx="8594558" cy="281046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lt1"/>
              </a:buClr>
              <a:buSzPts val="4600"/>
              <a:buFont typeface="Arial"/>
              <a:buNone/>
              <a:defRPr sz="46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0"/>
          <p:cNvSpPr txBox="1"/>
          <p:nvPr>
            <p:ph idx="1" type="body"/>
          </p:nvPr>
        </p:nvSpPr>
        <p:spPr>
          <a:xfrm>
            <a:off x="381000" y="519405"/>
            <a:ext cx="1364297" cy="109452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004DBF"/>
              </a:buClr>
              <a:buSzPts val="23900"/>
              <a:buNone/>
              <a:defRPr b="1" sz="23900">
                <a:solidFill>
                  <a:srgbClr val="004DBF"/>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400"/>
              <a:buNone/>
              <a:defRPr b="1">
                <a:solidFill>
                  <a:schemeClr val="lt1"/>
                </a:solidFill>
                <a:latin typeface="Arial"/>
                <a:ea typeface="Arial"/>
                <a:cs typeface="Arial"/>
                <a:sym typeface="Arial"/>
              </a:defRPr>
            </a:lvl2pPr>
            <a:lvl3pPr indent="-228600" lvl="2" marL="1371600" algn="l">
              <a:lnSpc>
                <a:spcPct val="90000"/>
              </a:lnSpc>
              <a:spcBef>
                <a:spcPts val="500"/>
              </a:spcBef>
              <a:spcAft>
                <a:spcPts val="0"/>
              </a:spcAft>
              <a:buClr>
                <a:schemeClr val="lt1"/>
              </a:buClr>
              <a:buSzPts val="2000"/>
              <a:buNone/>
              <a:defRPr b="1">
                <a:solidFill>
                  <a:schemeClr val="lt1"/>
                </a:solidFill>
                <a:latin typeface="Arial"/>
                <a:ea typeface="Arial"/>
                <a:cs typeface="Arial"/>
                <a:sym typeface="Arial"/>
              </a:defRPr>
            </a:lvl3pPr>
            <a:lvl4pPr indent="-228600" lvl="3" marL="18288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4pPr>
            <a:lvl5pPr indent="-228600" lvl="4" marL="22860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0"/>
          <p:cNvSpPr txBox="1"/>
          <p:nvPr>
            <p:ph idx="2" type="body"/>
          </p:nvPr>
        </p:nvSpPr>
        <p:spPr>
          <a:xfrm>
            <a:off x="6881813" y="4494213"/>
            <a:ext cx="3511550" cy="6794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000"/>
              <a:buNone/>
              <a:defRPr sz="2000">
                <a:solidFill>
                  <a:schemeClr val="lt1"/>
                </a:solidFill>
                <a:latin typeface="Arial"/>
                <a:ea typeface="Arial"/>
                <a:cs typeface="Arial"/>
                <a:sym typeface="Arial"/>
              </a:defRPr>
            </a:lvl1pPr>
            <a:lvl2pPr indent="-228600" lvl="1" marL="914400" algn="r">
              <a:lnSpc>
                <a:spcPct val="90000"/>
              </a:lnSpc>
              <a:spcBef>
                <a:spcPts val="500"/>
              </a:spcBef>
              <a:spcAft>
                <a:spcPts val="0"/>
              </a:spcAft>
              <a:buClr>
                <a:schemeClr val="lt1"/>
              </a:buClr>
              <a:buSzPts val="1800"/>
              <a:buNone/>
              <a:defRPr sz="1800">
                <a:solidFill>
                  <a:schemeClr val="lt1"/>
                </a:solidFill>
                <a:latin typeface="Arial"/>
                <a:ea typeface="Arial"/>
                <a:cs typeface="Arial"/>
                <a:sym typeface="Arial"/>
              </a:defRPr>
            </a:lvl2pPr>
            <a:lvl3pPr indent="-228600" lvl="2" marL="1371600" algn="r">
              <a:lnSpc>
                <a:spcPct val="90000"/>
              </a:lnSpc>
              <a:spcBef>
                <a:spcPts val="500"/>
              </a:spcBef>
              <a:spcAft>
                <a:spcPts val="0"/>
              </a:spcAft>
              <a:buClr>
                <a:schemeClr val="lt1"/>
              </a:buClr>
              <a:buSzPts val="1600"/>
              <a:buNone/>
              <a:defRPr sz="1600">
                <a:solidFill>
                  <a:schemeClr val="lt1"/>
                </a:solidFill>
                <a:latin typeface="Arial"/>
                <a:ea typeface="Arial"/>
                <a:cs typeface="Arial"/>
                <a:sym typeface="Arial"/>
              </a:defRPr>
            </a:lvl3pPr>
            <a:lvl4pPr indent="-228600" lvl="3" marL="1828800" algn="r">
              <a:lnSpc>
                <a:spcPct val="90000"/>
              </a:lnSpc>
              <a:spcBef>
                <a:spcPts val="500"/>
              </a:spcBef>
              <a:spcAft>
                <a:spcPts val="0"/>
              </a:spcAft>
              <a:buClr>
                <a:schemeClr val="lt1"/>
              </a:buClr>
              <a:buSzPts val="1400"/>
              <a:buNone/>
              <a:defRPr sz="1400">
                <a:solidFill>
                  <a:schemeClr val="lt1"/>
                </a:solidFill>
                <a:latin typeface="Arial"/>
                <a:ea typeface="Arial"/>
                <a:cs typeface="Arial"/>
                <a:sym typeface="Arial"/>
              </a:defRPr>
            </a:lvl4pPr>
            <a:lvl5pPr indent="-228600" lvl="4" marL="2286000" algn="r">
              <a:lnSpc>
                <a:spcPct val="90000"/>
              </a:lnSpc>
              <a:spcBef>
                <a:spcPts val="500"/>
              </a:spcBef>
              <a:spcAft>
                <a:spcPts val="0"/>
              </a:spcAft>
              <a:buClr>
                <a:schemeClr val="lt1"/>
              </a:buClr>
              <a:buSzPts val="1400"/>
              <a:buNone/>
              <a:defRPr sz="1400">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0"/>
          <p:cNvSpPr txBox="1"/>
          <p:nvPr>
            <p:ph idx="3" type="body"/>
          </p:nvPr>
        </p:nvSpPr>
        <p:spPr>
          <a:xfrm>
            <a:off x="10609104" y="3399692"/>
            <a:ext cx="1364297" cy="109452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rgbClr val="004DBF"/>
              </a:buClr>
              <a:buSzPts val="23900"/>
              <a:buNone/>
              <a:defRPr b="1" sz="23900">
                <a:solidFill>
                  <a:srgbClr val="004DBF"/>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400"/>
              <a:buNone/>
              <a:defRPr b="1">
                <a:solidFill>
                  <a:schemeClr val="lt1"/>
                </a:solidFill>
                <a:latin typeface="Arial"/>
                <a:ea typeface="Arial"/>
                <a:cs typeface="Arial"/>
                <a:sym typeface="Arial"/>
              </a:defRPr>
            </a:lvl2pPr>
            <a:lvl3pPr indent="-228600" lvl="2" marL="1371600" algn="l">
              <a:lnSpc>
                <a:spcPct val="90000"/>
              </a:lnSpc>
              <a:spcBef>
                <a:spcPts val="500"/>
              </a:spcBef>
              <a:spcAft>
                <a:spcPts val="0"/>
              </a:spcAft>
              <a:buClr>
                <a:schemeClr val="lt1"/>
              </a:buClr>
              <a:buSzPts val="2000"/>
              <a:buNone/>
              <a:defRPr b="1">
                <a:solidFill>
                  <a:schemeClr val="lt1"/>
                </a:solidFill>
                <a:latin typeface="Arial"/>
                <a:ea typeface="Arial"/>
                <a:cs typeface="Arial"/>
                <a:sym typeface="Arial"/>
              </a:defRPr>
            </a:lvl3pPr>
            <a:lvl4pPr indent="-228600" lvl="3" marL="18288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4pPr>
            <a:lvl5pPr indent="-228600" lvl="4" marL="2286000" algn="l">
              <a:lnSpc>
                <a:spcPct val="90000"/>
              </a:lnSpc>
              <a:spcBef>
                <a:spcPts val="500"/>
              </a:spcBef>
              <a:spcAft>
                <a:spcPts val="0"/>
              </a:spcAft>
              <a:buClr>
                <a:schemeClr val="lt1"/>
              </a:buClr>
              <a:buSzPts val="1800"/>
              <a:buNone/>
              <a:defRPr b="1">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0"/>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96" name="Shape 96"/>
        <p:cNvGrpSpPr/>
        <p:nvPr/>
      </p:nvGrpSpPr>
      <p:grpSpPr>
        <a:xfrm>
          <a:off x="0" y="0"/>
          <a:ext cx="0" cy="0"/>
          <a:chOff x="0" y="0"/>
          <a:chExt cx="0" cy="0"/>
        </a:xfrm>
      </p:grpSpPr>
      <p:sp>
        <p:nvSpPr>
          <p:cNvPr id="97" name="Google Shape;97;p11"/>
          <p:cNvSpPr/>
          <p:nvPr/>
        </p:nvSpPr>
        <p:spPr>
          <a:xfrm>
            <a:off x="0" y="-1664"/>
            <a:ext cx="9857012" cy="685966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8" name="Google Shape;98;p11"/>
          <p:cNvSpPr txBox="1"/>
          <p:nvPr>
            <p:ph type="title"/>
          </p:nvPr>
        </p:nvSpPr>
        <p:spPr>
          <a:xfrm>
            <a:off x="750430" y="381000"/>
            <a:ext cx="8401624" cy="1325563"/>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1"/>
          <p:cNvSpPr/>
          <p:nvPr>
            <p:ph idx="2" type="pic"/>
          </p:nvPr>
        </p:nvSpPr>
        <p:spPr>
          <a:xfrm>
            <a:off x="750429" y="2227758"/>
            <a:ext cx="1200374" cy="1201242"/>
          </a:xfrm>
          <a:prstGeom prst="rect">
            <a:avLst/>
          </a:prstGeom>
          <a:noFill/>
          <a:ln>
            <a:noFill/>
          </a:ln>
        </p:spPr>
      </p:sp>
      <p:sp>
        <p:nvSpPr>
          <p:cNvPr id="100" name="Google Shape;100;p11"/>
          <p:cNvSpPr txBox="1"/>
          <p:nvPr>
            <p:ph idx="1" type="body"/>
          </p:nvPr>
        </p:nvSpPr>
        <p:spPr>
          <a:xfrm>
            <a:off x="2123351" y="2426400"/>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1"/>
          <p:cNvSpPr txBox="1"/>
          <p:nvPr>
            <p:ph idx="3" type="body"/>
          </p:nvPr>
        </p:nvSpPr>
        <p:spPr>
          <a:xfrm>
            <a:off x="2123350" y="2811646"/>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11"/>
          <p:cNvSpPr/>
          <p:nvPr>
            <p:ph idx="4" type="pic"/>
          </p:nvPr>
        </p:nvSpPr>
        <p:spPr>
          <a:xfrm>
            <a:off x="5495813" y="2227758"/>
            <a:ext cx="1200374" cy="1201242"/>
          </a:xfrm>
          <a:prstGeom prst="rect">
            <a:avLst/>
          </a:prstGeom>
          <a:noFill/>
          <a:ln>
            <a:noFill/>
          </a:ln>
        </p:spPr>
      </p:sp>
      <p:sp>
        <p:nvSpPr>
          <p:cNvPr id="103" name="Google Shape;103;p11"/>
          <p:cNvSpPr txBox="1"/>
          <p:nvPr>
            <p:ph idx="5" type="body"/>
          </p:nvPr>
        </p:nvSpPr>
        <p:spPr>
          <a:xfrm>
            <a:off x="6870817" y="2422565"/>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1"/>
          <p:cNvSpPr txBox="1"/>
          <p:nvPr>
            <p:ph idx="6" type="body"/>
          </p:nvPr>
        </p:nvSpPr>
        <p:spPr>
          <a:xfrm>
            <a:off x="6870816" y="2807811"/>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11"/>
          <p:cNvSpPr/>
          <p:nvPr>
            <p:ph idx="7" type="pic"/>
          </p:nvPr>
        </p:nvSpPr>
        <p:spPr>
          <a:xfrm>
            <a:off x="750429" y="4254273"/>
            <a:ext cx="1200374" cy="1201242"/>
          </a:xfrm>
          <a:prstGeom prst="rect">
            <a:avLst/>
          </a:prstGeom>
          <a:noFill/>
          <a:ln>
            <a:noFill/>
          </a:ln>
        </p:spPr>
      </p:sp>
      <p:sp>
        <p:nvSpPr>
          <p:cNvPr id="106" name="Google Shape;106;p11"/>
          <p:cNvSpPr txBox="1"/>
          <p:nvPr>
            <p:ph idx="8" type="body"/>
          </p:nvPr>
        </p:nvSpPr>
        <p:spPr>
          <a:xfrm>
            <a:off x="2123351" y="4498793"/>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1"/>
          <p:cNvSpPr txBox="1"/>
          <p:nvPr>
            <p:ph idx="9" type="body"/>
          </p:nvPr>
        </p:nvSpPr>
        <p:spPr>
          <a:xfrm>
            <a:off x="2123350" y="4884039"/>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11"/>
          <p:cNvSpPr/>
          <p:nvPr>
            <p:ph idx="13" type="pic"/>
          </p:nvPr>
        </p:nvSpPr>
        <p:spPr>
          <a:xfrm>
            <a:off x="5495813" y="4254273"/>
            <a:ext cx="1200374" cy="1201242"/>
          </a:xfrm>
          <a:prstGeom prst="rect">
            <a:avLst/>
          </a:prstGeom>
          <a:noFill/>
          <a:ln>
            <a:noFill/>
          </a:ln>
        </p:spPr>
      </p:sp>
      <p:sp>
        <p:nvSpPr>
          <p:cNvPr id="109" name="Google Shape;109;p11"/>
          <p:cNvSpPr txBox="1"/>
          <p:nvPr>
            <p:ph idx="14" type="body"/>
          </p:nvPr>
        </p:nvSpPr>
        <p:spPr>
          <a:xfrm>
            <a:off x="6870817" y="4498793"/>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1"/>
          <p:cNvSpPr txBox="1"/>
          <p:nvPr>
            <p:ph idx="15" type="body"/>
          </p:nvPr>
        </p:nvSpPr>
        <p:spPr>
          <a:xfrm>
            <a:off x="6870816" y="4884039"/>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1"/>
          <p:cNvSpPr txBox="1"/>
          <p:nvPr>
            <p:ph idx="10" type="dt"/>
          </p:nvPr>
        </p:nvSpPr>
        <p:spPr>
          <a:xfrm>
            <a:off x="381000" y="6356350"/>
            <a:ext cx="156980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1"/>
          <p:cNvSpPr txBox="1"/>
          <p:nvPr>
            <p:ph idx="11" type="ftr"/>
          </p:nvPr>
        </p:nvSpPr>
        <p:spPr>
          <a:xfrm>
            <a:off x="2871106"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1"/>
          <p:cNvSpPr txBox="1"/>
          <p:nvPr>
            <p:ph idx="12" type="sldNum"/>
          </p:nvPr>
        </p:nvSpPr>
        <p:spPr>
          <a:xfrm>
            <a:off x="8332334" y="6356350"/>
            <a:ext cx="116749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3"/>
                </a:solidFill>
                <a:latin typeface="Arial"/>
                <a:ea typeface="Arial"/>
                <a:cs typeface="Arial"/>
                <a:sym typeface="Arial"/>
              </a:defRPr>
            </a:lvl1pPr>
            <a:lvl2pPr indent="0" lvl="1" marL="0" algn="r">
              <a:spcBef>
                <a:spcPts val="0"/>
              </a:spcBef>
              <a:buNone/>
              <a:defRPr b="0" i="0" sz="1200" u="none" cap="none" strike="noStrike">
                <a:solidFill>
                  <a:schemeClr val="accent3"/>
                </a:solidFill>
                <a:latin typeface="Arial"/>
                <a:ea typeface="Arial"/>
                <a:cs typeface="Arial"/>
                <a:sym typeface="Arial"/>
              </a:defRPr>
            </a:lvl2pPr>
            <a:lvl3pPr indent="0" lvl="2" marL="0" algn="r">
              <a:spcBef>
                <a:spcPts val="0"/>
              </a:spcBef>
              <a:buNone/>
              <a:defRPr b="0" i="0" sz="1200" u="none" cap="none" strike="noStrike">
                <a:solidFill>
                  <a:schemeClr val="accent3"/>
                </a:solidFill>
                <a:latin typeface="Arial"/>
                <a:ea typeface="Arial"/>
                <a:cs typeface="Arial"/>
                <a:sym typeface="Arial"/>
              </a:defRPr>
            </a:lvl3pPr>
            <a:lvl4pPr indent="0" lvl="3" marL="0" algn="r">
              <a:spcBef>
                <a:spcPts val="0"/>
              </a:spcBef>
              <a:buNone/>
              <a:defRPr b="0" i="0" sz="1200" u="none" cap="none" strike="noStrike">
                <a:solidFill>
                  <a:schemeClr val="accent3"/>
                </a:solidFill>
                <a:latin typeface="Arial"/>
                <a:ea typeface="Arial"/>
                <a:cs typeface="Arial"/>
                <a:sym typeface="Arial"/>
              </a:defRPr>
            </a:lvl4pPr>
            <a:lvl5pPr indent="0" lvl="4" marL="0" algn="r">
              <a:spcBef>
                <a:spcPts val="0"/>
              </a:spcBef>
              <a:buNone/>
              <a:defRPr b="0" i="0" sz="1200" u="none" cap="none" strike="noStrike">
                <a:solidFill>
                  <a:schemeClr val="accent3"/>
                </a:solidFill>
                <a:latin typeface="Arial"/>
                <a:ea typeface="Arial"/>
                <a:cs typeface="Arial"/>
                <a:sym typeface="Arial"/>
              </a:defRPr>
            </a:lvl5pPr>
            <a:lvl6pPr indent="0" lvl="5" marL="0" algn="r">
              <a:spcBef>
                <a:spcPts val="0"/>
              </a:spcBef>
              <a:buNone/>
              <a:defRPr b="0" i="0" sz="1200" u="none" cap="none" strike="noStrike">
                <a:solidFill>
                  <a:schemeClr val="accent3"/>
                </a:solidFill>
                <a:latin typeface="Arial"/>
                <a:ea typeface="Arial"/>
                <a:cs typeface="Arial"/>
                <a:sym typeface="Arial"/>
              </a:defRPr>
            </a:lvl6pPr>
            <a:lvl7pPr indent="0" lvl="6" marL="0" algn="r">
              <a:spcBef>
                <a:spcPts val="0"/>
              </a:spcBef>
              <a:buNone/>
              <a:defRPr b="0" i="0" sz="1200" u="none" cap="none" strike="noStrike">
                <a:solidFill>
                  <a:schemeClr val="accent3"/>
                </a:solidFill>
                <a:latin typeface="Arial"/>
                <a:ea typeface="Arial"/>
                <a:cs typeface="Arial"/>
                <a:sym typeface="Arial"/>
              </a:defRPr>
            </a:lvl7pPr>
            <a:lvl8pPr indent="0" lvl="7" marL="0" algn="r">
              <a:spcBef>
                <a:spcPts val="0"/>
              </a:spcBef>
              <a:buNone/>
              <a:defRPr b="0" i="0" sz="1200" u="none" cap="none" strike="noStrike">
                <a:solidFill>
                  <a:schemeClr val="accent3"/>
                </a:solidFill>
                <a:latin typeface="Arial"/>
                <a:ea typeface="Arial"/>
                <a:cs typeface="Arial"/>
                <a:sym typeface="Arial"/>
              </a:defRPr>
            </a:lvl8pPr>
            <a:lvl9pPr indent="0" lvl="8" marL="0" algn="r">
              <a:spcBef>
                <a:spcPts val="0"/>
              </a:spcBef>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11"/>
          <p:cNvSpPr/>
          <p:nvPr/>
        </p:nvSpPr>
        <p:spPr>
          <a:xfrm flipH="1" rot="5400000">
            <a:off x="9499940" y="355410"/>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5" name="Google Shape;115;p11"/>
          <p:cNvSpPr/>
          <p:nvPr/>
        </p:nvSpPr>
        <p:spPr>
          <a:xfrm flipH="1">
            <a:off x="10866436" y="1879977"/>
            <a:ext cx="1325563" cy="1325563"/>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6" name="Google Shape;116;p11"/>
          <p:cNvSpPr/>
          <p:nvPr/>
        </p:nvSpPr>
        <p:spPr>
          <a:xfrm>
            <a:off x="11024507" y="-1664"/>
            <a:ext cx="1167494" cy="1881641"/>
          </a:xfrm>
          <a:custGeom>
            <a:rect b="b" l="l" r="r" t="t"/>
            <a:pathLst>
              <a:path extrusionOk="0" h="1881641" w="1167494">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7" name="Google Shape;117;p11"/>
          <p:cNvSpPr/>
          <p:nvPr/>
        </p:nvSpPr>
        <p:spPr>
          <a:xfrm>
            <a:off x="10334091" y="2737752"/>
            <a:ext cx="1380830" cy="138083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8" name="Google Shape;118;p11"/>
          <p:cNvSpPr/>
          <p:nvPr/>
        </p:nvSpPr>
        <p:spPr>
          <a:xfrm flipH="1" rot="-5400000">
            <a:off x="10667432" y="5333432"/>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9" name="Google Shape;119;p11"/>
          <p:cNvSpPr/>
          <p:nvPr/>
        </p:nvSpPr>
        <p:spPr>
          <a:xfrm flipH="1" rot="10800000">
            <a:off x="9857012" y="3651505"/>
            <a:ext cx="1325563" cy="1325563"/>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0" name="Google Shape;120;p11"/>
          <p:cNvSpPr/>
          <p:nvPr/>
        </p:nvSpPr>
        <p:spPr>
          <a:xfrm rot="10800000">
            <a:off x="9857013" y="4976359"/>
            <a:ext cx="1167494" cy="1881641"/>
          </a:xfrm>
          <a:custGeom>
            <a:rect b="b" l="l" r="r" t="t"/>
            <a:pathLst>
              <a:path extrusionOk="0" h="1881641" w="1167494">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ole team">
  <p:cSld name="Whole team">
    <p:bg>
      <p:bgPr>
        <a:solidFill>
          <a:schemeClr val="accent2"/>
        </a:solidFill>
      </p:bgPr>
    </p:bg>
    <p:spTree>
      <p:nvGrpSpPr>
        <p:cNvPr id="121" name="Shape 121"/>
        <p:cNvGrpSpPr/>
        <p:nvPr/>
      </p:nvGrpSpPr>
      <p:grpSpPr>
        <a:xfrm>
          <a:off x="0" y="0"/>
          <a:ext cx="0" cy="0"/>
          <a:chOff x="0" y="0"/>
          <a:chExt cx="0" cy="0"/>
        </a:xfrm>
      </p:grpSpPr>
      <p:sp>
        <p:nvSpPr>
          <p:cNvPr id="122" name="Google Shape;122;p12"/>
          <p:cNvSpPr txBox="1"/>
          <p:nvPr>
            <p:ph type="title"/>
          </p:nvPr>
        </p:nvSpPr>
        <p:spPr>
          <a:xfrm>
            <a:off x="750430" y="381000"/>
            <a:ext cx="10678142" cy="1325563"/>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2"/>
          <p:cNvSpPr/>
          <p:nvPr>
            <p:ph idx="2" type="pic"/>
          </p:nvPr>
        </p:nvSpPr>
        <p:spPr>
          <a:xfrm>
            <a:off x="750429" y="2068734"/>
            <a:ext cx="904987" cy="905641"/>
          </a:xfrm>
          <a:prstGeom prst="rect">
            <a:avLst/>
          </a:prstGeom>
          <a:noFill/>
          <a:ln>
            <a:noFill/>
          </a:ln>
        </p:spPr>
      </p:sp>
      <p:sp>
        <p:nvSpPr>
          <p:cNvPr id="124" name="Google Shape;124;p12"/>
          <p:cNvSpPr txBox="1"/>
          <p:nvPr>
            <p:ph idx="1" type="body"/>
          </p:nvPr>
        </p:nvSpPr>
        <p:spPr>
          <a:xfrm>
            <a:off x="750430" y="2994545"/>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12"/>
          <p:cNvSpPr txBox="1"/>
          <p:nvPr>
            <p:ph idx="3" type="body"/>
          </p:nvPr>
        </p:nvSpPr>
        <p:spPr>
          <a:xfrm>
            <a:off x="750429" y="3379791"/>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12"/>
          <p:cNvSpPr/>
          <p:nvPr>
            <p:ph idx="4" type="pic"/>
          </p:nvPr>
        </p:nvSpPr>
        <p:spPr>
          <a:xfrm>
            <a:off x="3549397" y="2068734"/>
            <a:ext cx="904987" cy="905641"/>
          </a:xfrm>
          <a:prstGeom prst="rect">
            <a:avLst/>
          </a:prstGeom>
          <a:noFill/>
          <a:ln>
            <a:noFill/>
          </a:ln>
        </p:spPr>
      </p:sp>
      <p:sp>
        <p:nvSpPr>
          <p:cNvPr id="127" name="Google Shape;127;p12"/>
          <p:cNvSpPr txBox="1"/>
          <p:nvPr>
            <p:ph idx="5" type="body"/>
          </p:nvPr>
        </p:nvSpPr>
        <p:spPr>
          <a:xfrm>
            <a:off x="3549398" y="2994545"/>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12"/>
          <p:cNvSpPr txBox="1"/>
          <p:nvPr>
            <p:ph idx="6" type="body"/>
          </p:nvPr>
        </p:nvSpPr>
        <p:spPr>
          <a:xfrm>
            <a:off x="3549397" y="3379791"/>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12"/>
          <p:cNvSpPr/>
          <p:nvPr>
            <p:ph idx="7" type="pic"/>
          </p:nvPr>
        </p:nvSpPr>
        <p:spPr>
          <a:xfrm>
            <a:off x="6348367" y="2068734"/>
            <a:ext cx="904987" cy="905641"/>
          </a:xfrm>
          <a:prstGeom prst="rect">
            <a:avLst/>
          </a:prstGeom>
          <a:noFill/>
          <a:ln>
            <a:noFill/>
          </a:ln>
        </p:spPr>
      </p:sp>
      <p:sp>
        <p:nvSpPr>
          <p:cNvPr id="130" name="Google Shape;130;p12"/>
          <p:cNvSpPr txBox="1"/>
          <p:nvPr>
            <p:ph idx="8" type="body"/>
          </p:nvPr>
        </p:nvSpPr>
        <p:spPr>
          <a:xfrm>
            <a:off x="6348368" y="2994545"/>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12"/>
          <p:cNvSpPr txBox="1"/>
          <p:nvPr>
            <p:ph idx="9" type="body"/>
          </p:nvPr>
        </p:nvSpPr>
        <p:spPr>
          <a:xfrm>
            <a:off x="6348367" y="3379791"/>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12"/>
          <p:cNvSpPr/>
          <p:nvPr>
            <p:ph idx="13" type="pic"/>
          </p:nvPr>
        </p:nvSpPr>
        <p:spPr>
          <a:xfrm>
            <a:off x="9147335" y="2068734"/>
            <a:ext cx="904987" cy="905641"/>
          </a:xfrm>
          <a:prstGeom prst="rect">
            <a:avLst/>
          </a:prstGeom>
          <a:noFill/>
          <a:ln>
            <a:noFill/>
          </a:ln>
        </p:spPr>
      </p:sp>
      <p:sp>
        <p:nvSpPr>
          <p:cNvPr id="133" name="Google Shape;133;p12"/>
          <p:cNvSpPr txBox="1"/>
          <p:nvPr>
            <p:ph idx="14" type="body"/>
          </p:nvPr>
        </p:nvSpPr>
        <p:spPr>
          <a:xfrm>
            <a:off x="9147336" y="2994545"/>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2"/>
          <p:cNvSpPr txBox="1"/>
          <p:nvPr>
            <p:ph idx="15" type="body"/>
          </p:nvPr>
        </p:nvSpPr>
        <p:spPr>
          <a:xfrm>
            <a:off x="9147335" y="3379791"/>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2"/>
          <p:cNvSpPr/>
          <p:nvPr>
            <p:ph idx="16" type="pic"/>
          </p:nvPr>
        </p:nvSpPr>
        <p:spPr>
          <a:xfrm>
            <a:off x="750429" y="4118551"/>
            <a:ext cx="904987" cy="905641"/>
          </a:xfrm>
          <a:prstGeom prst="rect">
            <a:avLst/>
          </a:prstGeom>
          <a:noFill/>
          <a:ln>
            <a:noFill/>
          </a:ln>
        </p:spPr>
      </p:sp>
      <p:sp>
        <p:nvSpPr>
          <p:cNvPr id="136" name="Google Shape;136;p12"/>
          <p:cNvSpPr txBox="1"/>
          <p:nvPr>
            <p:ph idx="17" type="body"/>
          </p:nvPr>
        </p:nvSpPr>
        <p:spPr>
          <a:xfrm>
            <a:off x="750430" y="5044362"/>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2"/>
          <p:cNvSpPr txBox="1"/>
          <p:nvPr>
            <p:ph idx="18" type="body"/>
          </p:nvPr>
        </p:nvSpPr>
        <p:spPr>
          <a:xfrm>
            <a:off x="750429" y="5429608"/>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12"/>
          <p:cNvSpPr/>
          <p:nvPr>
            <p:ph idx="19" type="pic"/>
          </p:nvPr>
        </p:nvSpPr>
        <p:spPr>
          <a:xfrm>
            <a:off x="3549397" y="4118551"/>
            <a:ext cx="904987" cy="905641"/>
          </a:xfrm>
          <a:prstGeom prst="rect">
            <a:avLst/>
          </a:prstGeom>
          <a:noFill/>
          <a:ln>
            <a:noFill/>
          </a:ln>
        </p:spPr>
      </p:sp>
      <p:sp>
        <p:nvSpPr>
          <p:cNvPr id="139" name="Google Shape;139;p12"/>
          <p:cNvSpPr txBox="1"/>
          <p:nvPr>
            <p:ph idx="20" type="body"/>
          </p:nvPr>
        </p:nvSpPr>
        <p:spPr>
          <a:xfrm>
            <a:off x="3549398" y="5044362"/>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12"/>
          <p:cNvSpPr txBox="1"/>
          <p:nvPr>
            <p:ph idx="21" type="body"/>
          </p:nvPr>
        </p:nvSpPr>
        <p:spPr>
          <a:xfrm>
            <a:off x="3549397" y="5429608"/>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2"/>
          <p:cNvSpPr/>
          <p:nvPr>
            <p:ph idx="22" type="pic"/>
          </p:nvPr>
        </p:nvSpPr>
        <p:spPr>
          <a:xfrm>
            <a:off x="6348367" y="4118551"/>
            <a:ext cx="904987" cy="905641"/>
          </a:xfrm>
          <a:prstGeom prst="rect">
            <a:avLst/>
          </a:prstGeom>
          <a:noFill/>
          <a:ln>
            <a:noFill/>
          </a:ln>
        </p:spPr>
      </p:sp>
      <p:sp>
        <p:nvSpPr>
          <p:cNvPr id="142" name="Google Shape;142;p12"/>
          <p:cNvSpPr txBox="1"/>
          <p:nvPr>
            <p:ph idx="23" type="body"/>
          </p:nvPr>
        </p:nvSpPr>
        <p:spPr>
          <a:xfrm>
            <a:off x="6348368" y="5044362"/>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12"/>
          <p:cNvSpPr txBox="1"/>
          <p:nvPr>
            <p:ph idx="24" type="body"/>
          </p:nvPr>
        </p:nvSpPr>
        <p:spPr>
          <a:xfrm>
            <a:off x="6348367" y="5429608"/>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12"/>
          <p:cNvSpPr/>
          <p:nvPr>
            <p:ph idx="25" type="pic"/>
          </p:nvPr>
        </p:nvSpPr>
        <p:spPr>
          <a:xfrm>
            <a:off x="9147335" y="4118551"/>
            <a:ext cx="904987" cy="905641"/>
          </a:xfrm>
          <a:prstGeom prst="rect">
            <a:avLst/>
          </a:prstGeom>
          <a:noFill/>
          <a:ln>
            <a:noFill/>
          </a:ln>
        </p:spPr>
      </p:sp>
      <p:sp>
        <p:nvSpPr>
          <p:cNvPr id="145" name="Google Shape;145;p12"/>
          <p:cNvSpPr txBox="1"/>
          <p:nvPr>
            <p:ph idx="26" type="body"/>
          </p:nvPr>
        </p:nvSpPr>
        <p:spPr>
          <a:xfrm>
            <a:off x="9147336" y="5044362"/>
            <a:ext cx="2281237" cy="347662"/>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0"/>
              </a:spcBef>
              <a:spcAft>
                <a:spcPts val="0"/>
              </a:spcAft>
              <a:buClr>
                <a:schemeClr val="dk1"/>
              </a:buClr>
              <a:buSzPts val="1800"/>
              <a:buNone/>
              <a:defRPr b="1"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12"/>
          <p:cNvSpPr txBox="1"/>
          <p:nvPr>
            <p:ph idx="27" type="body"/>
          </p:nvPr>
        </p:nvSpPr>
        <p:spPr>
          <a:xfrm>
            <a:off x="9147335" y="5429608"/>
            <a:ext cx="2281237" cy="3476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1"/>
              </a:buClr>
              <a:buSzPts val="1400"/>
              <a:buNone/>
              <a:defRPr b="0" sz="14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12"/>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3"/>
                </a:solidFill>
                <a:latin typeface="Arial"/>
                <a:ea typeface="Arial"/>
                <a:cs typeface="Arial"/>
                <a:sym typeface="Arial"/>
              </a:defRPr>
            </a:lvl1pPr>
            <a:lvl2pPr indent="0" lvl="1" marL="0" algn="r">
              <a:spcBef>
                <a:spcPts val="0"/>
              </a:spcBef>
              <a:buNone/>
              <a:defRPr b="0" i="0" sz="1200" u="none" cap="none" strike="noStrike">
                <a:solidFill>
                  <a:schemeClr val="accent3"/>
                </a:solidFill>
                <a:latin typeface="Arial"/>
                <a:ea typeface="Arial"/>
                <a:cs typeface="Arial"/>
                <a:sym typeface="Arial"/>
              </a:defRPr>
            </a:lvl2pPr>
            <a:lvl3pPr indent="0" lvl="2" marL="0" algn="r">
              <a:spcBef>
                <a:spcPts val="0"/>
              </a:spcBef>
              <a:buNone/>
              <a:defRPr b="0" i="0" sz="1200" u="none" cap="none" strike="noStrike">
                <a:solidFill>
                  <a:schemeClr val="accent3"/>
                </a:solidFill>
                <a:latin typeface="Arial"/>
                <a:ea typeface="Arial"/>
                <a:cs typeface="Arial"/>
                <a:sym typeface="Arial"/>
              </a:defRPr>
            </a:lvl3pPr>
            <a:lvl4pPr indent="0" lvl="3" marL="0" algn="r">
              <a:spcBef>
                <a:spcPts val="0"/>
              </a:spcBef>
              <a:buNone/>
              <a:defRPr b="0" i="0" sz="1200" u="none" cap="none" strike="noStrike">
                <a:solidFill>
                  <a:schemeClr val="accent3"/>
                </a:solidFill>
                <a:latin typeface="Arial"/>
                <a:ea typeface="Arial"/>
                <a:cs typeface="Arial"/>
                <a:sym typeface="Arial"/>
              </a:defRPr>
            </a:lvl4pPr>
            <a:lvl5pPr indent="0" lvl="4" marL="0" algn="r">
              <a:spcBef>
                <a:spcPts val="0"/>
              </a:spcBef>
              <a:buNone/>
              <a:defRPr b="0" i="0" sz="1200" u="none" cap="none" strike="noStrike">
                <a:solidFill>
                  <a:schemeClr val="accent3"/>
                </a:solidFill>
                <a:latin typeface="Arial"/>
                <a:ea typeface="Arial"/>
                <a:cs typeface="Arial"/>
                <a:sym typeface="Arial"/>
              </a:defRPr>
            </a:lvl5pPr>
            <a:lvl6pPr indent="0" lvl="5" marL="0" algn="r">
              <a:spcBef>
                <a:spcPts val="0"/>
              </a:spcBef>
              <a:buNone/>
              <a:defRPr b="0" i="0" sz="1200" u="none" cap="none" strike="noStrike">
                <a:solidFill>
                  <a:schemeClr val="accent3"/>
                </a:solidFill>
                <a:latin typeface="Arial"/>
                <a:ea typeface="Arial"/>
                <a:cs typeface="Arial"/>
                <a:sym typeface="Arial"/>
              </a:defRPr>
            </a:lvl6pPr>
            <a:lvl7pPr indent="0" lvl="6" marL="0" algn="r">
              <a:spcBef>
                <a:spcPts val="0"/>
              </a:spcBef>
              <a:buNone/>
              <a:defRPr b="0" i="0" sz="1200" u="none" cap="none" strike="noStrike">
                <a:solidFill>
                  <a:schemeClr val="accent3"/>
                </a:solidFill>
                <a:latin typeface="Arial"/>
                <a:ea typeface="Arial"/>
                <a:cs typeface="Arial"/>
                <a:sym typeface="Arial"/>
              </a:defRPr>
            </a:lvl7pPr>
            <a:lvl8pPr indent="0" lvl="7" marL="0" algn="r">
              <a:spcBef>
                <a:spcPts val="0"/>
              </a:spcBef>
              <a:buNone/>
              <a:defRPr b="0" i="0" sz="1200" u="none" cap="none" strike="noStrike">
                <a:solidFill>
                  <a:schemeClr val="accent3"/>
                </a:solidFill>
                <a:latin typeface="Arial"/>
                <a:ea typeface="Arial"/>
                <a:cs typeface="Arial"/>
                <a:sym typeface="Arial"/>
              </a:defRPr>
            </a:lvl8pPr>
            <a:lvl9pPr indent="0" lvl="8" marL="0" algn="r">
              <a:spcBef>
                <a:spcPts val="0"/>
              </a:spcBef>
              <a:buNone/>
              <a:defRPr b="0" i="0" sz="1200" u="none" cap="none" strike="noStrike">
                <a:solidFill>
                  <a:schemeClr val="accent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bg>
      <p:bgPr>
        <a:solidFill>
          <a:schemeClr val="accent1"/>
        </a:solidFill>
      </p:bgPr>
    </p:bg>
    <p:spTree>
      <p:nvGrpSpPr>
        <p:cNvPr id="150" name="Shape 150"/>
        <p:cNvGrpSpPr/>
        <p:nvPr/>
      </p:nvGrpSpPr>
      <p:grpSpPr>
        <a:xfrm>
          <a:off x="0" y="0"/>
          <a:ext cx="0" cy="0"/>
          <a:chOff x="0" y="0"/>
          <a:chExt cx="0" cy="0"/>
        </a:xfrm>
      </p:grpSpPr>
      <p:sp>
        <p:nvSpPr>
          <p:cNvPr id="151" name="Google Shape;151;p13"/>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2" name="Google Shape;152;p13"/>
          <p:cNvSpPr/>
          <p:nvPr/>
        </p:nvSpPr>
        <p:spPr>
          <a:xfrm flipH="1" rot="5400000">
            <a:off x="1"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53" name="Google Shape;153;p13"/>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Arial"/>
              <a:buNone/>
              <a:defRPr b="1" sz="48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13"/>
          <p:cNvSpPr txBox="1"/>
          <p:nvPr>
            <p:ph idx="1" type="body"/>
          </p:nvPr>
        </p:nvSpPr>
        <p:spPr>
          <a:xfrm>
            <a:off x="1167493" y="2087561"/>
            <a:ext cx="9779182" cy="336681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a:solidFill>
                  <a:schemeClr val="lt1"/>
                </a:solidFill>
                <a:latin typeface="Arial"/>
                <a:ea typeface="Arial"/>
                <a:cs typeface="Arial"/>
                <a:sym typeface="Arial"/>
              </a:defRPr>
            </a:lvl1pPr>
            <a:lvl2pPr indent="-228600" lvl="1" marL="914400" algn="l">
              <a:lnSpc>
                <a:spcPct val="90000"/>
              </a:lnSpc>
              <a:spcBef>
                <a:spcPts val="500"/>
              </a:spcBef>
              <a:spcAft>
                <a:spcPts val="0"/>
              </a:spcAft>
              <a:buClr>
                <a:schemeClr val="lt1"/>
              </a:buClr>
              <a:buSzPts val="2400"/>
              <a:buNone/>
              <a:defRPr>
                <a:solidFill>
                  <a:schemeClr val="lt1"/>
                </a:solidFill>
                <a:latin typeface="Arial"/>
                <a:ea typeface="Arial"/>
                <a:cs typeface="Arial"/>
                <a:sym typeface="Arial"/>
              </a:defRPr>
            </a:lvl2pPr>
            <a:lvl3pPr indent="-228600" lvl="2" marL="1371600" algn="l">
              <a:lnSpc>
                <a:spcPct val="90000"/>
              </a:lnSpc>
              <a:spcBef>
                <a:spcPts val="500"/>
              </a:spcBef>
              <a:spcAft>
                <a:spcPts val="0"/>
              </a:spcAft>
              <a:buClr>
                <a:schemeClr val="lt1"/>
              </a:buClr>
              <a:buSzPts val="2000"/>
              <a:buNone/>
              <a:defRPr>
                <a:solidFill>
                  <a:schemeClr val="lt1"/>
                </a:solidFill>
                <a:latin typeface="Arial"/>
                <a:ea typeface="Arial"/>
                <a:cs typeface="Arial"/>
                <a:sym typeface="Arial"/>
              </a:defRPr>
            </a:lvl3pPr>
            <a:lvl4pPr indent="-228600" lvl="3" marL="1828800" algn="l">
              <a:lnSpc>
                <a:spcPct val="90000"/>
              </a:lnSpc>
              <a:spcBef>
                <a:spcPts val="500"/>
              </a:spcBef>
              <a:spcAft>
                <a:spcPts val="0"/>
              </a:spcAft>
              <a:buClr>
                <a:schemeClr val="lt1"/>
              </a:buClr>
              <a:buSzPts val="1800"/>
              <a:buNone/>
              <a:defRPr>
                <a:solidFill>
                  <a:schemeClr val="lt1"/>
                </a:solidFill>
                <a:latin typeface="Arial"/>
                <a:ea typeface="Arial"/>
                <a:cs typeface="Arial"/>
                <a:sym typeface="Arial"/>
              </a:defRPr>
            </a:lvl4pPr>
            <a:lvl5pPr indent="-228600" lvl="4" marL="2286000" algn="l">
              <a:lnSpc>
                <a:spcPct val="90000"/>
              </a:lnSpc>
              <a:spcBef>
                <a:spcPts val="500"/>
              </a:spcBef>
              <a:spcAft>
                <a:spcPts val="0"/>
              </a:spcAft>
              <a:buClr>
                <a:schemeClr val="lt1"/>
              </a:buClr>
              <a:buSzPts val="1800"/>
              <a:buNone/>
              <a:defRPr>
                <a:solidFill>
                  <a:schemeClr val="lt1"/>
                </a:solidFill>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 name="Google Shape;155;p13"/>
          <p:cNvSpPr txBox="1"/>
          <p:nvPr>
            <p:ph idx="10" type="dt"/>
          </p:nvPr>
        </p:nvSpPr>
        <p:spPr>
          <a:xfrm>
            <a:off x="381000" y="6356350"/>
            <a:ext cx="170101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13"/>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and Content">
  <p:cSld name="2 Title and Content">
    <p:spTree>
      <p:nvGrpSpPr>
        <p:cNvPr id="158" name="Shape 158"/>
        <p:cNvGrpSpPr/>
        <p:nvPr/>
      </p:nvGrpSpPr>
      <p:grpSpPr>
        <a:xfrm>
          <a:off x="0" y="0"/>
          <a:ext cx="0" cy="0"/>
          <a:chOff x="0" y="0"/>
          <a:chExt cx="0" cy="0"/>
        </a:xfrm>
      </p:grpSpPr>
      <p:sp>
        <p:nvSpPr>
          <p:cNvPr id="159" name="Google Shape;159;p14"/>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4"/>
          <p:cNvSpPr txBox="1"/>
          <p:nvPr>
            <p:ph idx="1" type="body"/>
          </p:nvPr>
        </p:nvSpPr>
        <p:spPr>
          <a:xfrm>
            <a:off x="1167493" y="2528203"/>
            <a:ext cx="4663440" cy="28286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14"/>
          <p:cNvSpPr/>
          <p:nvPr/>
        </p:nvSpPr>
        <p:spPr>
          <a:xfrm flipH="1">
            <a:off x="8580896" y="1"/>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2" name="Google Shape;162;p14"/>
          <p:cNvSpPr/>
          <p:nvPr/>
        </p:nvSpPr>
        <p:spPr>
          <a:xfrm flipH="1">
            <a:off x="8580896"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3" name="Google Shape;163;p14"/>
          <p:cNvSpPr/>
          <p:nvPr/>
        </p:nvSpPr>
        <p:spPr>
          <a:xfrm>
            <a:off x="1" y="0"/>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64" name="Google Shape;164;p14"/>
          <p:cNvGrpSpPr/>
          <p:nvPr/>
        </p:nvGrpSpPr>
        <p:grpSpPr>
          <a:xfrm>
            <a:off x="8082092" y="5590903"/>
            <a:ext cx="1572380" cy="1267097"/>
            <a:chOff x="7413403" y="4976359"/>
            <a:chExt cx="2334986" cy="1881641"/>
          </a:xfrm>
        </p:grpSpPr>
        <p:sp>
          <p:nvSpPr>
            <p:cNvPr id="165" name="Google Shape;165;p14"/>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6" name="Google Shape;166;p14"/>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67" name="Google Shape;167;p14"/>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14"/>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70" name="Google Shape;170;p14"/>
          <p:cNvSpPr txBox="1"/>
          <p:nvPr>
            <p:ph idx="2" type="body"/>
          </p:nvPr>
        </p:nvSpPr>
        <p:spPr>
          <a:xfrm>
            <a:off x="6283235" y="2528203"/>
            <a:ext cx="4663440" cy="28286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14"/>
          <p:cNvSpPr txBox="1"/>
          <p:nvPr>
            <p:ph idx="3" type="body"/>
          </p:nvPr>
        </p:nvSpPr>
        <p:spPr>
          <a:xfrm>
            <a:off x="1167493" y="2005689"/>
            <a:ext cx="4663440" cy="52251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14"/>
          <p:cNvSpPr txBox="1"/>
          <p:nvPr>
            <p:ph idx="4" type="body"/>
          </p:nvPr>
        </p:nvSpPr>
        <p:spPr>
          <a:xfrm>
            <a:off x="6283235" y="2005689"/>
            <a:ext cx="4663440" cy="52251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p:cSld name="3 Title and Content">
    <p:spTree>
      <p:nvGrpSpPr>
        <p:cNvPr id="173" name="Shape 173"/>
        <p:cNvGrpSpPr/>
        <p:nvPr/>
      </p:nvGrpSpPr>
      <p:grpSpPr>
        <a:xfrm>
          <a:off x="0" y="0"/>
          <a:ext cx="0" cy="0"/>
          <a:chOff x="0" y="0"/>
          <a:chExt cx="0" cy="0"/>
        </a:xfrm>
      </p:grpSpPr>
      <p:sp>
        <p:nvSpPr>
          <p:cNvPr id="174" name="Google Shape;174;p15"/>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800"/>
              <a:buFont typeface="Arial"/>
              <a:buNone/>
              <a:defRPr b="1" sz="48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15"/>
          <p:cNvSpPr txBox="1"/>
          <p:nvPr>
            <p:ph idx="1" type="body"/>
          </p:nvPr>
        </p:nvSpPr>
        <p:spPr>
          <a:xfrm>
            <a:off x="1167491" y="2526318"/>
            <a:ext cx="3218688" cy="28286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6" name="Google Shape;176;p15"/>
          <p:cNvSpPr/>
          <p:nvPr/>
        </p:nvSpPr>
        <p:spPr>
          <a:xfrm rot="5400000">
            <a:off x="8580896" y="0"/>
            <a:ext cx="3611104" cy="3611104"/>
          </a:xfrm>
          <a:custGeom>
            <a:rect b="b" l="l" r="r" t="t"/>
            <a:pathLst>
              <a:path extrusionOk="0" h="1167493" w="1167493">
                <a:moveTo>
                  <a:pt x="0" y="0"/>
                </a:moveTo>
                <a:lnTo>
                  <a:pt x="1167493" y="0"/>
                </a:lnTo>
                <a:cubicBezTo>
                  <a:pt x="522704" y="0"/>
                  <a:pt x="0" y="522704"/>
                  <a:pt x="0" y="1167493"/>
                </a:cubicBez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7" name="Google Shape;177;p15"/>
          <p:cNvSpPr/>
          <p:nvPr/>
        </p:nvSpPr>
        <p:spPr>
          <a:xfrm>
            <a:off x="-2364" y="3246896"/>
            <a:ext cx="3611104" cy="3611104"/>
          </a:xfrm>
          <a:custGeom>
            <a:rect b="b" l="l" r="r" t="t"/>
            <a:pathLst>
              <a:path extrusionOk="0" h="1167493" w="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8" name="Google Shape;178;p15"/>
          <p:cNvSpPr/>
          <p:nvPr/>
        </p:nvSpPr>
        <p:spPr>
          <a:xfrm flipH="1" rot="5400000">
            <a:off x="11258144" y="5924144"/>
            <a:ext cx="933856" cy="933856"/>
          </a:xfrm>
          <a:custGeom>
            <a:rect b="b" l="l" r="r" t="t"/>
            <a:pathLst>
              <a:path extrusionOk="0" h="862693" w="862693">
                <a:moveTo>
                  <a:pt x="0" y="0"/>
                </a:moveTo>
                <a:lnTo>
                  <a:pt x="862693" y="0"/>
                </a:lnTo>
                <a:cubicBezTo>
                  <a:pt x="862693" y="476453"/>
                  <a:pt x="476452" y="862693"/>
                  <a:pt x="0" y="862693"/>
                </a:cubicBez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nvGrpSpPr>
          <p:cNvPr id="179" name="Google Shape;179;p15"/>
          <p:cNvGrpSpPr/>
          <p:nvPr/>
        </p:nvGrpSpPr>
        <p:grpSpPr>
          <a:xfrm>
            <a:off x="2587417" y="5590903"/>
            <a:ext cx="1572380" cy="1267097"/>
            <a:chOff x="7413403" y="4976359"/>
            <a:chExt cx="2334986" cy="1881641"/>
          </a:xfrm>
        </p:grpSpPr>
        <p:sp>
          <p:nvSpPr>
            <p:cNvPr id="180" name="Google Shape;180;p15"/>
            <p:cNvSpPr/>
            <p:nvPr/>
          </p:nvSpPr>
          <p:spPr>
            <a:xfrm rot="-5400000">
              <a:off x="8223822"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1" name="Google Shape;181;p15"/>
            <p:cNvSpPr/>
            <p:nvPr/>
          </p:nvSpPr>
          <p:spPr>
            <a:xfrm flipH="1" rot="5400000">
              <a:off x="7056329" y="5333433"/>
              <a:ext cx="1881641" cy="1167493"/>
            </a:xfrm>
            <a:custGeom>
              <a:rect b="b" l="l" r="r" t="t"/>
              <a:pathLst>
                <a:path extrusionOk="0" h="1167493" w="1881641">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82" name="Google Shape;182;p15"/>
          <p:cNvSpPr txBox="1"/>
          <p:nvPr>
            <p:ph idx="10" type="dt"/>
          </p:nvPr>
        </p:nvSpPr>
        <p:spPr>
          <a:xfrm>
            <a:off x="381000" y="6356350"/>
            <a:ext cx="176711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200">
                <a:solidFill>
                  <a:schemeClr val="accent2"/>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200">
                <a:solidFill>
                  <a:schemeClr val="accent3"/>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15"/>
          <p:cNvSpPr txBox="1"/>
          <p:nvPr>
            <p:ph idx="2" type="body"/>
          </p:nvPr>
        </p:nvSpPr>
        <p:spPr>
          <a:xfrm>
            <a:off x="4683787" y="2526318"/>
            <a:ext cx="3173279" cy="28286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15"/>
          <p:cNvSpPr txBox="1"/>
          <p:nvPr>
            <p:ph idx="3" type="body"/>
          </p:nvPr>
        </p:nvSpPr>
        <p:spPr>
          <a:xfrm>
            <a:off x="1167493" y="2003804"/>
            <a:ext cx="3173278" cy="52251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 name="Google Shape;186;p15"/>
          <p:cNvSpPr txBox="1"/>
          <p:nvPr>
            <p:ph idx="4" type="body"/>
          </p:nvPr>
        </p:nvSpPr>
        <p:spPr>
          <a:xfrm>
            <a:off x="4683788" y="2003804"/>
            <a:ext cx="3173278" cy="52251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15"/>
          <p:cNvSpPr txBox="1"/>
          <p:nvPr>
            <p:ph idx="5" type="body"/>
          </p:nvPr>
        </p:nvSpPr>
        <p:spPr>
          <a:xfrm>
            <a:off x="8200082" y="2526318"/>
            <a:ext cx="3173279" cy="282861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latin typeface="Arial"/>
                <a:ea typeface="Arial"/>
                <a:cs typeface="Arial"/>
                <a:sym typeface="Arial"/>
              </a:defRPr>
            </a:lvl1pPr>
            <a:lvl2pPr indent="-228600" lvl="1" marL="914400" algn="l">
              <a:lnSpc>
                <a:spcPct val="90000"/>
              </a:lnSpc>
              <a:spcBef>
                <a:spcPts val="500"/>
              </a:spcBef>
              <a:spcAft>
                <a:spcPts val="0"/>
              </a:spcAft>
              <a:buClr>
                <a:schemeClr val="dk1"/>
              </a:buClr>
              <a:buSzPts val="1800"/>
              <a:buNone/>
              <a:defRPr sz="1800">
                <a:latin typeface="Arial"/>
                <a:ea typeface="Arial"/>
                <a:cs typeface="Arial"/>
                <a:sym typeface="Arial"/>
              </a:defRPr>
            </a:lvl2pPr>
            <a:lvl3pPr indent="-228600" lvl="2" marL="1371600" algn="l">
              <a:lnSpc>
                <a:spcPct val="90000"/>
              </a:lnSpc>
              <a:spcBef>
                <a:spcPts val="500"/>
              </a:spcBef>
              <a:spcAft>
                <a:spcPts val="0"/>
              </a:spcAft>
              <a:buClr>
                <a:schemeClr val="dk1"/>
              </a:buClr>
              <a:buSzPts val="1600"/>
              <a:buNone/>
              <a:defRPr sz="1600">
                <a:latin typeface="Arial"/>
                <a:ea typeface="Arial"/>
                <a:cs typeface="Arial"/>
                <a:sym typeface="Arial"/>
              </a:defRPr>
            </a:lvl3pPr>
            <a:lvl4pPr indent="-228600" lvl="3" marL="1828800" algn="l">
              <a:lnSpc>
                <a:spcPct val="90000"/>
              </a:lnSpc>
              <a:spcBef>
                <a:spcPts val="500"/>
              </a:spcBef>
              <a:spcAft>
                <a:spcPts val="0"/>
              </a:spcAft>
              <a:buClr>
                <a:schemeClr val="dk1"/>
              </a:buClr>
              <a:buSzPts val="1400"/>
              <a:buNone/>
              <a:defRPr sz="1400">
                <a:latin typeface="Arial"/>
                <a:ea typeface="Arial"/>
                <a:cs typeface="Arial"/>
                <a:sym typeface="Arial"/>
              </a:defRPr>
            </a:lvl4pPr>
            <a:lvl5pPr indent="-228600" lvl="4" marL="2286000" algn="l">
              <a:lnSpc>
                <a:spcPct val="90000"/>
              </a:lnSpc>
              <a:spcBef>
                <a:spcPts val="500"/>
              </a:spcBef>
              <a:spcAft>
                <a:spcPts val="0"/>
              </a:spcAft>
              <a:buClr>
                <a:schemeClr val="dk1"/>
              </a:buClr>
              <a:buSzPts val="1400"/>
              <a:buNone/>
              <a:defRPr sz="14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 name="Google Shape;188;p15"/>
          <p:cNvSpPr txBox="1"/>
          <p:nvPr>
            <p:ph idx="6" type="body"/>
          </p:nvPr>
        </p:nvSpPr>
        <p:spPr>
          <a:xfrm>
            <a:off x="8200083" y="2003804"/>
            <a:ext cx="3173278" cy="522514"/>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atin typeface="Arial"/>
                <a:ea typeface="Arial"/>
                <a:cs typeface="Arial"/>
                <a:sym typeface="Arial"/>
              </a:defRPr>
            </a:lvl1pPr>
            <a:lvl2pPr indent="-228600" lvl="1" marL="914400" algn="l">
              <a:lnSpc>
                <a:spcPct val="90000"/>
              </a:lnSpc>
              <a:spcBef>
                <a:spcPts val="500"/>
              </a:spcBef>
              <a:spcAft>
                <a:spcPts val="0"/>
              </a:spcAft>
              <a:buClr>
                <a:schemeClr val="dk1"/>
              </a:buClr>
              <a:buSzPts val="2000"/>
              <a:buNone/>
              <a:defRPr b="1" sz="2000">
                <a:latin typeface="Arial"/>
                <a:ea typeface="Arial"/>
                <a:cs typeface="Arial"/>
                <a:sym typeface="Arial"/>
              </a:defRPr>
            </a:lvl2pPr>
            <a:lvl3pPr indent="-228600" lvl="2" marL="1371600" algn="l">
              <a:lnSpc>
                <a:spcPct val="90000"/>
              </a:lnSpc>
              <a:spcBef>
                <a:spcPts val="500"/>
              </a:spcBef>
              <a:spcAft>
                <a:spcPts val="0"/>
              </a:spcAft>
              <a:buClr>
                <a:schemeClr val="dk1"/>
              </a:buClr>
              <a:buSzPts val="1800"/>
              <a:buNone/>
              <a:defRPr b="1" sz="1800">
                <a:latin typeface="Arial"/>
                <a:ea typeface="Arial"/>
                <a:cs typeface="Arial"/>
                <a:sym typeface="Arial"/>
              </a:defRPr>
            </a:lvl3pPr>
            <a:lvl4pPr indent="-228600" lvl="3" marL="1828800" algn="l">
              <a:lnSpc>
                <a:spcPct val="90000"/>
              </a:lnSpc>
              <a:spcBef>
                <a:spcPts val="500"/>
              </a:spcBef>
              <a:spcAft>
                <a:spcPts val="0"/>
              </a:spcAft>
              <a:buClr>
                <a:schemeClr val="dk1"/>
              </a:buClr>
              <a:buSzPts val="1600"/>
              <a:buNone/>
              <a:defRPr b="1" sz="1600">
                <a:latin typeface="Arial"/>
                <a:ea typeface="Arial"/>
                <a:cs typeface="Arial"/>
                <a:sym typeface="Arial"/>
              </a:defRPr>
            </a:lvl4pPr>
            <a:lvl5pPr indent="-228600" lvl="4" marL="2286000" algn="l">
              <a:lnSpc>
                <a:spcPct val="90000"/>
              </a:lnSpc>
              <a:spcBef>
                <a:spcPts val="500"/>
              </a:spcBef>
              <a:spcAft>
                <a:spcPts val="0"/>
              </a:spcAft>
              <a:buClr>
                <a:schemeClr val="dk1"/>
              </a:buClr>
              <a:buSzPts val="1600"/>
              <a:buNone/>
              <a:defRPr b="1" sz="1600">
                <a:latin typeface="Arial"/>
                <a:ea typeface="Arial"/>
                <a:cs typeface="Arial"/>
                <a:sym typeface="Aria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15"/>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accent2"/>
                </a:solidFill>
                <a:latin typeface="Arial"/>
                <a:ea typeface="Arial"/>
                <a:cs typeface="Arial"/>
                <a:sym typeface="Arial"/>
              </a:defRPr>
            </a:lvl1pPr>
            <a:lvl2pPr indent="0" lvl="1" marL="0" algn="r">
              <a:spcBef>
                <a:spcPts val="0"/>
              </a:spcBef>
              <a:buNone/>
              <a:defRPr b="0" i="0" sz="1200" u="none" cap="none" strike="noStrike">
                <a:solidFill>
                  <a:schemeClr val="accent2"/>
                </a:solidFill>
                <a:latin typeface="Arial"/>
                <a:ea typeface="Arial"/>
                <a:cs typeface="Arial"/>
                <a:sym typeface="Arial"/>
              </a:defRPr>
            </a:lvl2pPr>
            <a:lvl3pPr indent="0" lvl="2" marL="0" algn="r">
              <a:spcBef>
                <a:spcPts val="0"/>
              </a:spcBef>
              <a:buNone/>
              <a:defRPr b="0" i="0" sz="1200" u="none" cap="none" strike="noStrike">
                <a:solidFill>
                  <a:schemeClr val="accent2"/>
                </a:solidFill>
                <a:latin typeface="Arial"/>
                <a:ea typeface="Arial"/>
                <a:cs typeface="Arial"/>
                <a:sym typeface="Arial"/>
              </a:defRPr>
            </a:lvl3pPr>
            <a:lvl4pPr indent="0" lvl="3" marL="0" algn="r">
              <a:spcBef>
                <a:spcPts val="0"/>
              </a:spcBef>
              <a:buNone/>
              <a:defRPr b="0" i="0" sz="1200" u="none" cap="none" strike="noStrike">
                <a:solidFill>
                  <a:schemeClr val="accent2"/>
                </a:solidFill>
                <a:latin typeface="Arial"/>
                <a:ea typeface="Arial"/>
                <a:cs typeface="Arial"/>
                <a:sym typeface="Arial"/>
              </a:defRPr>
            </a:lvl4pPr>
            <a:lvl5pPr indent="0" lvl="4" marL="0" algn="r">
              <a:spcBef>
                <a:spcPts val="0"/>
              </a:spcBef>
              <a:buNone/>
              <a:defRPr b="0" i="0" sz="1200" u="none" cap="none" strike="noStrike">
                <a:solidFill>
                  <a:schemeClr val="accent2"/>
                </a:solidFill>
                <a:latin typeface="Arial"/>
                <a:ea typeface="Arial"/>
                <a:cs typeface="Arial"/>
                <a:sym typeface="Arial"/>
              </a:defRPr>
            </a:lvl5pPr>
            <a:lvl6pPr indent="0" lvl="5" marL="0" algn="r">
              <a:spcBef>
                <a:spcPts val="0"/>
              </a:spcBef>
              <a:buNone/>
              <a:defRPr b="0" i="0" sz="1200" u="none" cap="none" strike="noStrike">
                <a:solidFill>
                  <a:schemeClr val="accent2"/>
                </a:solidFill>
                <a:latin typeface="Arial"/>
                <a:ea typeface="Arial"/>
                <a:cs typeface="Arial"/>
                <a:sym typeface="Arial"/>
              </a:defRPr>
            </a:lvl6pPr>
            <a:lvl7pPr indent="0" lvl="6" marL="0" algn="r">
              <a:spcBef>
                <a:spcPts val="0"/>
              </a:spcBef>
              <a:buNone/>
              <a:defRPr b="0" i="0" sz="1200" u="none" cap="none" strike="noStrike">
                <a:solidFill>
                  <a:schemeClr val="accent2"/>
                </a:solidFill>
                <a:latin typeface="Arial"/>
                <a:ea typeface="Arial"/>
                <a:cs typeface="Arial"/>
                <a:sym typeface="Arial"/>
              </a:defRPr>
            </a:lvl7pPr>
            <a:lvl8pPr indent="0" lvl="7" marL="0" algn="r">
              <a:spcBef>
                <a:spcPts val="0"/>
              </a:spcBef>
              <a:buNone/>
              <a:defRPr b="0" i="0" sz="1200" u="none" cap="none" strike="noStrike">
                <a:solidFill>
                  <a:schemeClr val="accent2"/>
                </a:solidFill>
                <a:latin typeface="Arial"/>
                <a:ea typeface="Arial"/>
                <a:cs typeface="Arial"/>
                <a:sym typeface="Arial"/>
              </a:defRPr>
            </a:lvl8pPr>
            <a:lvl9pPr indent="0" lvl="8" marL="0" algn="r">
              <a:spcBef>
                <a:spcPts val="0"/>
              </a:spcBef>
              <a:buNone/>
              <a:defRPr b="0" i="0" sz="1200" u="none" cap="none" strike="noStrike">
                <a:solidFill>
                  <a:schemeClr val="accen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81000" y="381000"/>
            <a:ext cx="114300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381000" y="1825625"/>
            <a:ext cx="114300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Arial"/>
                <a:ea typeface="Arial"/>
                <a:cs typeface="Arial"/>
                <a:sym typeface="Arial"/>
              </a:defRPr>
            </a:lvl1pPr>
            <a:lvl2pPr indent="0" lvl="1" marL="0" marR="0" rtl="0" algn="r">
              <a:spcBef>
                <a:spcPts val="0"/>
              </a:spcBef>
              <a:buNone/>
              <a:defRPr b="0" i="0" sz="1200" u="none" cap="none" strike="noStrike">
                <a:solidFill>
                  <a:schemeClr val="dk2"/>
                </a:solidFill>
                <a:latin typeface="Arial"/>
                <a:ea typeface="Arial"/>
                <a:cs typeface="Arial"/>
                <a:sym typeface="Arial"/>
              </a:defRPr>
            </a:lvl2pPr>
            <a:lvl3pPr indent="0" lvl="2" marL="0" marR="0" rtl="0" algn="r">
              <a:spcBef>
                <a:spcPts val="0"/>
              </a:spcBef>
              <a:buNone/>
              <a:defRPr b="0" i="0" sz="1200" u="none" cap="none" strike="noStrike">
                <a:solidFill>
                  <a:schemeClr val="dk2"/>
                </a:solidFill>
                <a:latin typeface="Arial"/>
                <a:ea typeface="Arial"/>
                <a:cs typeface="Arial"/>
                <a:sym typeface="Arial"/>
              </a:defRPr>
            </a:lvl3pPr>
            <a:lvl4pPr indent="0" lvl="3" marL="0" marR="0" rtl="0" algn="r">
              <a:spcBef>
                <a:spcPts val="0"/>
              </a:spcBef>
              <a:buNone/>
              <a:defRPr b="0" i="0" sz="1200" u="none" cap="none" strike="noStrike">
                <a:solidFill>
                  <a:schemeClr val="dk2"/>
                </a:solidFill>
                <a:latin typeface="Arial"/>
                <a:ea typeface="Arial"/>
                <a:cs typeface="Arial"/>
                <a:sym typeface="Arial"/>
              </a:defRPr>
            </a:lvl4pPr>
            <a:lvl5pPr indent="0" lvl="4" marL="0" marR="0" rtl="0" algn="r">
              <a:spcBef>
                <a:spcPts val="0"/>
              </a:spcBef>
              <a:buNone/>
              <a:defRPr b="0" i="0" sz="1200" u="none" cap="none" strike="noStrike">
                <a:solidFill>
                  <a:schemeClr val="dk2"/>
                </a:solidFill>
                <a:latin typeface="Arial"/>
                <a:ea typeface="Arial"/>
                <a:cs typeface="Arial"/>
                <a:sym typeface="Arial"/>
              </a:defRPr>
            </a:lvl5pPr>
            <a:lvl6pPr indent="0" lvl="5" marL="0" marR="0" rtl="0" algn="r">
              <a:spcBef>
                <a:spcPts val="0"/>
              </a:spcBef>
              <a:buNone/>
              <a:defRPr b="0" i="0" sz="1200" u="none" cap="none" strike="noStrike">
                <a:solidFill>
                  <a:schemeClr val="dk2"/>
                </a:solidFill>
                <a:latin typeface="Arial"/>
                <a:ea typeface="Arial"/>
                <a:cs typeface="Arial"/>
                <a:sym typeface="Arial"/>
              </a:defRPr>
            </a:lvl6pPr>
            <a:lvl7pPr indent="0" lvl="6" marL="0" marR="0" rtl="0" algn="r">
              <a:spcBef>
                <a:spcPts val="0"/>
              </a:spcBef>
              <a:buNone/>
              <a:defRPr b="0" i="0" sz="1200" u="none" cap="none" strike="noStrike">
                <a:solidFill>
                  <a:schemeClr val="dk2"/>
                </a:solidFill>
                <a:latin typeface="Arial"/>
                <a:ea typeface="Arial"/>
                <a:cs typeface="Arial"/>
                <a:sym typeface="Arial"/>
              </a:defRPr>
            </a:lvl7pPr>
            <a:lvl8pPr indent="0" lvl="7" marL="0" marR="0" rtl="0" algn="r">
              <a:spcBef>
                <a:spcPts val="0"/>
              </a:spcBef>
              <a:buNone/>
              <a:defRPr b="0" i="0" sz="1200" u="none" cap="none" strike="noStrike">
                <a:solidFill>
                  <a:schemeClr val="dk2"/>
                </a:solidFill>
                <a:latin typeface="Arial"/>
                <a:ea typeface="Arial"/>
                <a:cs typeface="Arial"/>
                <a:sym typeface="Arial"/>
              </a:defRPr>
            </a:lvl8pPr>
            <a:lvl9pPr indent="0" lvl="8" marL="0" marR="0" rtl="0" algn="r">
              <a:spcBef>
                <a:spcPts val="0"/>
              </a:spcBef>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2.ed.gov/policy/fund/guid/uniform-guidance/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mailto:RogersA19@michigan.gov" TargetMode="External"/><Relationship Id="rId4" Type="http://schemas.openxmlformats.org/officeDocument/2006/relationships/hyperlink" Target="mailto:VangS1@michigan.gov" TargetMode="External"/><Relationship Id="rId5" Type="http://schemas.openxmlformats.org/officeDocument/2006/relationships/hyperlink" Target="mailto:dhundt@muskegonisd.or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ph type="ctrTitle"/>
          </p:nvPr>
        </p:nvSpPr>
        <p:spPr>
          <a:xfrm>
            <a:off x="1167493" y="1122363"/>
            <a:ext cx="7096933" cy="23876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Arial"/>
              <a:buNone/>
            </a:pPr>
            <a:r>
              <a:rPr lang="en-US"/>
              <a:t>Time Reporting Requirements</a:t>
            </a:r>
            <a:endParaRPr/>
          </a:p>
        </p:txBody>
      </p:sp>
      <p:sp>
        <p:nvSpPr>
          <p:cNvPr id="196" name="Google Shape;196;p16"/>
          <p:cNvSpPr txBox="1"/>
          <p:nvPr>
            <p:ph idx="1" type="subTitle"/>
          </p:nvPr>
        </p:nvSpPr>
        <p:spPr>
          <a:xfrm>
            <a:off x="1167493" y="3602038"/>
            <a:ext cx="9500507" cy="884902"/>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lang="en-US"/>
              <a:t>For personnel compensated with federal funds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Reflection</a:t>
            </a:r>
            <a:endParaRPr/>
          </a:p>
        </p:txBody>
      </p:sp>
      <p:sp>
        <p:nvSpPr>
          <p:cNvPr id="203" name="Google Shape;203;p17"/>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800"/>
              <a:buFont typeface="Arial"/>
              <a:buChar char="•"/>
            </a:pPr>
            <a:r>
              <a:rPr lang="en-US"/>
              <a:t>What internal controls does your district currently have in place regarding time and effort record keeping for employees compensated with federal funds?</a:t>
            </a:r>
            <a:endParaRPr/>
          </a:p>
          <a:p>
            <a:pPr indent="-457200" lvl="0" marL="457200" rtl="0" algn="l">
              <a:lnSpc>
                <a:spcPct val="90000"/>
              </a:lnSpc>
              <a:spcBef>
                <a:spcPts val="1000"/>
              </a:spcBef>
              <a:spcAft>
                <a:spcPts val="0"/>
              </a:spcAft>
              <a:buClr>
                <a:schemeClr val="dk1"/>
              </a:buClr>
              <a:buSzPts val="2800"/>
              <a:buFont typeface="Arial"/>
              <a:buChar char="•"/>
            </a:pPr>
            <a:r>
              <a:rPr lang="en-US"/>
              <a:t>Do you have written processes and procedures surrounding time and effort reporting?</a:t>
            </a:r>
            <a:endParaRPr/>
          </a:p>
          <a:p>
            <a:pPr indent="-457200" lvl="0" marL="457200" rtl="0" algn="l">
              <a:lnSpc>
                <a:spcPct val="90000"/>
              </a:lnSpc>
              <a:spcBef>
                <a:spcPts val="1000"/>
              </a:spcBef>
              <a:spcAft>
                <a:spcPts val="0"/>
              </a:spcAft>
              <a:buClr>
                <a:schemeClr val="dk1"/>
              </a:buClr>
              <a:buSzPts val="2800"/>
              <a:buFont typeface="Arial"/>
              <a:buChar char="•"/>
            </a:pPr>
            <a:r>
              <a:rPr lang="en-US"/>
              <a:t>Are all employees aware of the written processes and following those processes?</a:t>
            </a:r>
            <a:endParaRPr/>
          </a:p>
        </p:txBody>
      </p:sp>
      <p:sp>
        <p:nvSpPr>
          <p:cNvPr id="204" name="Google Shape;204;p17"/>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05" name="Google Shape;20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06" name="Google Shape;206;p17"/>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8"/>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Important Note		</a:t>
            </a:r>
            <a:endParaRPr/>
          </a:p>
        </p:txBody>
      </p:sp>
      <p:sp>
        <p:nvSpPr>
          <p:cNvPr id="213" name="Google Shape;213;p18"/>
          <p:cNvSpPr txBox="1"/>
          <p:nvPr>
            <p:ph idx="1" type="body"/>
          </p:nvPr>
        </p:nvSpPr>
        <p:spPr>
          <a:xfrm>
            <a:off x="1167493" y="2017467"/>
            <a:ext cx="9779182" cy="445953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US" sz="2400"/>
              <a:t>From “The Administrator’s Handbook on EDGAR” Section VI: Time Reporting Requirements:</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“While the uniform guidance gives non-federal entities flexibility in documenting personnel expenses, it also establishes critical parameters within which that flexibility must be exercised.”</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This presentation will highlight those critical parameters. </a:t>
            </a:r>
            <a:endParaRPr/>
          </a:p>
          <a:p>
            <a:pPr indent="0" lvl="0" marL="0" rtl="0" algn="l">
              <a:lnSpc>
                <a:spcPct val="90000"/>
              </a:lnSpc>
              <a:spcBef>
                <a:spcPts val="1000"/>
              </a:spcBef>
              <a:spcAft>
                <a:spcPts val="0"/>
              </a:spcAft>
              <a:buClr>
                <a:schemeClr val="dk1"/>
              </a:buClr>
              <a:buSzPts val="2800"/>
              <a:buNone/>
            </a:pPr>
            <a:r>
              <a:t/>
            </a:r>
            <a:endParaRPr/>
          </a:p>
        </p:txBody>
      </p:sp>
      <p:sp>
        <p:nvSpPr>
          <p:cNvPr id="214" name="Google Shape;214;p18"/>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15" name="Google Shape;2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16" name="Google Shape;216;p18"/>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Who is required to keep time and effort documentation</a:t>
            </a:r>
            <a:endParaRPr/>
          </a:p>
        </p:txBody>
      </p:sp>
      <p:sp>
        <p:nvSpPr>
          <p:cNvPr id="223" name="Google Shape;223;p19"/>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800"/>
              <a:buFont typeface="Arial"/>
              <a:buChar char="•"/>
            </a:pPr>
            <a:r>
              <a:rPr lang="en-US"/>
              <a:t>Staff members compensated with any federal funds.  This includes Title, IDEA, and any other funds granted by the federal government.</a:t>
            </a:r>
            <a:endParaRPr/>
          </a:p>
        </p:txBody>
      </p:sp>
      <p:sp>
        <p:nvSpPr>
          <p:cNvPr id="224" name="Google Shape;224;p19"/>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25" name="Google Shape;2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26" name="Google Shape;226;p19"/>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Why is this required?</a:t>
            </a:r>
            <a:endParaRPr/>
          </a:p>
        </p:txBody>
      </p:sp>
      <p:sp>
        <p:nvSpPr>
          <p:cNvPr id="233" name="Google Shape;233;p20"/>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800"/>
              <a:buFont typeface="Arial"/>
              <a:buChar char="•"/>
            </a:pPr>
            <a:r>
              <a:rPr lang="en-US"/>
              <a:t>Time and effort records are used to document personnel charged to federal awards.</a:t>
            </a:r>
            <a:endParaRPr/>
          </a:p>
          <a:p>
            <a:pPr indent="-457200" lvl="0" marL="457200" rtl="0" algn="l">
              <a:lnSpc>
                <a:spcPct val="90000"/>
              </a:lnSpc>
              <a:spcBef>
                <a:spcPts val="1000"/>
              </a:spcBef>
              <a:spcAft>
                <a:spcPts val="0"/>
              </a:spcAft>
              <a:buClr>
                <a:schemeClr val="dk1"/>
              </a:buClr>
              <a:buSzPts val="2800"/>
              <a:buFont typeface="Arial"/>
              <a:buChar char="•"/>
            </a:pPr>
            <a:r>
              <a:rPr lang="en-US"/>
              <a:t>It is necessary to support the distribution of the employee’s salary or wages among specific activities or cost objectives. </a:t>
            </a:r>
            <a:endParaRPr/>
          </a:p>
          <a:p>
            <a:pPr indent="-457200" lvl="0" marL="457200" rtl="0" algn="l">
              <a:lnSpc>
                <a:spcPct val="90000"/>
              </a:lnSpc>
              <a:spcBef>
                <a:spcPts val="1000"/>
              </a:spcBef>
              <a:spcAft>
                <a:spcPts val="0"/>
              </a:spcAft>
              <a:buClr>
                <a:schemeClr val="dk1"/>
              </a:buClr>
              <a:buSzPts val="2800"/>
              <a:buFont typeface="Arial"/>
              <a:buChar char="•"/>
            </a:pPr>
            <a:r>
              <a:rPr lang="en-US"/>
              <a:t>It is required to ensure that the employee is engaged in allowable activities under the federal award.</a:t>
            </a:r>
            <a:endParaRPr/>
          </a:p>
        </p:txBody>
      </p:sp>
      <p:sp>
        <p:nvSpPr>
          <p:cNvPr id="234" name="Google Shape;234;p20"/>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35" name="Google Shape;23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36" name="Google Shape;236;p20"/>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1"/>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Where do I find time reporting requirements?</a:t>
            </a:r>
            <a:endParaRPr/>
          </a:p>
        </p:txBody>
      </p:sp>
      <p:sp>
        <p:nvSpPr>
          <p:cNvPr id="243" name="Google Shape;243;p21"/>
          <p:cNvSpPr txBox="1"/>
          <p:nvPr>
            <p:ph idx="1" type="body"/>
          </p:nvPr>
        </p:nvSpPr>
        <p:spPr>
          <a:xfrm>
            <a:off x="1167493" y="2017467"/>
            <a:ext cx="9779182" cy="425633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2 CFR 200 – </a:t>
            </a:r>
            <a:r>
              <a:rPr lang="en-US" u="sng">
                <a:solidFill>
                  <a:schemeClr val="hlink"/>
                </a:solidFill>
                <a:hlinkClick r:id="rId3"/>
              </a:rPr>
              <a:t>Uniform Grant Guidance (UGG)</a:t>
            </a:r>
            <a:endParaRPr/>
          </a:p>
          <a:p>
            <a:pPr indent="0" lvl="0" marL="0" rtl="0" algn="l">
              <a:lnSpc>
                <a:spcPct val="90000"/>
              </a:lnSpc>
              <a:spcBef>
                <a:spcPts val="1000"/>
              </a:spcBef>
              <a:spcAft>
                <a:spcPts val="0"/>
              </a:spcAft>
              <a:buClr>
                <a:schemeClr val="dk1"/>
              </a:buClr>
              <a:buSzPts val="2800"/>
              <a:buNone/>
            </a:pPr>
            <a:r>
              <a:rPr lang="en-US"/>
              <a:t>Specifically beginning at 2 CFR 200.430</a:t>
            </a:r>
            <a:endParaRPr/>
          </a:p>
          <a:p>
            <a:pPr indent="0" lvl="0" marL="0" rtl="0" algn="l">
              <a:lnSpc>
                <a:spcPct val="90000"/>
              </a:lnSpc>
              <a:spcBef>
                <a:spcPts val="1000"/>
              </a:spcBef>
              <a:spcAft>
                <a:spcPts val="0"/>
              </a:spcAft>
              <a:buClr>
                <a:schemeClr val="dk1"/>
              </a:buClr>
              <a:buSzPts val="2800"/>
              <a:buNone/>
            </a:pPr>
            <a:r>
              <a:rPr lang="en-US"/>
              <a:t>The Administrator’s Handbook on EDGAR (Education Department General Administrative Regulations) includes:</a:t>
            </a:r>
            <a:endParaRPr/>
          </a:p>
          <a:p>
            <a:pPr indent="-457200" lvl="0" marL="457200" rtl="0" algn="l">
              <a:lnSpc>
                <a:spcPct val="90000"/>
              </a:lnSpc>
              <a:spcBef>
                <a:spcPts val="1000"/>
              </a:spcBef>
              <a:spcAft>
                <a:spcPts val="0"/>
              </a:spcAft>
              <a:buClr>
                <a:schemeClr val="dk1"/>
              </a:buClr>
              <a:buSzPts val="2800"/>
              <a:buFont typeface="Arial"/>
              <a:buChar char="•"/>
            </a:pPr>
            <a:r>
              <a:rPr lang="en-US"/>
              <a:t>GEPA Excerpts (General Education Provisions Act)</a:t>
            </a:r>
            <a:endParaRPr/>
          </a:p>
          <a:p>
            <a:pPr indent="-457200" lvl="0" marL="457200" rtl="0" algn="l">
              <a:lnSpc>
                <a:spcPct val="90000"/>
              </a:lnSpc>
              <a:spcBef>
                <a:spcPts val="1000"/>
              </a:spcBef>
              <a:spcAft>
                <a:spcPts val="0"/>
              </a:spcAft>
              <a:buClr>
                <a:schemeClr val="dk1"/>
              </a:buClr>
              <a:buSzPts val="2800"/>
              <a:buFont typeface="Arial"/>
              <a:buChar char="•"/>
            </a:pPr>
            <a:r>
              <a:rPr lang="en-US"/>
              <a:t>EDGAR</a:t>
            </a:r>
            <a:endParaRPr/>
          </a:p>
          <a:p>
            <a:pPr indent="-457200" lvl="0" marL="457200" rtl="0" algn="l">
              <a:lnSpc>
                <a:spcPct val="90000"/>
              </a:lnSpc>
              <a:spcBef>
                <a:spcPts val="1000"/>
              </a:spcBef>
              <a:spcAft>
                <a:spcPts val="0"/>
              </a:spcAft>
              <a:buClr>
                <a:schemeClr val="dk1"/>
              </a:buClr>
              <a:buSzPts val="2800"/>
              <a:buFont typeface="Arial"/>
              <a:buChar char="•"/>
            </a:pPr>
            <a:r>
              <a:rPr lang="en-US"/>
              <a:t>UGG</a:t>
            </a:r>
            <a:endParaRPr/>
          </a:p>
          <a:p>
            <a:pPr indent="-457200" lvl="0" marL="457200" rtl="0" algn="l">
              <a:lnSpc>
                <a:spcPct val="90000"/>
              </a:lnSpc>
              <a:spcBef>
                <a:spcPts val="1000"/>
              </a:spcBef>
              <a:spcAft>
                <a:spcPts val="0"/>
              </a:spcAft>
              <a:buClr>
                <a:schemeClr val="dk1"/>
              </a:buClr>
              <a:buSzPts val="2800"/>
              <a:buFont typeface="Arial"/>
              <a:buChar char="•"/>
            </a:pPr>
            <a:r>
              <a:rPr lang="en-US"/>
              <a:t>Other guidance</a:t>
            </a:r>
            <a:endParaRPr/>
          </a:p>
          <a:p>
            <a:pPr indent="0" lvl="0" marL="0" rtl="0" algn="l">
              <a:lnSpc>
                <a:spcPct val="90000"/>
              </a:lnSpc>
              <a:spcBef>
                <a:spcPts val="1000"/>
              </a:spcBef>
              <a:spcAft>
                <a:spcPts val="0"/>
              </a:spcAft>
              <a:buClr>
                <a:schemeClr val="dk1"/>
              </a:buClr>
              <a:buSzPts val="2800"/>
              <a:buNone/>
            </a:pPr>
            <a:r>
              <a:t/>
            </a:r>
            <a:endParaRPr/>
          </a:p>
        </p:txBody>
      </p:sp>
      <p:sp>
        <p:nvSpPr>
          <p:cNvPr id="244" name="Google Shape;244;p21"/>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45" name="Google Shape;245;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46" name="Google Shape;246;p21"/>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2"/>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Time and Effort Reporting</a:t>
            </a:r>
            <a:endParaRPr/>
          </a:p>
        </p:txBody>
      </p:sp>
      <p:sp>
        <p:nvSpPr>
          <p:cNvPr id="253" name="Google Shape;253;p22"/>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800"/>
              <a:buFont typeface="Arial"/>
              <a:buChar char="•"/>
            </a:pPr>
            <a:r>
              <a:rPr lang="en-US"/>
              <a:t>The 2 CFR 200, Uniform Guidance (UGG), provides the standards and requirements on time reporting and labor charges to federal awards.  Grantees are responsible for compliance with the standards.</a:t>
            </a:r>
            <a:endParaRPr/>
          </a:p>
          <a:p>
            <a:pPr indent="0" lvl="0" marL="0" rtl="0" algn="l">
              <a:lnSpc>
                <a:spcPct val="90000"/>
              </a:lnSpc>
              <a:spcBef>
                <a:spcPts val="1000"/>
              </a:spcBef>
              <a:spcAft>
                <a:spcPts val="0"/>
              </a:spcAft>
              <a:buClr>
                <a:schemeClr val="dk1"/>
              </a:buClr>
              <a:buSzPts val="2800"/>
              <a:buNone/>
            </a:pPr>
            <a:r>
              <a:t/>
            </a:r>
            <a:endParaRPr/>
          </a:p>
          <a:p>
            <a:pPr indent="-457200" lvl="1" marL="914400" rtl="0" algn="l">
              <a:lnSpc>
                <a:spcPct val="90000"/>
              </a:lnSpc>
              <a:spcBef>
                <a:spcPts val="500"/>
              </a:spcBef>
              <a:spcAft>
                <a:spcPts val="0"/>
              </a:spcAft>
              <a:buClr>
                <a:schemeClr val="dk1"/>
              </a:buClr>
              <a:buSzPts val="2400"/>
              <a:buFont typeface="Arial"/>
              <a:buChar char="•"/>
            </a:pPr>
            <a:r>
              <a:rPr lang="en-US"/>
              <a:t>PARS and Semi-Annual Certifications are still allowable time and effort documentation if they meet the requirements.</a:t>
            </a:r>
            <a:endParaRPr/>
          </a:p>
          <a:p>
            <a:pPr indent="-304800" lvl="1" marL="914400" rtl="0" algn="l">
              <a:lnSpc>
                <a:spcPct val="90000"/>
              </a:lnSpc>
              <a:spcBef>
                <a:spcPts val="500"/>
              </a:spcBef>
              <a:spcAft>
                <a:spcPts val="0"/>
              </a:spcAft>
              <a:buClr>
                <a:schemeClr val="dk1"/>
              </a:buClr>
              <a:buSzPts val="2400"/>
              <a:buFont typeface="Arial"/>
              <a:buNone/>
            </a:pPr>
            <a:r>
              <a:t/>
            </a:r>
            <a:endParaRPr/>
          </a:p>
        </p:txBody>
      </p:sp>
      <p:sp>
        <p:nvSpPr>
          <p:cNvPr id="254" name="Google Shape;254;p22"/>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55" name="Google Shape;25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56" name="Google Shape;256;p22"/>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3"/>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Time and Effort Reporting Requirement #1</a:t>
            </a:r>
            <a:endParaRPr/>
          </a:p>
        </p:txBody>
      </p:sp>
      <p:sp>
        <p:nvSpPr>
          <p:cNvPr id="263" name="Google Shape;263;p23"/>
          <p:cNvSpPr txBox="1"/>
          <p:nvPr>
            <p:ph idx="1" type="body"/>
          </p:nvPr>
        </p:nvSpPr>
        <p:spPr>
          <a:xfrm>
            <a:off x="1167493" y="2017467"/>
            <a:ext cx="9779182" cy="445953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Must be based on records that accurately reflect the work performed.</a:t>
            </a:r>
            <a:endParaRPr/>
          </a:p>
          <a:p>
            <a:pPr indent="0" lvl="0" marL="0" rtl="0" algn="l">
              <a:lnSpc>
                <a:spcPct val="90000"/>
              </a:lnSpc>
              <a:spcBef>
                <a:spcPts val="1000"/>
              </a:spcBef>
              <a:spcAft>
                <a:spcPts val="0"/>
              </a:spcAft>
              <a:buClr>
                <a:schemeClr val="dk1"/>
              </a:buClr>
              <a:buSzPts val="2800"/>
              <a:buNone/>
            </a:pPr>
            <a:r>
              <a:t/>
            </a:r>
            <a:endParaRPr/>
          </a:p>
          <a:p>
            <a:pPr indent="-457200" lvl="1" marL="914400" rtl="0" algn="l">
              <a:lnSpc>
                <a:spcPct val="90000"/>
              </a:lnSpc>
              <a:spcBef>
                <a:spcPts val="500"/>
              </a:spcBef>
              <a:spcAft>
                <a:spcPts val="0"/>
              </a:spcAft>
              <a:buClr>
                <a:schemeClr val="dk1"/>
              </a:buClr>
              <a:buSzPts val="2400"/>
              <a:buFont typeface="Arial"/>
              <a:buChar char="•"/>
            </a:pPr>
            <a:r>
              <a:rPr lang="en-US"/>
              <a:t>The employee must consider dates and times when their work deviated from the expected and allowable work under the federal funding source:  (field trips, assemblies, emergencies, professional learning, etc.)  These must be included in the record of the work performed.</a:t>
            </a:r>
            <a:endParaRPr/>
          </a:p>
        </p:txBody>
      </p:sp>
      <p:sp>
        <p:nvSpPr>
          <p:cNvPr id="264" name="Google Shape;264;p23"/>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65" name="Google Shape;265;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66" name="Google Shape;266;p23"/>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4"/>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Time and Effort Reporting Requirement #2</a:t>
            </a:r>
            <a:endParaRPr/>
          </a:p>
        </p:txBody>
      </p:sp>
      <p:sp>
        <p:nvSpPr>
          <p:cNvPr id="273" name="Google Shape;273;p24"/>
          <p:cNvSpPr txBox="1"/>
          <p:nvPr>
            <p:ph idx="1" type="body"/>
          </p:nvPr>
        </p:nvSpPr>
        <p:spPr>
          <a:xfrm>
            <a:off x="1167493" y="2017467"/>
            <a:ext cx="9779182" cy="484053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The time and effort records MUST be supported by a system of internal controls that provides reasonable assurance that the charges are:</a:t>
            </a:r>
            <a:endParaRPr/>
          </a:p>
          <a:p>
            <a:pPr indent="-457200" lvl="0" marL="457200" rtl="0" algn="l">
              <a:lnSpc>
                <a:spcPct val="90000"/>
              </a:lnSpc>
              <a:spcBef>
                <a:spcPts val="1000"/>
              </a:spcBef>
              <a:spcAft>
                <a:spcPts val="0"/>
              </a:spcAft>
              <a:buClr>
                <a:schemeClr val="dk1"/>
              </a:buClr>
              <a:buSzPts val="2800"/>
              <a:buFont typeface="Arial"/>
              <a:buChar char="•"/>
            </a:pPr>
            <a:r>
              <a:rPr lang="en-US"/>
              <a:t>Accurate – the activities recorded are the actual activities performed.</a:t>
            </a:r>
            <a:endParaRPr/>
          </a:p>
          <a:p>
            <a:pPr indent="-457200" lvl="0" marL="457200" rtl="0" algn="l">
              <a:lnSpc>
                <a:spcPct val="90000"/>
              </a:lnSpc>
              <a:spcBef>
                <a:spcPts val="1000"/>
              </a:spcBef>
              <a:spcAft>
                <a:spcPts val="0"/>
              </a:spcAft>
              <a:buClr>
                <a:schemeClr val="dk1"/>
              </a:buClr>
              <a:buSzPts val="2800"/>
              <a:buFont typeface="Arial"/>
              <a:buChar char="•"/>
            </a:pPr>
            <a:r>
              <a:rPr lang="en-US"/>
              <a:t>Allowable – the activities performed are allowable under the intent and purpose and guidance of the funding source.</a:t>
            </a:r>
            <a:endParaRPr/>
          </a:p>
          <a:p>
            <a:pPr indent="-457200" lvl="0" marL="457200" rtl="0" algn="l">
              <a:lnSpc>
                <a:spcPct val="90000"/>
              </a:lnSpc>
              <a:spcBef>
                <a:spcPts val="1000"/>
              </a:spcBef>
              <a:spcAft>
                <a:spcPts val="0"/>
              </a:spcAft>
              <a:buClr>
                <a:schemeClr val="dk1"/>
              </a:buClr>
              <a:buSzPts val="2800"/>
              <a:buFont typeface="Arial"/>
              <a:buChar char="•"/>
            </a:pPr>
            <a:r>
              <a:rPr lang="en-US"/>
              <a:t>Properly allocated – the distribution of FTEs and activities across funding sources is accurate.</a:t>
            </a:r>
            <a:endParaRPr/>
          </a:p>
        </p:txBody>
      </p:sp>
      <p:sp>
        <p:nvSpPr>
          <p:cNvPr id="274" name="Google Shape;274;p24"/>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75" name="Google Shape;275;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76" name="Google Shape;276;p24"/>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5"/>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Time and Effort Reporting Requirement #3</a:t>
            </a:r>
            <a:endParaRPr/>
          </a:p>
        </p:txBody>
      </p:sp>
      <p:sp>
        <p:nvSpPr>
          <p:cNvPr id="282" name="Google Shape;282;p25"/>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The records must be incorporated into the official records of the district.</a:t>
            </a:r>
            <a:endParaRPr/>
          </a:p>
          <a:p>
            <a:pPr indent="-457200" lvl="0" marL="457200" rtl="0" algn="l">
              <a:lnSpc>
                <a:spcPct val="90000"/>
              </a:lnSpc>
              <a:spcBef>
                <a:spcPts val="1000"/>
              </a:spcBef>
              <a:spcAft>
                <a:spcPts val="0"/>
              </a:spcAft>
              <a:buClr>
                <a:schemeClr val="dk1"/>
              </a:buClr>
              <a:buSzPts val="2800"/>
              <a:buFont typeface="Arial"/>
              <a:buChar char="•"/>
            </a:pPr>
            <a:r>
              <a:rPr lang="en-US"/>
              <a:t>It must reasonably reflect the total activities for which the employee is compensated and follow the district’s written policy and procedures related to time and effort record keeping. </a:t>
            </a:r>
            <a:endParaRPr/>
          </a:p>
        </p:txBody>
      </p:sp>
      <p:sp>
        <p:nvSpPr>
          <p:cNvPr id="283" name="Google Shape;283;p25"/>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84" name="Google Shape;284;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85" name="Google Shape;285;p25"/>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6"/>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Signatures</a:t>
            </a:r>
            <a:endParaRPr/>
          </a:p>
        </p:txBody>
      </p:sp>
      <p:sp>
        <p:nvSpPr>
          <p:cNvPr id="292" name="Google Shape;292;p26"/>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800"/>
              <a:buFont typeface="Arial"/>
              <a:buChar char="•"/>
            </a:pPr>
            <a:r>
              <a:rPr lang="en-US"/>
              <a:t>In an MDE Memo dated February 2, 2017, districts were directed to provide “certified supporting documentation” with regards to time and effort.</a:t>
            </a:r>
            <a:endParaRPr/>
          </a:p>
          <a:p>
            <a:pPr indent="-457200" lvl="0" marL="457200" rtl="0" algn="l">
              <a:lnSpc>
                <a:spcPct val="90000"/>
              </a:lnSpc>
              <a:spcBef>
                <a:spcPts val="1000"/>
              </a:spcBef>
              <a:spcAft>
                <a:spcPts val="0"/>
              </a:spcAft>
              <a:buClr>
                <a:schemeClr val="dk1"/>
              </a:buClr>
              <a:buSzPts val="2800"/>
              <a:buFont typeface="Arial"/>
              <a:buChar char="•"/>
            </a:pPr>
            <a:r>
              <a:rPr lang="en-US"/>
              <a:t>MDE auditors currently look for signatures of the employee and direct supervisor as evidence that the time and effort documents are “certified”. </a:t>
            </a:r>
            <a:endParaRPr/>
          </a:p>
          <a:p>
            <a:pPr indent="-457200" lvl="0" marL="457200" rtl="0" algn="l">
              <a:lnSpc>
                <a:spcPct val="90000"/>
              </a:lnSpc>
              <a:spcBef>
                <a:spcPts val="1000"/>
              </a:spcBef>
              <a:spcAft>
                <a:spcPts val="0"/>
              </a:spcAft>
              <a:buClr>
                <a:schemeClr val="dk1"/>
              </a:buClr>
              <a:buSzPts val="2800"/>
              <a:buFont typeface="Arial"/>
              <a:buChar char="•"/>
            </a:pPr>
            <a:r>
              <a:rPr lang="en-US"/>
              <a:t>Electronic signatures are acceptable only if the district has written policies with regards to defining and accepting electronic signatures. </a:t>
            </a:r>
            <a:endParaRPr/>
          </a:p>
        </p:txBody>
      </p:sp>
      <p:sp>
        <p:nvSpPr>
          <p:cNvPr id="293" name="Google Shape;293;p26"/>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294" name="Google Shape;29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295" name="Google Shape;295;p26"/>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7"/>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SIGNATURES</a:t>
            </a:r>
            <a:endParaRPr/>
          </a:p>
        </p:txBody>
      </p:sp>
      <p:sp>
        <p:nvSpPr>
          <p:cNvPr id="302" name="Google Shape;302;p27"/>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rPr lang="en-US"/>
              <a:t>Signatures on time and effort records MUST be signed and dated AFTER the work has been performed.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This should be explicit in your written procedures.</a:t>
            </a:r>
            <a:endParaRPr/>
          </a:p>
        </p:txBody>
      </p:sp>
      <p:sp>
        <p:nvSpPr>
          <p:cNvPr id="303" name="Google Shape;303;p27"/>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304" name="Google Shape;30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305" name="Google Shape;305;p27"/>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8"/>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Activity Logs	</a:t>
            </a:r>
            <a:endParaRPr/>
          </a:p>
        </p:txBody>
      </p:sp>
      <p:sp>
        <p:nvSpPr>
          <p:cNvPr id="312" name="Google Shape;312;p28"/>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800"/>
              <a:buFont typeface="Arial"/>
              <a:buChar char="•"/>
            </a:pPr>
            <a:r>
              <a:rPr lang="en-US"/>
              <a:t>Activity logs are daily logs an employee uses to document the activities performed during their day.</a:t>
            </a:r>
            <a:endParaRPr/>
          </a:p>
          <a:p>
            <a:pPr indent="-457200" lvl="0" marL="457200" rtl="0" algn="l">
              <a:lnSpc>
                <a:spcPct val="90000"/>
              </a:lnSpc>
              <a:spcBef>
                <a:spcPts val="1000"/>
              </a:spcBef>
              <a:spcAft>
                <a:spcPts val="0"/>
              </a:spcAft>
              <a:buClr>
                <a:schemeClr val="dk1"/>
              </a:buClr>
              <a:buSzPts val="2800"/>
              <a:buFont typeface="Arial"/>
              <a:buChar char="•"/>
            </a:pPr>
            <a:r>
              <a:rPr lang="en-US"/>
              <a:t>Activity logs should include the dates, times, activities performed, and who is receiving the services. </a:t>
            </a:r>
            <a:endParaRPr/>
          </a:p>
        </p:txBody>
      </p:sp>
      <p:sp>
        <p:nvSpPr>
          <p:cNvPr id="313" name="Google Shape;313;p28"/>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314" name="Google Shape;31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315" name="Google Shape;315;p28"/>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9"/>
          <p:cNvSpPr txBox="1"/>
          <p:nvPr>
            <p:ph type="title"/>
          </p:nvPr>
        </p:nvSpPr>
        <p:spPr>
          <a:xfrm>
            <a:off x="1167492" y="381000"/>
            <a:ext cx="9779183" cy="13255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4800"/>
              <a:buFont typeface="Arial"/>
              <a:buNone/>
            </a:pPr>
            <a:r>
              <a:rPr lang="en-US"/>
              <a:t>Activity Logs</a:t>
            </a:r>
            <a:endParaRPr/>
          </a:p>
        </p:txBody>
      </p:sp>
      <p:sp>
        <p:nvSpPr>
          <p:cNvPr id="322" name="Google Shape;322;p29"/>
          <p:cNvSpPr txBox="1"/>
          <p:nvPr>
            <p:ph idx="1" type="body"/>
          </p:nvPr>
        </p:nvSpPr>
        <p:spPr>
          <a:xfrm>
            <a:off x="1167493" y="2017467"/>
            <a:ext cx="9779182" cy="3366815"/>
          </a:xfrm>
          <a:prstGeom prst="rect">
            <a:avLst/>
          </a:prstGeom>
          <a:noFill/>
          <a:ln>
            <a:noFill/>
          </a:ln>
        </p:spPr>
        <p:txBody>
          <a:bodyPr anchorCtr="0" anchor="t" bIns="45700" lIns="91425" spcFirstLastPara="1" rIns="91425" wrap="square" tIns="45700">
            <a:noAutofit/>
          </a:bodyPr>
          <a:lstStyle/>
          <a:p>
            <a:pPr indent="-457200" lvl="0" marL="457200" rtl="0" algn="l">
              <a:lnSpc>
                <a:spcPct val="90000"/>
              </a:lnSpc>
              <a:spcBef>
                <a:spcPts val="0"/>
              </a:spcBef>
              <a:spcAft>
                <a:spcPts val="0"/>
              </a:spcAft>
              <a:buClr>
                <a:schemeClr val="dk1"/>
              </a:buClr>
              <a:buSzPts val="2400"/>
              <a:buFont typeface="Arial"/>
              <a:buChar char="•"/>
            </a:pPr>
            <a:r>
              <a:rPr lang="en-US" sz="2400"/>
              <a:t>During an on-site review, regional consultants ask to review activity logs to ensure the activities performed by the employee are allowable. </a:t>
            </a:r>
            <a:endParaRPr/>
          </a:p>
          <a:p>
            <a:pPr indent="-457200" lvl="0" marL="457200" rtl="0" algn="l">
              <a:lnSpc>
                <a:spcPct val="90000"/>
              </a:lnSpc>
              <a:spcBef>
                <a:spcPts val="1000"/>
              </a:spcBef>
              <a:spcAft>
                <a:spcPts val="0"/>
              </a:spcAft>
              <a:buClr>
                <a:schemeClr val="dk1"/>
              </a:buClr>
              <a:buSzPts val="2400"/>
              <a:buFont typeface="Arial"/>
              <a:buChar char="•"/>
            </a:pPr>
            <a:r>
              <a:rPr lang="en-US" sz="2400"/>
              <a:t>Activity logs can double as time and effort reporting if they include the funding sources as well as the accurate distribution of FTEs and are signed by someone with the direct knowledge of the work performed (employee or direct supervisor).</a:t>
            </a:r>
            <a:endParaRPr/>
          </a:p>
          <a:p>
            <a:pPr indent="-457200" lvl="0" marL="457200" rtl="0" algn="l">
              <a:lnSpc>
                <a:spcPct val="90000"/>
              </a:lnSpc>
              <a:spcBef>
                <a:spcPts val="1000"/>
              </a:spcBef>
              <a:spcAft>
                <a:spcPts val="0"/>
              </a:spcAft>
              <a:buClr>
                <a:schemeClr val="dk1"/>
              </a:buClr>
              <a:buSzPts val="2400"/>
              <a:buFont typeface="Arial"/>
              <a:buChar char="•"/>
            </a:pPr>
            <a:r>
              <a:rPr lang="en-US" sz="2400"/>
              <a:t>In other words, the activity logs must be quantified (must include FTE totals).  **Fiscal auditors will need to see summaries from the activity logs that include totals of FTEs across funding sources. </a:t>
            </a:r>
            <a:endParaRPr/>
          </a:p>
        </p:txBody>
      </p:sp>
      <p:sp>
        <p:nvSpPr>
          <p:cNvPr id="323" name="Google Shape;323;p29"/>
          <p:cNvSpPr txBox="1"/>
          <p:nvPr>
            <p:ph idx="10" type="dt"/>
          </p:nvPr>
        </p:nvSpPr>
        <p:spPr>
          <a:xfrm>
            <a:off x="381000" y="6356350"/>
            <a:ext cx="27432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8/28/2024</a:t>
            </a:r>
            <a:endParaRPr/>
          </a:p>
        </p:txBody>
      </p:sp>
      <p:sp>
        <p:nvSpPr>
          <p:cNvPr id="324" name="Google Shape;32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Time Reporting Requirements</a:t>
            </a:r>
            <a:endParaRPr/>
          </a:p>
        </p:txBody>
      </p:sp>
      <p:sp>
        <p:nvSpPr>
          <p:cNvPr id="325" name="Google Shape;325;p29"/>
          <p:cNvSpPr txBox="1"/>
          <p:nvPr>
            <p:ph idx="12" type="sldNum"/>
          </p:nvPr>
        </p:nvSpPr>
        <p:spPr>
          <a:xfrm>
            <a:off x="10153276" y="6356350"/>
            <a:ext cx="1657723"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0"/>
          <p:cNvSpPr txBox="1"/>
          <p:nvPr>
            <p:ph type="ctrTitle"/>
          </p:nvPr>
        </p:nvSpPr>
        <p:spPr>
          <a:xfrm>
            <a:off x="1167494" y="1122363"/>
            <a:ext cx="6220278" cy="23876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Arial"/>
              <a:buNone/>
            </a:pPr>
            <a:r>
              <a:rPr lang="en-US"/>
              <a:t>Resources </a:t>
            </a:r>
            <a:endParaRPr/>
          </a:p>
        </p:txBody>
      </p:sp>
      <p:sp>
        <p:nvSpPr>
          <p:cNvPr id="332" name="Google Shape;332;p30"/>
          <p:cNvSpPr txBox="1"/>
          <p:nvPr>
            <p:ph idx="1" type="subTitle"/>
          </p:nvPr>
        </p:nvSpPr>
        <p:spPr>
          <a:xfrm>
            <a:off x="1167493" y="3602038"/>
            <a:ext cx="6220277" cy="2247219"/>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6" name="Shape 336"/>
        <p:cNvGrpSpPr/>
        <p:nvPr/>
      </p:nvGrpSpPr>
      <p:grpSpPr>
        <a:xfrm>
          <a:off x="0" y="0"/>
          <a:ext cx="0" cy="0"/>
          <a:chOff x="0" y="0"/>
          <a:chExt cx="0" cy="0"/>
        </a:xfrm>
      </p:grpSpPr>
      <p:sp>
        <p:nvSpPr>
          <p:cNvPr id="337" name="Google Shape;337;p31"/>
          <p:cNvSpPr/>
          <p:nvPr/>
        </p:nvSpPr>
        <p:spPr>
          <a:xfrm>
            <a:off x="0" y="0"/>
            <a:ext cx="12192000" cy="6858000"/>
          </a:xfrm>
          <a:prstGeom prst="rect">
            <a:avLst/>
          </a:prstGeom>
          <a:solidFill>
            <a:srgbClr val="5855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338" name="Google Shape;338;p31"/>
          <p:cNvSpPr txBox="1"/>
          <p:nvPr>
            <p:ph type="title"/>
          </p:nvPr>
        </p:nvSpPr>
        <p:spPr>
          <a:xfrm>
            <a:off x="8839200" y="618675"/>
            <a:ext cx="3168300" cy="4794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Font typeface="Arial"/>
              <a:buNone/>
            </a:pPr>
            <a:r>
              <a:rPr lang="en-US" sz="3600">
                <a:solidFill>
                  <a:srgbClr val="FFFFFF"/>
                </a:solidFill>
              </a:rPr>
              <a:t>QUESTIONS</a:t>
            </a:r>
            <a:endParaRPr/>
          </a:p>
        </p:txBody>
      </p:sp>
      <p:sp>
        <p:nvSpPr>
          <p:cNvPr id="339" name="Google Shape;339;p31"/>
          <p:cNvSpPr/>
          <p:nvPr/>
        </p:nvSpPr>
        <p:spPr>
          <a:xfrm>
            <a:off x="493354" y="484632"/>
            <a:ext cx="8129016" cy="5724144"/>
          </a:xfrm>
          <a:prstGeom prst="roundRect">
            <a:avLst>
              <a:gd fmla="val 0" name="adj"/>
            </a:avLst>
          </a:prstGeom>
          <a:solidFill>
            <a:srgbClr val="FFFFFF"/>
          </a:solidFill>
          <a:ln cap="flat" cmpd="sng" w="9525">
            <a:solidFill>
              <a:srgbClr val="C8CACA"/>
            </a:solidFill>
            <a:prstDash val="solid"/>
            <a:miter lim="800000"/>
            <a:headEnd len="sm" w="sm" type="none"/>
            <a:tailEnd len="sm" w="sm" type="none"/>
          </a:ln>
          <a:effectLst>
            <a:outerShdw blurRad="57150" rotWithShape="0" algn="t" dir="5400000" dist="19050">
              <a:srgbClr val="000000">
                <a:alpha val="6274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Shape&#10;&#10;Description automatically generated with medium confidence" id="340" name="Google Shape;340;p31"/>
          <p:cNvPicPr preferRelativeResize="0"/>
          <p:nvPr>
            <p:ph idx="1" type="body"/>
          </p:nvPr>
        </p:nvPicPr>
        <p:blipFill rotWithShape="1">
          <a:blip r:embed="rId3">
            <a:alphaModFix/>
          </a:blip>
          <a:srcRect b="9594" l="0" r="0" t="0"/>
          <a:stretch/>
        </p:blipFill>
        <p:spPr>
          <a:xfrm>
            <a:off x="976251" y="942538"/>
            <a:ext cx="7163222" cy="4808332"/>
          </a:xfrm>
          <a:prstGeom prst="rect">
            <a:avLst/>
          </a:prstGeom>
          <a:noFill/>
          <a:ln>
            <a:noFill/>
          </a:ln>
        </p:spPr>
      </p:pic>
      <p:sp>
        <p:nvSpPr>
          <p:cNvPr id="341" name="Google Shape;34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rgbClr val="FFFFFF"/>
                </a:solidFill>
              </a:rPr>
              <a:t>8/28/2024</a:t>
            </a:r>
            <a:endParaRPr>
              <a:solidFill>
                <a:srgbClr val="FFFFFF"/>
              </a:solidFill>
            </a:endParaRPr>
          </a:p>
        </p:txBody>
      </p:sp>
      <p:sp>
        <p:nvSpPr>
          <p:cNvPr id="342" name="Google Shape;34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solidFill>
                  <a:srgbClr val="FFFFFF"/>
                </a:solidFill>
                <a:latin typeface="Arial"/>
                <a:ea typeface="Arial"/>
                <a:cs typeface="Arial"/>
                <a:sym typeface="Arial"/>
              </a:rPr>
              <a:t>Time Reporting Requirements</a:t>
            </a:r>
            <a:endParaRPr/>
          </a:p>
        </p:txBody>
      </p:sp>
      <p:sp>
        <p:nvSpPr>
          <p:cNvPr id="343" name="Google Shape;34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solidFill>
                  <a:srgbClr val="FFFFFF"/>
                </a:solidFill>
              </a:rPr>
              <a:t>‹#›</a:t>
            </a:fld>
            <a:endParaRPr>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2"/>
          <p:cNvSpPr txBox="1"/>
          <p:nvPr>
            <p:ph type="ctrTitle"/>
          </p:nvPr>
        </p:nvSpPr>
        <p:spPr>
          <a:xfrm>
            <a:off x="1167494" y="1122363"/>
            <a:ext cx="6220278" cy="373928"/>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6000"/>
              <a:buFont typeface="Arial"/>
              <a:buNone/>
            </a:pPr>
            <a:r>
              <a:rPr lang="en-US"/>
              <a:t>Thank you!</a:t>
            </a:r>
            <a:endParaRPr/>
          </a:p>
        </p:txBody>
      </p:sp>
      <p:sp>
        <p:nvSpPr>
          <p:cNvPr id="350" name="Google Shape;350;p32"/>
          <p:cNvSpPr txBox="1"/>
          <p:nvPr>
            <p:ph idx="1" type="subTitle"/>
          </p:nvPr>
        </p:nvSpPr>
        <p:spPr>
          <a:xfrm>
            <a:off x="380011" y="1805049"/>
            <a:ext cx="7647708" cy="4821381"/>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US"/>
              <a:t>Andrea Rogers</a:t>
            </a:r>
            <a:endParaRPr/>
          </a:p>
          <a:p>
            <a:pPr indent="0" lvl="0" marL="0" rtl="0" algn="l">
              <a:lnSpc>
                <a:spcPct val="100000"/>
              </a:lnSpc>
              <a:spcBef>
                <a:spcPts val="0"/>
              </a:spcBef>
              <a:spcAft>
                <a:spcPts val="0"/>
              </a:spcAft>
              <a:buClr>
                <a:schemeClr val="dk1"/>
              </a:buClr>
              <a:buSzPts val="2800"/>
              <a:buNone/>
            </a:pPr>
            <a:r>
              <a:rPr lang="en-US"/>
              <a:t>MDE Office of Educational Supports</a:t>
            </a:r>
            <a:endParaRPr/>
          </a:p>
          <a:p>
            <a:pPr indent="0" lvl="0" marL="0" rtl="0" algn="l">
              <a:lnSpc>
                <a:spcPct val="100000"/>
              </a:lnSpc>
              <a:spcBef>
                <a:spcPts val="0"/>
              </a:spcBef>
              <a:spcAft>
                <a:spcPts val="0"/>
              </a:spcAft>
              <a:buClr>
                <a:schemeClr val="dk1"/>
              </a:buClr>
              <a:buSzPts val="2800"/>
              <a:buNone/>
            </a:pPr>
            <a:r>
              <a:rPr lang="en-US" u="sng">
                <a:solidFill>
                  <a:schemeClr val="hlink"/>
                </a:solidFill>
                <a:hlinkClick r:id="rId3"/>
              </a:rPr>
              <a:t>RogersA19@michigan.gov</a:t>
            </a:r>
            <a:endParaRPr/>
          </a:p>
          <a:p>
            <a:pPr indent="0" lvl="0" marL="0" rtl="0" algn="l">
              <a:lnSpc>
                <a:spcPct val="100000"/>
              </a:lnSpc>
              <a:spcBef>
                <a:spcPts val="0"/>
              </a:spcBef>
              <a:spcAft>
                <a:spcPts val="0"/>
              </a:spcAft>
              <a:buClr>
                <a:schemeClr val="dk1"/>
              </a:buClr>
              <a:buSzPts val="2800"/>
              <a:buNone/>
            </a:pPr>
            <a:r>
              <a:t/>
            </a:r>
            <a:endParaRPr/>
          </a:p>
          <a:p>
            <a:pPr indent="0" lvl="0" marL="0" rtl="0" algn="l">
              <a:lnSpc>
                <a:spcPct val="100000"/>
              </a:lnSpc>
              <a:spcBef>
                <a:spcPts val="0"/>
              </a:spcBef>
              <a:spcAft>
                <a:spcPts val="0"/>
              </a:spcAft>
              <a:buClr>
                <a:schemeClr val="dk1"/>
              </a:buClr>
              <a:buSzPts val="2800"/>
              <a:buNone/>
            </a:pPr>
            <a:r>
              <a:rPr lang="en-US"/>
              <a:t>Shoua Vang</a:t>
            </a:r>
            <a:endParaRPr/>
          </a:p>
          <a:p>
            <a:pPr indent="0" lvl="0" marL="0" rtl="0" algn="l">
              <a:lnSpc>
                <a:spcPct val="100000"/>
              </a:lnSpc>
              <a:spcBef>
                <a:spcPts val="0"/>
              </a:spcBef>
              <a:spcAft>
                <a:spcPts val="0"/>
              </a:spcAft>
              <a:buClr>
                <a:schemeClr val="dk1"/>
              </a:buClr>
              <a:buSzPts val="2800"/>
              <a:buNone/>
            </a:pPr>
            <a:r>
              <a:rPr lang="en-US"/>
              <a:t>MDE Office of Educational Supports</a:t>
            </a:r>
            <a:endParaRPr/>
          </a:p>
          <a:p>
            <a:pPr indent="0" lvl="0" marL="0" rtl="0" algn="l">
              <a:lnSpc>
                <a:spcPct val="100000"/>
              </a:lnSpc>
              <a:spcBef>
                <a:spcPts val="0"/>
              </a:spcBef>
              <a:spcAft>
                <a:spcPts val="0"/>
              </a:spcAft>
              <a:buClr>
                <a:schemeClr val="dk1"/>
              </a:buClr>
              <a:buSzPts val="2800"/>
              <a:buNone/>
            </a:pPr>
            <a:r>
              <a:rPr lang="en-US" u="sng">
                <a:solidFill>
                  <a:schemeClr val="hlink"/>
                </a:solidFill>
                <a:hlinkClick r:id="rId4"/>
              </a:rPr>
              <a:t>VangS1@michigan.gov</a:t>
            </a:r>
            <a:endParaRPr/>
          </a:p>
          <a:p>
            <a:pPr indent="0" lvl="0" marL="0" rtl="0" algn="l">
              <a:lnSpc>
                <a:spcPct val="100000"/>
              </a:lnSpc>
              <a:spcBef>
                <a:spcPts val="0"/>
              </a:spcBef>
              <a:spcAft>
                <a:spcPts val="0"/>
              </a:spcAft>
              <a:buClr>
                <a:schemeClr val="dk1"/>
              </a:buClr>
              <a:buSzPts val="2800"/>
              <a:buNone/>
            </a:pPr>
            <a:r>
              <a:t/>
            </a:r>
            <a:endParaRPr/>
          </a:p>
          <a:p>
            <a:pPr indent="0" lvl="0" marL="0" rtl="0" algn="l">
              <a:lnSpc>
                <a:spcPct val="100000"/>
              </a:lnSpc>
              <a:spcBef>
                <a:spcPts val="0"/>
              </a:spcBef>
              <a:spcAft>
                <a:spcPts val="0"/>
              </a:spcAft>
              <a:buClr>
                <a:schemeClr val="dk1"/>
              </a:buClr>
              <a:buSzPts val="2800"/>
              <a:buNone/>
            </a:pPr>
            <a:r>
              <a:rPr lang="en-US"/>
              <a:t>David Hundt</a:t>
            </a:r>
            <a:endParaRPr/>
          </a:p>
          <a:p>
            <a:pPr indent="0" lvl="0" marL="0" rtl="0" algn="l">
              <a:lnSpc>
                <a:spcPct val="100000"/>
              </a:lnSpc>
              <a:spcBef>
                <a:spcPts val="0"/>
              </a:spcBef>
              <a:spcAft>
                <a:spcPts val="0"/>
              </a:spcAft>
              <a:buClr>
                <a:schemeClr val="dk1"/>
              </a:buClr>
              <a:buSzPts val="2800"/>
              <a:buNone/>
            </a:pPr>
            <a:r>
              <a:rPr lang="en-US"/>
              <a:t>Muskegon Area ISD</a:t>
            </a:r>
            <a:endParaRPr/>
          </a:p>
          <a:p>
            <a:pPr indent="0" lvl="0" marL="0" rtl="0" algn="l">
              <a:lnSpc>
                <a:spcPct val="100000"/>
              </a:lnSpc>
              <a:spcBef>
                <a:spcPts val="0"/>
              </a:spcBef>
              <a:spcAft>
                <a:spcPts val="0"/>
              </a:spcAft>
              <a:buClr>
                <a:schemeClr val="dk1"/>
              </a:buClr>
              <a:buSzPts val="2800"/>
              <a:buNone/>
            </a:pPr>
            <a:r>
              <a:rPr lang="en-US" u="sng">
                <a:solidFill>
                  <a:schemeClr val="hlink"/>
                </a:solidFill>
                <a:hlinkClick r:id="rId5"/>
              </a:rPr>
              <a:t>dhundt@muskegonisd.org</a:t>
            </a:r>
            <a:r>
              <a:rPr lang="en-US"/>
              <a:t>	</a:t>
            </a:r>
            <a:endParaRPr/>
          </a:p>
          <a:p>
            <a:pPr indent="0" lvl="0" marL="0" rtl="0" algn="l">
              <a:lnSpc>
                <a:spcPct val="100000"/>
              </a:lnSpc>
              <a:spcBef>
                <a:spcPts val="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